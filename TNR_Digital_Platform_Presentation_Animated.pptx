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0648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framing the platform as community infrastructure, not simply a website.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390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5477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8133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4489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3258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841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9308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2725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407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community purpose: technology is the enabler, not the destination.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No external or AI-generated website screenshots used; interface frames are clearly labeled placeholders.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715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c5d2259740f84c04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3c6c62e08c9d40e7" Type="http://schemas.openxmlformats.org/officeDocument/2006/relationships/image" Target="../media/image2.svg"/><Relationship Id="Rbe0f4a1ad0c2442e" Type="http://schemas.openxmlformats.org/officeDocument/2006/relationships/image" Target="../media/image4.svg"/><Relationship Id="R8410085c0efa47f4" Type="http://schemas.openxmlformats.org/officeDocument/2006/relationships/image" Target="../media/image5.svg"/><Relationship Id="R9633892b298b4a7d" Type="http://schemas.openxmlformats.org/officeDocument/2006/relationships/image" Target="../media/image.svg"/><Relationship Id="Rfc6bc8117eef4345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7d1d0c0084c0450d" Type="http://schemas.openxmlformats.org/officeDocument/2006/relationships/image" Target="../media/image8.svg"/><Relationship Id="R2c498495555243f2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247045b8006e454b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7d6286e9858c4c1f" Type="http://schemas.openxmlformats.org/officeDocument/2006/relationships/image" Target="../media/image7.svg"/><Relationship Id="R0d21d49898e040ff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03132d0689b74103" Type="http://schemas.openxmlformats.org/officeDocument/2006/relationships/image" Target="../media/image14.svg"/><Relationship Id="R99e8c4e9706b4df2" Type="http://schemas.openxmlformats.org/officeDocument/2006/relationships/image" Target="../media/image16.svg"/><Relationship Id="Rf79a3be353644c69" Type="http://schemas.openxmlformats.org/officeDocument/2006/relationships/image" Target="../media/image17.svg"/><Relationship Id="Rf8769a46c8e24604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7f308b0937e44514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13c664b799be42a5" Type="http://schemas.openxmlformats.org/officeDocument/2006/relationships/image" Target="../media/image12.svg"/><Relationship Id="R629977563e114013" Type="http://schemas.openxmlformats.org/officeDocument/2006/relationships/image" Target="../media/image15.svg"/><Relationship Id="R4e0e2ac8eca146dd" Type="http://schemas.openxmlformats.org/officeDocument/2006/relationships/image" Target="../media/image13.svg"/><Relationship Id="Rd44350efaaa14fc3" Type="http://schemas.openxmlformats.org/officeDocument/2006/relationships/image" Target="../media/image18.svg"/><Relationship Id="R2d0939324c204141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15577e85a4b74d79" Type="http://schemas.openxmlformats.org/officeDocument/2006/relationships/image" Target="../media/image27.svg"/><Relationship Id="rId3" Type="http://schemas.openxmlformats.org/officeDocument/2006/relationships/image" Target="../media/image2.png"/><Relationship Id="R0cc47056a4aa47b0" Type="http://schemas.openxmlformats.org/officeDocument/2006/relationships/image" Target="../media/image26.svg"/><Relationship Id="R5c2323536d76479a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5e945c2ade8a44f9" Type="http://schemas.openxmlformats.org/officeDocument/2006/relationships/image" Target="../media/image22.svg"/><Relationship Id="Refa6e329aeac40be" Type="http://schemas.openxmlformats.org/officeDocument/2006/relationships/image" Target="../media/image24.svg"/><Relationship Id="R669a1dad79bc4ede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96c9c9d1587e4cd0" Type="http://schemas.openxmlformats.org/officeDocument/2006/relationships/image" Target="../media/image28.svg"/><Relationship Id="R08d21075556742e3" Type="http://schemas.openxmlformats.org/officeDocument/2006/relationships/image" Target="../media/image34.svg"/><Relationship Id="rId3" Type="http://schemas.openxmlformats.org/officeDocument/2006/relationships/image" Target="../media/image2.png"/><Relationship Id="R9215ac72687f42d0" Type="http://schemas.openxmlformats.org/officeDocument/2006/relationships/image" Target="../media/image30.svg"/><Relationship Id="Rcbb6d786d382425a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160c9b66897e4d95" Type="http://schemas.openxmlformats.org/officeDocument/2006/relationships/image" Target="../media/image33.svg"/><Relationship Id="R02c19c0b288d4136" Type="http://schemas.openxmlformats.org/officeDocument/2006/relationships/image" Target="../media/image29.svg"/><Relationship Id="Rfe275832fb114a8a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570c7717b6f14114" Type="http://schemas.openxmlformats.org/officeDocument/2006/relationships/image" Target="../media/image36.svg"/><Relationship Id="rId3" Type="http://schemas.openxmlformats.org/officeDocument/2006/relationships/image" Target="../media/image2.png"/><Relationship Id="R47eed937cff84f31" Type="http://schemas.openxmlformats.org/officeDocument/2006/relationships/image" Target="../media/image38.svg"/><Relationship Id="rId2" Type="http://schemas.openxmlformats.org/officeDocument/2006/relationships/notesSlide" Target="../notesSlides/notesSlide7.xml"/><Relationship Id="R93c43f8f55d74588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8b557b39e5284eb4" Type="http://schemas.openxmlformats.org/officeDocument/2006/relationships/image" Target="../media/image35.svg"/><Relationship Id="Racd17fdcf3a240f5" Type="http://schemas.openxmlformats.org/officeDocument/2006/relationships/image" Target="../media/image37.svg"/><Relationship Id="R20c776fe175c4caf" Type="http://schemas.openxmlformats.org/officeDocument/2006/relationships/image" Target="../media/image39.svg"/><Relationship Id="Re611982b59144f41" Type="http://schemas.openxmlformats.org/officeDocument/2006/relationships/image" Target="../media/image41.svg"/><Relationship Id="R5457184c27ba499a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13ce096dadd14295" Type="http://schemas.openxmlformats.org/officeDocument/2006/relationships/image" Target="../media/image43.svg"/><Relationship Id="R2692f8ddb6214567" Type="http://schemas.openxmlformats.org/officeDocument/2006/relationships/image" Target="../media/image45.svg"/><Relationship Id="R71b6d1ab612245f7" Type="http://schemas.openxmlformats.org/officeDocument/2006/relationships/image" Target="../media/image46.svg"/><Relationship Id="R6a993d3460a24777" Type="http://schemas.openxmlformats.org/officeDocument/2006/relationships/image" Target="../media/image49.svg"/><Relationship Id="rId3" Type="http://schemas.openxmlformats.org/officeDocument/2006/relationships/image" Target="../media/image2.png"/><Relationship Id="Rd191b4c1da114573" Type="http://schemas.openxmlformats.org/officeDocument/2006/relationships/image" Target="../media/image4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2bbaf0adae834475" Type="http://schemas.openxmlformats.org/officeDocument/2006/relationships/image" Target="../media/image48.svg"/><Relationship Id="R254375c131c84f9a" Type="http://schemas.openxmlformats.org/officeDocument/2006/relationships/image" Target="../media/image47.svg"/></Relationships>
</file>

<file path=ppt/slides/_rels/slide9.xml.rels><?xml version="1.0" encoding="UTF-8" standalone="yes"?>
<Relationships xmlns="http://schemas.openxmlformats.org/package/2006/relationships"><Relationship Id="Rb46c2d8ad07c4444" Type="http://schemas.openxmlformats.org/officeDocument/2006/relationships/image" Target="../media/image51.svg"/><Relationship Id="R7d8421db06c648b7" Type="http://schemas.openxmlformats.org/officeDocument/2006/relationships/image" Target="../media/image56.svg"/><Relationship Id="R4e00296bf0c146ab" Type="http://schemas.openxmlformats.org/officeDocument/2006/relationships/image" Target="../media/image58.svg"/><Relationship Id="rId3" Type="http://schemas.openxmlformats.org/officeDocument/2006/relationships/image" Target="../media/image2.png"/><Relationship Id="R9a79bfe491ea4edb" Type="http://schemas.openxmlformats.org/officeDocument/2006/relationships/image" Target="../media/image57.svg"/><Relationship Id="rId2" Type="http://schemas.openxmlformats.org/officeDocument/2006/relationships/notesSlide" Target="../notesSlides/notesSlide9.xml"/><Relationship Id="R9d1ff605054a404c" Type="http://schemas.openxmlformats.org/officeDocument/2006/relationships/image" Target="../media/image53.svg"/><Relationship Id="Rfd17f0ff05034389" Type="http://schemas.openxmlformats.org/officeDocument/2006/relationships/image" Target="../media/image54.svg"/><Relationship Id="R57ccc30870b4488d" Type="http://schemas.openxmlformats.org/officeDocument/2006/relationships/image" Target="../media/image55.svg"/><Relationship Id="rId1" Type="http://schemas.openxmlformats.org/officeDocument/2006/relationships/slideLayout" Target="../slideLayouts/slideLayout1.xml"/><Relationship Id="Raeed0ab0ee524596" Type="http://schemas.openxmlformats.org/officeDocument/2006/relationships/image" Target="../media/image52.svg"/><Relationship Id="R79fc5522e9434595" Type="http://schemas.openxmlformats.org/officeDocument/2006/relationships/image" Target="../media/image5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ver-right-panel">
            <a:extLst>
              <a:ext uri="{FF2B5EF4-FFF2-40B4-BE49-F238E27FC236}">
                <a16:creationId xmlns:a16="http://schemas.microsoft.com/office/drawing/2014/main" xmlns="" id="{C4DD4E25-72F8-489C-981B-227299AF5A3A}"/>
              </a:ext>
            </a:extLst>
          </p:cNvPr>
          <p:cNvSpPr>
            <a:spLocks noGrp="1"/>
          </p:cNvSpPr>
          <p:nvPr/>
        </p:nvSpPr>
        <p:spPr>
          <a:xfrm>
            <a:off x="8553450" y="0"/>
            <a:ext cx="3638550" cy="6858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2" name="cover-logo-halo">
            <a:extLst>
              <a:ext uri="{FF2B5EF4-FFF2-40B4-BE49-F238E27FC236}">
                <a16:creationId xmlns:a16="http://schemas.microsoft.com/office/drawing/2014/main" xmlns="" id="{EB6FB2AB-E92B-47B9-AF14-25C6A80E71D0}"/>
              </a:ext>
            </a:extLst>
          </p:cNvPr>
          <p:cNvSpPr>
            <a:spLocks noGrp="1"/>
          </p:cNvSpPr>
          <p:nvPr/>
        </p:nvSpPr>
        <p:spPr>
          <a:xfrm>
            <a:off x="8753475" y="1114425"/>
            <a:ext cx="3238500" cy="3238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9675" y="1190625"/>
            <a:ext cx="3086100" cy="3086100"/>
          </a:xfrm>
          <a:prstGeom prst="rect">
            <a:avLst/>
          </a:prstGeom>
        </p:spPr>
      </p:pic>
      <p:sp>
        <p:nvSpPr>
          <p:cNvPr id="4" name="cover-tag-line">
            <a:extLst>
              <a:ext uri="{FF2B5EF4-FFF2-40B4-BE49-F238E27FC236}">
                <a16:creationId xmlns:a16="http://schemas.microsoft.com/office/drawing/2014/main" xmlns="" id="{D167AB41-AB55-46FF-98C5-F740A6C7638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7048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over-eyebrow">
            <a:extLst>
              <a:ext uri="{FF2B5EF4-FFF2-40B4-BE49-F238E27FC236}">
                <a16:creationId xmlns:a16="http://schemas.microsoft.com/office/drawing/2014/main" xmlns="" id="{F335C4E4-3E14-4EB0-9EC1-8E30AF58633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6" name="cover-title">
            <a:extLst>
              <a:ext uri="{FF2B5EF4-FFF2-40B4-BE49-F238E27FC236}">
                <a16:creationId xmlns:a16="http://schemas.microsoft.com/office/drawing/2014/main" xmlns="" id="{9C71C304-7016-4A4A-BB24-6ACC449F563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81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7" name="cover-title-rule">
            <a:extLst>
              <a:ext uri="{FF2B5EF4-FFF2-40B4-BE49-F238E27FC236}">
                <a16:creationId xmlns:a16="http://schemas.microsoft.com/office/drawing/2014/main" xmlns="" id="{D831DD69-F4F1-44AB-A287-945D2D3E7C19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6002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8" name="cover-subtitle">
            <a:extLst>
              <a:ext uri="{FF2B5EF4-FFF2-40B4-BE49-F238E27FC236}">
                <a16:creationId xmlns:a16="http://schemas.microsoft.com/office/drawing/2014/main" xmlns="" id="{BC9F8C91-4ED3-47CB-B557-BE45AAA7159D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6667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10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>
            <a:pPr algn="l">
              <a:lnSpc>
                <a:spcPct val="112000"/>
              </a:lnSpc>
              <a:buNone/>
              <a:defRPr sz="210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9" name="cover-presenter">
            <a:extLst>
              <a:ext uri="{FF2B5EF4-FFF2-40B4-BE49-F238E27FC236}">
                <a16:creationId xmlns:a16="http://schemas.microsoft.com/office/drawing/2014/main" xmlns="" id="{CCD1A028-A34F-464A-AAEF-6DA09BFE23B3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0" name="cover-role">
            <a:extLst>
              <a:ext uri="{FF2B5EF4-FFF2-40B4-BE49-F238E27FC236}">
                <a16:creationId xmlns:a16="http://schemas.microsoft.com/office/drawing/2014/main" xmlns="" id="{12802F21-6989-4B9F-909E-C595564395E0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1" name="cover-date">
            <a:extLst>
              <a:ext uri="{FF2B5EF4-FFF2-40B4-BE49-F238E27FC236}">
                <a16:creationId xmlns:a16="http://schemas.microsoft.com/office/drawing/2014/main" xmlns="" id="{E0BF854D-7ACC-4AF3-9864-D51CCBA1CCF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2" name="cover-logo-rule">
            <a:extLst>
              <a:ext uri="{FF2B5EF4-FFF2-40B4-BE49-F238E27FC236}">
                <a16:creationId xmlns:a16="http://schemas.microsoft.com/office/drawing/2014/main" xmlns="" id="{7CEA5707-AE02-4E9A-AE16-641A589F37C4}"/>
              </a:ext>
            </a:extLst>
          </p:cNvPr>
          <p:cNvSpPr>
            <a:spLocks noGrp="1"/>
          </p:cNvSpPr>
          <p:nvPr/>
        </p:nvSpPr>
        <p:spPr>
          <a:xfrm>
            <a:off x="9391650" y="4705350"/>
            <a:ext cx="1962150" cy="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3" name="cover-platform-mark">
            <a:extLst>
              <a:ext uri="{FF2B5EF4-FFF2-40B4-BE49-F238E27FC236}">
                <a16:creationId xmlns:a16="http://schemas.microsoft.com/office/drawing/2014/main" xmlns="" id="{9A0D07D6-FFA2-47A7-A801-853DDEB3454B}"/>
              </a:ext>
            </a:extLst>
          </p:cNvPr>
          <p:cNvSpPr>
            <a:spLocks noGrp="1"/>
          </p:cNvSpPr>
          <p:nvPr/>
        </p:nvSpPr>
        <p:spPr>
          <a:xfrm>
            <a:off x="8858250" y="493395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4" name="cover-community-mark">
            <a:extLst>
              <a:ext uri="{FF2B5EF4-FFF2-40B4-BE49-F238E27FC236}">
                <a16:creationId xmlns:a16="http://schemas.microsoft.com/office/drawing/2014/main" xmlns="" id="{D6935EF7-3230-451E-88D1-25B45CD64058}"/>
              </a:ext>
            </a:extLst>
          </p:cNvPr>
          <p:cNvSpPr>
            <a:spLocks noGrp="1"/>
          </p:cNvSpPr>
          <p:nvPr/>
        </p:nvSpPr>
        <p:spPr>
          <a:xfrm>
            <a:off x="8858250" y="5276850"/>
            <a:ext cx="3028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317938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rand-gold-square">
            <a:extLst>
              <a:ext uri="{FF2B5EF4-FFF2-40B4-BE49-F238E27FC236}">
                <a16:creationId xmlns:a16="http://schemas.microsoft.com/office/drawing/2014/main" xmlns="" id="{ADCD5D79-CAFA-4030-97BE-0D015C5877F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C158A1A9-EF67-4061-9528-067303257BF8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BDE47FBC-78F7-42D8-A6A6-51B8FDB2956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DD38180D-F17A-4FB0-9634-E807BCF99F3B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>
              <a:ext uri="{FF2B5EF4-FFF2-40B4-BE49-F238E27FC236}">
                <a16:creationId xmlns:a16="http://schemas.microsoft.com/office/drawing/2014/main" xmlns="" id="{5FD349FE-650D-4673-BDD3-811475354755}"/>
              </a:ext>
            </a:extLst>
          </p:cNvPr>
          <p:cNvSpPr>
            <a:spLocks noGrp="1"/>
          </p:cNvSpPr>
          <p:nvPr/>
        </p:nvSpPr>
        <p:spPr>
          <a:xfrm>
            <a:off x="0" y="1924050"/>
            <a:ext cx="3619500" cy="409575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why-kicker">
            <a:extLst>
              <a:ext uri="{FF2B5EF4-FFF2-40B4-BE49-F238E27FC236}">
                <a16:creationId xmlns:a16="http://schemas.microsoft.com/office/drawing/2014/main" xmlns="" id="{CE04916E-7C25-4DA9-B44E-E5A02160D551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>
              <a:ext uri="{FF2B5EF4-FFF2-40B4-BE49-F238E27FC236}">
                <a16:creationId xmlns:a16="http://schemas.microsoft.com/office/drawing/2014/main" xmlns="" id="{46D7FA43-675B-4E0E-A62E-FDDDB62BCBE8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24288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Community trust</a:t>
            </a:r>
          </a:p>
          <a:p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needs one reliable</a:t>
            </a:r>
          </a:p>
          <a:p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>
              <a:ext uri="{FF2B5EF4-FFF2-40B4-BE49-F238E27FC236}">
                <a16:creationId xmlns:a16="http://schemas.microsoft.com/office/drawing/2014/main" xmlns="" id="{19196789-B03F-4BF8-BDDD-A159E9E79AA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2381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gold-rule">
            <a:extLst>
              <a:ext uri="{FF2B5EF4-FFF2-40B4-BE49-F238E27FC236}">
                <a16:creationId xmlns:a16="http://schemas.microsoft.com/office/drawing/2014/main" xmlns="" id="{361CC30C-9479-4A98-8092-124BD26698DB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8382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10" name="why-item-0-disc">
            <a:extLst>
              <a:ext uri="{FF2B5EF4-FFF2-40B4-BE49-F238E27FC236}">
                <a16:creationId xmlns:a16="http://schemas.microsoft.com/office/drawing/2014/main" xmlns="" id="{A2222B71-306D-4287-AC45-CAA807636CAD}"/>
              </a:ext>
            </a:extLst>
          </p:cNvPr>
          <p:cNvSpPr>
            <a:spLocks noGrp="1"/>
          </p:cNvSpPr>
          <p:nvPr/>
        </p:nvSpPr>
        <p:spPr>
          <a:xfrm>
            <a:off x="4171950" y="2114550"/>
            <a:ext cx="476250" cy="4762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633892b298b4a7d"/>
              </a:ext>
            </a:extLst>
          </a:blip>
          <a:stretch/>
        </p:blipFill>
        <p:spPr>
          <a:xfrm>
            <a:off x="4291013" y="2233613"/>
            <a:ext cx="238125" cy="238125"/>
          </a:xfrm>
          <a:prstGeom prst="rect">
            <a:avLst/>
          </a:prstGeom>
        </p:spPr>
      </p:pic>
      <p:sp>
        <p:nvSpPr>
          <p:cNvPr id="12" name="why-label-0">
            <a:extLst>
              <a:ext uri="{FF2B5EF4-FFF2-40B4-BE49-F238E27FC236}">
                <a16:creationId xmlns:a16="http://schemas.microsoft.com/office/drawing/2014/main" xmlns="" id="{36F5216E-D25F-4614-8BC2-6B538B8EB67F}"/>
              </a:ext>
            </a:extLst>
          </p:cNvPr>
          <p:cNvSpPr>
            <a:spLocks noGrp="1"/>
          </p:cNvSpPr>
          <p:nvPr/>
        </p:nvSpPr>
        <p:spPr>
          <a:xfrm>
            <a:off x="4819650" y="21050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3" name="why-desc-0">
            <a:extLst>
              <a:ext uri="{FF2B5EF4-FFF2-40B4-BE49-F238E27FC236}">
                <a16:creationId xmlns:a16="http://schemas.microsoft.com/office/drawing/2014/main" xmlns="" id="{2B16334C-64B4-407F-AC62-E080AD947151}"/>
              </a:ext>
            </a:extLst>
          </p:cNvPr>
          <p:cNvSpPr>
            <a:spLocks noGrp="1"/>
          </p:cNvSpPr>
          <p:nvPr/>
        </p:nvSpPr>
        <p:spPr>
          <a:xfrm>
            <a:off x="4819650" y="23907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One recognized community</a:t>
            </a:r>
          </a:p>
        </p:txBody>
      </p:sp>
      <p:sp>
        <p:nvSpPr>
          <p:cNvPr id="14" name="why-link-0">
            <a:extLst>
              <a:ext uri="{FF2B5EF4-FFF2-40B4-BE49-F238E27FC236}">
                <a16:creationId xmlns:a16="http://schemas.microsoft.com/office/drawing/2014/main" xmlns="" id="{9A6888DD-5DEA-4492-82AA-23DAB4F2E280}"/>
              </a:ext>
            </a:extLst>
          </p:cNvPr>
          <p:cNvSpPr>
            <a:spLocks noGrp="1"/>
          </p:cNvSpPr>
          <p:nvPr/>
        </p:nvSpPr>
        <p:spPr>
          <a:xfrm>
            <a:off x="7286625" y="2352675"/>
            <a:ext cx="1000125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5" name="why-item-1-disc">
            <a:extLst>
              <a:ext uri="{FF2B5EF4-FFF2-40B4-BE49-F238E27FC236}">
                <a16:creationId xmlns:a16="http://schemas.microsoft.com/office/drawing/2014/main" xmlns="" id="{DF5BABBA-6E9A-4738-A329-2FFC4D88422F}"/>
              </a:ext>
            </a:extLst>
          </p:cNvPr>
          <p:cNvSpPr>
            <a:spLocks noGrp="1"/>
          </p:cNvSpPr>
          <p:nvPr/>
        </p:nvSpPr>
        <p:spPr>
          <a:xfrm>
            <a:off x="4171950" y="2857500"/>
            <a:ext cx="476250" cy="4762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c6c62e08c9d40e7"/>
              </a:ext>
            </a:extLst>
          </a:blip>
          <a:stretch/>
        </p:blipFill>
        <p:spPr>
          <a:xfrm>
            <a:off x="4291013" y="2976563"/>
            <a:ext cx="238125" cy="238125"/>
          </a:xfrm>
          <a:prstGeom prst="rect">
            <a:avLst/>
          </a:prstGeom>
        </p:spPr>
      </p:pic>
      <p:sp>
        <p:nvSpPr>
          <p:cNvPr id="17" name="why-label-1">
            <a:extLst>
              <a:ext uri="{FF2B5EF4-FFF2-40B4-BE49-F238E27FC236}">
                <a16:creationId xmlns:a16="http://schemas.microsoft.com/office/drawing/2014/main" xmlns="" id="{021694D3-8BB2-426D-9AC3-8639DB9BCD15}"/>
              </a:ext>
            </a:extLst>
          </p:cNvPr>
          <p:cNvSpPr>
            <a:spLocks noGrp="1"/>
          </p:cNvSpPr>
          <p:nvPr/>
        </p:nvSpPr>
        <p:spPr>
          <a:xfrm>
            <a:off x="4819650" y="28479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8" name="why-desc-1">
            <a:extLst>
              <a:ext uri="{FF2B5EF4-FFF2-40B4-BE49-F238E27FC236}">
                <a16:creationId xmlns:a16="http://schemas.microsoft.com/office/drawing/2014/main" xmlns="" id="{074AEB95-15E8-4390-A1A8-8830076769CE}"/>
              </a:ext>
            </a:extLst>
          </p:cNvPr>
          <p:cNvSpPr>
            <a:spLocks noGrp="1"/>
          </p:cNvSpPr>
          <p:nvPr/>
        </p:nvSpPr>
        <p:spPr>
          <a:xfrm>
            <a:off x="4819650" y="31337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Structured and secure</a:t>
            </a:r>
          </a:p>
        </p:txBody>
      </p:sp>
      <p:sp>
        <p:nvSpPr>
          <p:cNvPr id="19" name="why-link-1">
            <a:extLst>
              <a:ext uri="{FF2B5EF4-FFF2-40B4-BE49-F238E27FC236}">
                <a16:creationId xmlns:a16="http://schemas.microsoft.com/office/drawing/2014/main" xmlns="" id="{B14434A3-880A-4549-B576-DB3418C60E18}"/>
              </a:ext>
            </a:extLst>
          </p:cNvPr>
          <p:cNvSpPr>
            <a:spLocks noGrp="1"/>
          </p:cNvSpPr>
          <p:nvPr/>
        </p:nvSpPr>
        <p:spPr>
          <a:xfrm>
            <a:off x="7286625" y="3095625"/>
            <a:ext cx="1000125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20" name="why-item-2-disc">
            <a:extLst>
              <a:ext uri="{FF2B5EF4-FFF2-40B4-BE49-F238E27FC236}">
                <a16:creationId xmlns:a16="http://schemas.microsoft.com/office/drawing/2014/main" xmlns="" id="{681C4B16-5065-4E4B-B17F-E2BAFFE96C8A}"/>
              </a:ext>
            </a:extLst>
          </p:cNvPr>
          <p:cNvSpPr>
            <a:spLocks noGrp="1"/>
          </p:cNvSpPr>
          <p:nvPr/>
        </p:nvSpPr>
        <p:spPr>
          <a:xfrm>
            <a:off x="4171950" y="3600450"/>
            <a:ext cx="476250" cy="4762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c6bc8117eef4345"/>
              </a:ext>
            </a:extLst>
          </a:blip>
          <a:stretch/>
        </p:blipFill>
        <p:spPr>
          <a:xfrm>
            <a:off x="4291013" y="3719513"/>
            <a:ext cx="238125" cy="238125"/>
          </a:xfrm>
          <a:prstGeom prst="rect">
            <a:avLst/>
          </a:prstGeom>
        </p:spPr>
      </p:pic>
      <p:sp>
        <p:nvSpPr>
          <p:cNvPr id="22" name="why-label-2">
            <a:extLst>
              <a:ext uri="{FF2B5EF4-FFF2-40B4-BE49-F238E27FC236}">
                <a16:creationId xmlns:a16="http://schemas.microsoft.com/office/drawing/2014/main" xmlns="" id="{9D1F5A9A-1896-400F-B529-A4B589A059FB}"/>
              </a:ext>
            </a:extLst>
          </p:cNvPr>
          <p:cNvSpPr>
            <a:spLocks noGrp="1"/>
          </p:cNvSpPr>
          <p:nvPr/>
        </p:nvSpPr>
        <p:spPr>
          <a:xfrm>
            <a:off x="4819650" y="35909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23" name="why-desc-2">
            <a:extLst>
              <a:ext uri="{FF2B5EF4-FFF2-40B4-BE49-F238E27FC236}">
                <a16:creationId xmlns:a16="http://schemas.microsoft.com/office/drawing/2014/main" xmlns="" id="{CD1D9EAE-3CED-4AC2-8EC7-0425C1AA1FA8}"/>
              </a:ext>
            </a:extLst>
          </p:cNvPr>
          <p:cNvSpPr>
            <a:spLocks noGrp="1"/>
          </p:cNvSpPr>
          <p:nvPr/>
        </p:nvSpPr>
        <p:spPr>
          <a:xfrm>
            <a:off x="4819650" y="38766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Available from one place</a:t>
            </a:r>
          </a:p>
        </p:txBody>
      </p:sp>
      <p:sp>
        <p:nvSpPr>
          <p:cNvPr id="24" name="why-link-2">
            <a:extLst>
              <a:ext uri="{FF2B5EF4-FFF2-40B4-BE49-F238E27FC236}">
                <a16:creationId xmlns:a16="http://schemas.microsoft.com/office/drawing/2014/main" xmlns="" id="{4840D16F-AF2C-4345-9BCD-8CDCFEF7D9A9}"/>
              </a:ext>
            </a:extLst>
          </p:cNvPr>
          <p:cNvSpPr>
            <a:spLocks noGrp="1"/>
          </p:cNvSpPr>
          <p:nvPr/>
        </p:nvSpPr>
        <p:spPr>
          <a:xfrm>
            <a:off x="7286625" y="3838575"/>
            <a:ext cx="1000125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25" name="why-item-3-disc">
            <a:extLst>
              <a:ext uri="{FF2B5EF4-FFF2-40B4-BE49-F238E27FC236}">
                <a16:creationId xmlns:a16="http://schemas.microsoft.com/office/drawing/2014/main" xmlns="" id="{1FF6CB7F-6DCB-474D-9B6E-720CB88C4AE8}"/>
              </a:ext>
            </a:extLst>
          </p:cNvPr>
          <p:cNvSpPr>
            <a:spLocks noGrp="1"/>
          </p:cNvSpPr>
          <p:nvPr/>
        </p:nvSpPr>
        <p:spPr>
          <a:xfrm>
            <a:off x="4171950" y="4343400"/>
            <a:ext cx="476250" cy="4762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e0f4a1ad0c2442e"/>
              </a:ext>
            </a:extLst>
          </a:blip>
          <a:stretch/>
        </p:blipFill>
        <p:spPr>
          <a:xfrm>
            <a:off x="4291013" y="4462463"/>
            <a:ext cx="238125" cy="238125"/>
          </a:xfrm>
          <a:prstGeom prst="rect">
            <a:avLst/>
          </a:prstGeom>
        </p:spPr>
      </p:pic>
      <p:sp>
        <p:nvSpPr>
          <p:cNvPr id="27" name="why-label-3">
            <a:extLst>
              <a:ext uri="{FF2B5EF4-FFF2-40B4-BE49-F238E27FC236}">
                <a16:creationId xmlns:a16="http://schemas.microsoft.com/office/drawing/2014/main" xmlns="" id="{829AD7A0-6DF7-4827-A8C6-42BE1BD8BE82}"/>
              </a:ext>
            </a:extLst>
          </p:cNvPr>
          <p:cNvSpPr>
            <a:spLocks noGrp="1"/>
          </p:cNvSpPr>
          <p:nvPr/>
        </p:nvSpPr>
        <p:spPr>
          <a:xfrm>
            <a:off x="4819650" y="43338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28" name="why-desc-3">
            <a:extLst>
              <a:ext uri="{FF2B5EF4-FFF2-40B4-BE49-F238E27FC236}">
                <a16:creationId xmlns:a16="http://schemas.microsoft.com/office/drawing/2014/main" xmlns="" id="{05FC5124-F007-490C-A3E0-D020F266BD0F}"/>
              </a:ext>
            </a:extLst>
          </p:cNvPr>
          <p:cNvSpPr>
            <a:spLocks noGrp="1"/>
          </p:cNvSpPr>
          <p:nvPr/>
        </p:nvSpPr>
        <p:spPr>
          <a:xfrm>
            <a:off x="4819650" y="46196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Clear and consistent</a:t>
            </a:r>
          </a:p>
        </p:txBody>
      </p:sp>
      <p:sp>
        <p:nvSpPr>
          <p:cNvPr id="29" name="why-link-3">
            <a:extLst>
              <a:ext uri="{FF2B5EF4-FFF2-40B4-BE49-F238E27FC236}">
                <a16:creationId xmlns:a16="http://schemas.microsoft.com/office/drawing/2014/main" xmlns="" id="{3445C692-62F8-4C00-B2AD-BDC5375E26FB}"/>
              </a:ext>
            </a:extLst>
          </p:cNvPr>
          <p:cNvSpPr>
            <a:spLocks noGrp="1"/>
          </p:cNvSpPr>
          <p:nvPr/>
        </p:nvSpPr>
        <p:spPr>
          <a:xfrm>
            <a:off x="7286625" y="4581525"/>
            <a:ext cx="1000125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30" name="why-item-4-disc">
            <a:extLst>
              <a:ext uri="{FF2B5EF4-FFF2-40B4-BE49-F238E27FC236}">
                <a16:creationId xmlns:a16="http://schemas.microsoft.com/office/drawing/2014/main" xmlns="" id="{3A957ACB-A636-4445-B5D8-0889FAC787DA}"/>
              </a:ext>
            </a:extLst>
          </p:cNvPr>
          <p:cNvSpPr>
            <a:spLocks noGrp="1"/>
          </p:cNvSpPr>
          <p:nvPr/>
        </p:nvSpPr>
        <p:spPr>
          <a:xfrm>
            <a:off x="4171950" y="5086350"/>
            <a:ext cx="476250" cy="4762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8410085c0efa47f4"/>
              </a:ext>
            </a:extLst>
          </a:blip>
          <a:stretch/>
        </p:blipFill>
        <p:spPr>
          <a:xfrm>
            <a:off x="4291013" y="5205413"/>
            <a:ext cx="238125" cy="238125"/>
          </a:xfrm>
          <a:prstGeom prst="rect">
            <a:avLst/>
          </a:prstGeom>
        </p:spPr>
      </p:pic>
      <p:sp>
        <p:nvSpPr>
          <p:cNvPr id="32" name="why-label-4">
            <a:extLst>
              <a:ext uri="{FF2B5EF4-FFF2-40B4-BE49-F238E27FC236}">
                <a16:creationId xmlns:a16="http://schemas.microsoft.com/office/drawing/2014/main" xmlns="" id="{D53A876A-F981-415C-A71E-37CF7E9BF85B}"/>
              </a:ext>
            </a:extLst>
          </p:cNvPr>
          <p:cNvSpPr>
            <a:spLocks noGrp="1"/>
          </p:cNvSpPr>
          <p:nvPr/>
        </p:nvSpPr>
        <p:spPr>
          <a:xfrm>
            <a:off x="4819650" y="50768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3" name="why-desc-4">
            <a:extLst>
              <a:ext uri="{FF2B5EF4-FFF2-40B4-BE49-F238E27FC236}">
                <a16:creationId xmlns:a16="http://schemas.microsoft.com/office/drawing/2014/main" xmlns="" id="{9E2D240F-97E7-40D4-A1D9-5D66785568B4}"/>
              </a:ext>
            </a:extLst>
          </p:cNvPr>
          <p:cNvSpPr>
            <a:spLocks noGrp="1"/>
          </p:cNvSpPr>
          <p:nvPr/>
        </p:nvSpPr>
        <p:spPr>
          <a:xfrm>
            <a:off x="4819650" y="53625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Visible processes and status</a:t>
            </a:r>
          </a:p>
        </p:txBody>
      </p:sp>
      <p:sp>
        <p:nvSpPr>
          <p:cNvPr id="34" name="why-link-4">
            <a:extLst>
              <a:ext uri="{FF2B5EF4-FFF2-40B4-BE49-F238E27FC236}">
                <a16:creationId xmlns:a16="http://schemas.microsoft.com/office/drawing/2014/main" xmlns="" id="{7AD0EEC2-F7A3-4CF4-A258-F4C9BE3B77D7}"/>
              </a:ext>
            </a:extLst>
          </p:cNvPr>
          <p:cNvSpPr>
            <a:spLocks noGrp="1"/>
          </p:cNvSpPr>
          <p:nvPr/>
        </p:nvSpPr>
        <p:spPr>
          <a:xfrm>
            <a:off x="7286625" y="5324475"/>
            <a:ext cx="1000125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35" name="why-core-shadow">
            <a:extLst>
              <a:ext uri="{FF2B5EF4-FFF2-40B4-BE49-F238E27FC236}">
                <a16:creationId xmlns:a16="http://schemas.microsoft.com/office/drawing/2014/main" xmlns="" id="{C0D6DE0C-0843-470E-A79F-685B69989053}"/>
              </a:ext>
            </a:extLst>
          </p:cNvPr>
          <p:cNvSpPr>
            <a:spLocks noGrp="1"/>
          </p:cNvSpPr>
          <p:nvPr/>
        </p:nvSpPr>
        <p:spPr>
          <a:xfrm>
            <a:off x="8420100" y="2419350"/>
            <a:ext cx="2647950" cy="2647950"/>
          </a:xfrm>
          <a:prstGeom prst="ellipse">
            <a:avLst/>
          </a:prstGeom>
          <a:solidFill>
            <a:srgbClr val="000000">
              <a:alpha val="6275"/>
            </a:srgbClr>
          </a:solidFill>
          <a:ln w="0">
            <a:noFill/>
            <a:prstDash val="solid"/>
          </a:ln>
        </p:spPr>
      </p:sp>
      <p:sp>
        <p:nvSpPr>
          <p:cNvPr id="36" name="why-core-outer">
            <a:extLst>
              <a:ext uri="{FF2B5EF4-FFF2-40B4-BE49-F238E27FC236}">
                <a16:creationId xmlns:a16="http://schemas.microsoft.com/office/drawing/2014/main" xmlns="" id="{008F372B-80B6-4BFE-87C5-870C95969C08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2647950" cy="2647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</p:sp>
      <p:sp>
        <p:nvSpPr>
          <p:cNvPr id="37" name="why-core-inner">
            <a:extLst>
              <a:ext uri="{FF2B5EF4-FFF2-40B4-BE49-F238E27FC236}">
                <a16:creationId xmlns:a16="http://schemas.microsoft.com/office/drawing/2014/main" xmlns="" id="{D29E829F-5B8C-4559-9E12-8EDAEB22DBCA}"/>
              </a:ext>
            </a:extLst>
          </p:cNvPr>
          <p:cNvSpPr>
            <a:spLocks noGrp="1"/>
          </p:cNvSpPr>
          <p:nvPr/>
        </p:nvSpPr>
        <p:spPr>
          <a:xfrm>
            <a:off x="8686800" y="2686050"/>
            <a:ext cx="1847850" cy="1847850"/>
          </a:xfrm>
          <a:prstGeom prst="ellipse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5d2259740f84c04"/>
              </a:ext>
            </a:extLst>
          </a:blip>
          <a:stretch/>
        </p:blipFill>
        <p:spPr>
          <a:xfrm>
            <a:off x="9315450" y="3038475"/>
            <a:ext cx="590550" cy="590550"/>
          </a:xfrm>
          <a:prstGeom prst="rect">
            <a:avLst/>
          </a:prstGeom>
        </p:spPr>
      </p:pic>
      <p:sp>
        <p:nvSpPr>
          <p:cNvPr id="39" name="why-core-title">
            <a:extLst>
              <a:ext uri="{FF2B5EF4-FFF2-40B4-BE49-F238E27FC236}">
                <a16:creationId xmlns:a16="http://schemas.microsoft.com/office/drawing/2014/main" xmlns="" id="{C2BF43CF-90E6-4424-AC0D-34E5E7CF92EF}"/>
              </a:ext>
            </a:extLst>
          </p:cNvPr>
          <p:cNvSpPr>
            <a:spLocks noGrp="1"/>
          </p:cNvSpPr>
          <p:nvPr/>
        </p:nvSpPr>
        <p:spPr>
          <a:xfrm>
            <a:off x="9010650" y="3714750"/>
            <a:ext cx="1200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  <a:p>
            <a:pPr algn="ctr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40" name="why-core-caption">
            <a:extLst>
              <a:ext uri="{FF2B5EF4-FFF2-40B4-BE49-F238E27FC236}">
                <a16:creationId xmlns:a16="http://schemas.microsoft.com/office/drawing/2014/main" xmlns="" id="{B13B9F1B-8DE3-4AFC-A730-4630726454F5}"/>
              </a:ext>
            </a:extLst>
          </p:cNvPr>
          <p:cNvSpPr>
            <a:spLocks noGrp="1"/>
          </p:cNvSpPr>
          <p:nvPr/>
        </p:nvSpPr>
        <p:spPr>
          <a:xfrm>
            <a:off x="8286750" y="52387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Connected • Trusted • Accountable</a:t>
            </a:r>
          </a:p>
        </p:txBody>
      </p:sp>
      <p:sp>
        <p:nvSpPr>
          <p:cNvPr id="41" name="footer-rule-2">
            <a:extLst>
              <a:ext uri="{FF2B5EF4-FFF2-40B4-BE49-F238E27FC236}">
                <a16:creationId xmlns:a16="http://schemas.microsoft.com/office/drawing/2014/main" xmlns="" id="{286C6570-2FBD-4EA9-A99C-57BC8E5A4951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2" name="footer-label-2">
            <a:extLst>
              <a:ext uri="{FF2B5EF4-FFF2-40B4-BE49-F238E27FC236}">
                <a16:creationId xmlns:a16="http://schemas.microsoft.com/office/drawing/2014/main" xmlns="" id="{1E5D153C-B43A-436D-9CC1-35186A6DC4D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3" name="footer-page-2">
            <a:extLst>
              <a:ext uri="{FF2B5EF4-FFF2-40B4-BE49-F238E27FC236}">
                <a16:creationId xmlns:a16="http://schemas.microsoft.com/office/drawing/2014/main" xmlns="" id="{AF063FD9-B41C-4C8F-BD03-3112C844B85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6183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2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4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36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68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2" grpId="0"/>
      <p:bldP spid="13" grpId="0"/>
      <p:bldP spid="17" grpId="0"/>
      <p:bldP spid="18" grpId="0"/>
      <p:bldP spid="22" grpId="0"/>
      <p:bldP spid="23" grpId="0"/>
      <p:bldP spid="27" grpId="0"/>
      <p:bldP spid="28" grpId="0"/>
      <p:bldP spid="32" grpId="0"/>
      <p:bldP spid="33" grpId="0"/>
      <p:bldP spid="3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rand-gold-square">
            <a:extLst>
              <a:ext uri="{FF2B5EF4-FFF2-40B4-BE49-F238E27FC236}">
                <a16:creationId xmlns:a16="http://schemas.microsoft.com/office/drawing/2014/main" xmlns="" id="{E24553B7-72A8-453B-AD0F-1373EA5A18C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0A126E74-5969-4EA3-B57D-40CE4F90FAD3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614510CE-F61A-49E8-973D-01FEB47248D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D9DCA4E3-93DF-4790-B362-12F80629FCE6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>
              <a:ext uri="{FF2B5EF4-FFF2-40B4-BE49-F238E27FC236}">
                <a16:creationId xmlns:a16="http://schemas.microsoft.com/office/drawing/2014/main" xmlns="" id="{86416CA9-AC0B-4161-85F5-F774EB78E1F8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381375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>
              <a:ext uri="{FF2B5EF4-FFF2-40B4-BE49-F238E27FC236}">
                <a16:creationId xmlns:a16="http://schemas.microsoft.com/office/drawing/2014/main" xmlns="" id="{010D24A6-FABB-4520-850E-71AAF65A783F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>
              <a:ext uri="{FF2B5EF4-FFF2-40B4-BE49-F238E27FC236}">
                <a16:creationId xmlns:a16="http://schemas.microsoft.com/office/drawing/2014/main" xmlns="" id="{CD75CCE3-F915-40B4-A282-47216E31A107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1619250" cy="0"/>
          </a:xfrm>
          <a:prstGeom prst="line">
            <a:avLst/>
          </a:prstGeom>
          <a:noFill/>
          <a:ln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>
              <a:ext uri="{FF2B5EF4-FFF2-40B4-BE49-F238E27FC236}">
                <a16:creationId xmlns:a16="http://schemas.microsoft.com/office/drawing/2014/main" xmlns="" id="{F163E64C-7ACF-4E6C-B803-9647D9175C14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95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>
              <a:ext uri="{FF2B5EF4-FFF2-40B4-BE49-F238E27FC236}">
                <a16:creationId xmlns:a16="http://schemas.microsoft.com/office/drawing/2014/main" xmlns="" id="{8FAF7180-D706-443A-8407-FF88B43C3037}"/>
              </a:ext>
            </a:extLst>
          </p:cNvPr>
          <p:cNvSpPr>
            <a:spLocks noGrp="1"/>
          </p:cNvSpPr>
          <p:nvPr/>
        </p:nvSpPr>
        <p:spPr>
          <a:xfrm>
            <a:off x="4791075" y="2324100"/>
            <a:ext cx="0" cy="314325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>
              <a:ext uri="{FF2B5EF4-FFF2-40B4-BE49-F238E27FC236}">
                <a16:creationId xmlns:a16="http://schemas.microsoft.com/office/drawing/2014/main" xmlns="" id="{D760FCA2-BD69-491A-A54A-3D0DEE5559B7}"/>
              </a:ext>
            </a:extLst>
          </p:cNvPr>
          <p:cNvSpPr>
            <a:spLocks noGrp="1"/>
          </p:cNvSpPr>
          <p:nvPr/>
        </p:nvSpPr>
        <p:spPr>
          <a:xfrm>
            <a:off x="4610100" y="226695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>
              <a:ext uri="{FF2B5EF4-FFF2-40B4-BE49-F238E27FC236}">
                <a16:creationId xmlns:a16="http://schemas.microsoft.com/office/drawing/2014/main" xmlns="" id="{30396FC4-924D-457D-ADFB-211F975B4ED2}"/>
              </a:ext>
            </a:extLst>
          </p:cNvPr>
          <p:cNvSpPr>
            <a:spLocks noGrp="1"/>
          </p:cNvSpPr>
          <p:nvPr/>
        </p:nvSpPr>
        <p:spPr>
          <a:xfrm>
            <a:off x="5257800" y="2076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d6286e9858c4c1f"/>
              </a:ext>
            </a:extLst>
          </a:blip>
          <a:stretch/>
        </p:blipFill>
        <p:spPr>
          <a:xfrm>
            <a:off x="5838825" y="2124075"/>
            <a:ext cx="304800" cy="304800"/>
          </a:xfrm>
          <a:prstGeom prst="rect">
            <a:avLst/>
          </a:prstGeom>
        </p:spPr>
      </p:pic>
      <p:sp>
        <p:nvSpPr>
          <p:cNvPr id="13" name="vision-label-0">
            <a:extLst>
              <a:ext uri="{FF2B5EF4-FFF2-40B4-BE49-F238E27FC236}">
                <a16:creationId xmlns:a16="http://schemas.microsoft.com/office/drawing/2014/main" xmlns="" id="{BE33EF03-76FA-46D0-8CED-E7E0AEE1E460}"/>
              </a:ext>
            </a:extLst>
          </p:cNvPr>
          <p:cNvSpPr>
            <a:spLocks noGrp="1"/>
          </p:cNvSpPr>
          <p:nvPr/>
        </p:nvSpPr>
        <p:spPr>
          <a:xfrm>
            <a:off x="6381750" y="20669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>
              <a:ext uri="{FF2B5EF4-FFF2-40B4-BE49-F238E27FC236}">
                <a16:creationId xmlns:a16="http://schemas.microsoft.com/office/drawing/2014/main" xmlns="" id="{F454D2C7-E173-469D-B7B5-AEB8E70D2FD3}"/>
              </a:ext>
            </a:extLst>
          </p:cNvPr>
          <p:cNvSpPr>
            <a:spLocks noGrp="1"/>
          </p:cNvSpPr>
          <p:nvPr/>
        </p:nvSpPr>
        <p:spPr>
          <a:xfrm>
            <a:off x="6381750" y="2438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>
              <a:ext uri="{FF2B5EF4-FFF2-40B4-BE49-F238E27FC236}">
                <a16:creationId xmlns:a16="http://schemas.microsoft.com/office/drawing/2014/main" xmlns="" id="{118621A6-1DCC-4763-A4CD-C7F8E0F3F132}"/>
              </a:ext>
            </a:extLst>
          </p:cNvPr>
          <p:cNvSpPr>
            <a:spLocks noGrp="1"/>
          </p:cNvSpPr>
          <p:nvPr/>
        </p:nvSpPr>
        <p:spPr>
          <a:xfrm>
            <a:off x="4610100" y="305752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>
              <a:ext uri="{FF2B5EF4-FFF2-40B4-BE49-F238E27FC236}">
                <a16:creationId xmlns:a16="http://schemas.microsoft.com/office/drawing/2014/main" xmlns="" id="{0A305BF4-E25C-494F-A535-146C065C4D08}"/>
              </a:ext>
            </a:extLst>
          </p:cNvPr>
          <p:cNvSpPr>
            <a:spLocks noGrp="1"/>
          </p:cNvSpPr>
          <p:nvPr/>
        </p:nvSpPr>
        <p:spPr>
          <a:xfrm>
            <a:off x="5257800" y="28670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d1d0c0084c0450d"/>
              </a:ext>
            </a:extLst>
          </a:blip>
          <a:stretch/>
        </p:blipFill>
        <p:spPr>
          <a:xfrm>
            <a:off x="5838825" y="2914650"/>
            <a:ext cx="304800" cy="304800"/>
          </a:xfrm>
          <a:prstGeom prst="rect">
            <a:avLst/>
          </a:prstGeom>
        </p:spPr>
      </p:pic>
      <p:sp>
        <p:nvSpPr>
          <p:cNvPr id="18" name="vision-label-1">
            <a:extLst>
              <a:ext uri="{FF2B5EF4-FFF2-40B4-BE49-F238E27FC236}">
                <a16:creationId xmlns:a16="http://schemas.microsoft.com/office/drawing/2014/main" xmlns="" id="{CABC6B95-1A03-466D-A8A9-6C333D25390C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>
              <a:ext uri="{FF2B5EF4-FFF2-40B4-BE49-F238E27FC236}">
                <a16:creationId xmlns:a16="http://schemas.microsoft.com/office/drawing/2014/main" xmlns="" id="{C0B88614-DD51-4C1A-8AE5-2EFA3861F289}"/>
              </a:ext>
            </a:extLst>
          </p:cNvPr>
          <p:cNvSpPr>
            <a:spLocks noGrp="1"/>
          </p:cNvSpPr>
          <p:nvPr/>
        </p:nvSpPr>
        <p:spPr>
          <a:xfrm>
            <a:off x="6381750" y="32289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>
              <a:ext uri="{FF2B5EF4-FFF2-40B4-BE49-F238E27FC236}">
                <a16:creationId xmlns:a16="http://schemas.microsoft.com/office/drawing/2014/main" xmlns="" id="{C3BF8FA6-39D4-42F9-9155-4B239D76208E}"/>
              </a:ext>
            </a:extLst>
          </p:cNvPr>
          <p:cNvSpPr>
            <a:spLocks noGrp="1"/>
          </p:cNvSpPr>
          <p:nvPr/>
        </p:nvSpPr>
        <p:spPr>
          <a:xfrm>
            <a:off x="4610100" y="384810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>
              <a:ext uri="{FF2B5EF4-FFF2-40B4-BE49-F238E27FC236}">
                <a16:creationId xmlns:a16="http://schemas.microsoft.com/office/drawing/2014/main" xmlns="" id="{AABC1B19-1443-4D44-B73A-B3921E5F39AF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47045b8006e454b"/>
              </a:ext>
            </a:extLst>
          </a:blip>
          <a:stretch/>
        </p:blipFill>
        <p:spPr>
          <a:xfrm>
            <a:off x="5838825" y="3705225"/>
            <a:ext cx="304800" cy="304800"/>
          </a:xfrm>
          <a:prstGeom prst="rect">
            <a:avLst/>
          </a:prstGeom>
        </p:spPr>
      </p:pic>
      <p:sp>
        <p:nvSpPr>
          <p:cNvPr id="23" name="vision-label-2">
            <a:extLst>
              <a:ext uri="{FF2B5EF4-FFF2-40B4-BE49-F238E27FC236}">
                <a16:creationId xmlns:a16="http://schemas.microsoft.com/office/drawing/2014/main" xmlns="" id="{3977F7F3-09C7-4F55-BE82-BFBF55F19F7F}"/>
              </a:ext>
            </a:extLst>
          </p:cNvPr>
          <p:cNvSpPr>
            <a:spLocks noGrp="1"/>
          </p:cNvSpPr>
          <p:nvPr/>
        </p:nvSpPr>
        <p:spPr>
          <a:xfrm>
            <a:off x="6381750" y="36480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>
              <a:ext uri="{FF2B5EF4-FFF2-40B4-BE49-F238E27FC236}">
                <a16:creationId xmlns:a16="http://schemas.microsoft.com/office/drawing/2014/main" xmlns="" id="{01E80470-96CA-4B48-8294-D7B2741DD577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>
              <a:ext uri="{FF2B5EF4-FFF2-40B4-BE49-F238E27FC236}">
                <a16:creationId xmlns:a16="http://schemas.microsoft.com/office/drawing/2014/main" xmlns="" id="{C63BD51C-FB1E-40FF-B936-AE72B56DA189}"/>
              </a:ext>
            </a:extLst>
          </p:cNvPr>
          <p:cNvSpPr>
            <a:spLocks noGrp="1"/>
          </p:cNvSpPr>
          <p:nvPr/>
        </p:nvSpPr>
        <p:spPr>
          <a:xfrm>
            <a:off x="4610100" y="463867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>
              <a:ext uri="{FF2B5EF4-FFF2-40B4-BE49-F238E27FC236}">
                <a16:creationId xmlns:a16="http://schemas.microsoft.com/office/drawing/2014/main" xmlns="" id="{B4025762-3C70-46DA-AF4D-A71817C17502}"/>
              </a:ext>
            </a:extLst>
          </p:cNvPr>
          <p:cNvSpPr>
            <a:spLocks noGrp="1"/>
          </p:cNvSpPr>
          <p:nvPr/>
        </p:nvSpPr>
        <p:spPr>
          <a:xfrm>
            <a:off x="5257800" y="44481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d21d49898e040ff"/>
              </a:ext>
            </a:extLst>
          </a:blip>
          <a:stretch/>
        </p:blipFill>
        <p:spPr>
          <a:xfrm>
            <a:off x="5838825" y="4495800"/>
            <a:ext cx="304800" cy="304800"/>
          </a:xfrm>
          <a:prstGeom prst="rect">
            <a:avLst/>
          </a:prstGeom>
        </p:spPr>
      </p:pic>
      <p:sp>
        <p:nvSpPr>
          <p:cNvPr id="28" name="vision-label-3">
            <a:extLst>
              <a:ext uri="{FF2B5EF4-FFF2-40B4-BE49-F238E27FC236}">
                <a16:creationId xmlns:a16="http://schemas.microsoft.com/office/drawing/2014/main" xmlns="" id="{99539F09-6419-49BD-86F7-2AB4A5B5EF58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>
              <a:ext uri="{FF2B5EF4-FFF2-40B4-BE49-F238E27FC236}">
                <a16:creationId xmlns:a16="http://schemas.microsoft.com/office/drawing/2014/main" xmlns="" id="{BEF16A3F-AEEF-426A-9A9C-93F8CC177CFA}"/>
              </a:ext>
            </a:extLst>
          </p:cNvPr>
          <p:cNvSpPr>
            <a:spLocks noGrp="1"/>
          </p:cNvSpPr>
          <p:nvPr/>
        </p:nvSpPr>
        <p:spPr>
          <a:xfrm>
            <a:off x="6381750" y="481012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>
              <a:ext uri="{FF2B5EF4-FFF2-40B4-BE49-F238E27FC236}">
                <a16:creationId xmlns:a16="http://schemas.microsoft.com/office/drawing/2014/main" xmlns="" id="{32F335BB-DFF8-4C75-BBB4-C57D9CDF14D5}"/>
              </a:ext>
            </a:extLst>
          </p:cNvPr>
          <p:cNvSpPr>
            <a:spLocks noGrp="1"/>
          </p:cNvSpPr>
          <p:nvPr/>
        </p:nvSpPr>
        <p:spPr>
          <a:xfrm>
            <a:off x="4610100" y="5429250"/>
            <a:ext cx="361950" cy="361950"/>
          </a:xfrm>
          <a:prstGeom prst="ellipse">
            <a:avLst/>
          </a:prstGeom>
          <a:solidFill>
            <a:srgbClr val="C6A15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>
              <a:ext uri="{FF2B5EF4-FFF2-40B4-BE49-F238E27FC236}">
                <a16:creationId xmlns:a16="http://schemas.microsoft.com/office/drawing/2014/main" xmlns="" id="{5338EE84-AD21-4B61-85E2-0BB11F788460}"/>
              </a:ext>
            </a:extLst>
          </p:cNvPr>
          <p:cNvSpPr>
            <a:spLocks noGrp="1"/>
          </p:cNvSpPr>
          <p:nvPr/>
        </p:nvSpPr>
        <p:spPr>
          <a:xfrm>
            <a:off x="5257800" y="5238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c498495555243f2"/>
              </a:ext>
            </a:extLst>
          </a:blip>
          <a:stretch/>
        </p:blipFill>
        <p:spPr>
          <a:xfrm>
            <a:off x="5838825" y="5286375"/>
            <a:ext cx="304800" cy="304800"/>
          </a:xfrm>
          <a:prstGeom prst="rect">
            <a:avLst/>
          </a:prstGeom>
        </p:spPr>
      </p:pic>
      <p:sp>
        <p:nvSpPr>
          <p:cNvPr id="33" name="vision-label-4">
            <a:extLst>
              <a:ext uri="{FF2B5EF4-FFF2-40B4-BE49-F238E27FC236}">
                <a16:creationId xmlns:a16="http://schemas.microsoft.com/office/drawing/2014/main" xmlns="" id="{4508A966-7D30-419A-9B80-2637A6A2A350}"/>
              </a:ext>
            </a:extLst>
          </p:cNvPr>
          <p:cNvSpPr>
            <a:spLocks noGrp="1"/>
          </p:cNvSpPr>
          <p:nvPr/>
        </p:nvSpPr>
        <p:spPr>
          <a:xfrm>
            <a:off x="6381750" y="52292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>
              <a:ext uri="{FF2B5EF4-FFF2-40B4-BE49-F238E27FC236}">
                <a16:creationId xmlns:a16="http://schemas.microsoft.com/office/drawing/2014/main" xmlns="" id="{55436141-86F7-4D02-8F5D-9AFE0B4B5003}"/>
              </a:ext>
            </a:extLst>
          </p:cNvPr>
          <p:cNvSpPr>
            <a:spLocks noGrp="1"/>
          </p:cNvSpPr>
          <p:nvPr/>
        </p:nvSpPr>
        <p:spPr>
          <a:xfrm>
            <a:off x="6381750" y="5600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>
              <a:ext uri="{FF2B5EF4-FFF2-40B4-BE49-F238E27FC236}">
                <a16:creationId xmlns:a16="http://schemas.microsoft.com/office/drawing/2014/main" xmlns="" id="{6FEB7A93-41FF-420E-84EC-77321B049A3B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>
              <a:ext uri="{FF2B5EF4-FFF2-40B4-BE49-F238E27FC236}">
                <a16:creationId xmlns:a16="http://schemas.microsoft.com/office/drawing/2014/main" xmlns="" id="{0310B60D-56DC-4FA0-B790-F392F60C3EC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>
              <a:ext uri="{FF2B5EF4-FFF2-40B4-BE49-F238E27FC236}">
                <a16:creationId xmlns:a16="http://schemas.microsoft.com/office/drawing/2014/main" xmlns="" id="{83F9CF23-BE58-48A0-BC9D-7A71AE71310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8223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3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3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88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3" grpId="0"/>
      <p:bldP spid="14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rand-gold-square">
            <a:extLst>
              <a:ext uri="{FF2B5EF4-FFF2-40B4-BE49-F238E27FC236}">
                <a16:creationId xmlns:a16="http://schemas.microsoft.com/office/drawing/2014/main" xmlns="" id="{BB70A2B3-1C97-4877-9591-362A26F45EB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B4D89318-980B-4AE1-B61A-29C59339B839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E9C0600D-5A7E-4EBD-A2F5-94D6D3DF4F2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Ten completed modules form one operating layer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7B8844BF-74E8-439E-AB7B-8D8328F6D554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 experience, trusted verification, organizational management and shared data.</a:t>
            </a:r>
          </a:p>
        </p:txBody>
      </p:sp>
      <p:sp>
        <p:nvSpPr>
          <p:cNvPr id="5" name="modules-stat-band">
            <a:extLst>
              <a:ext uri="{FF2B5EF4-FFF2-40B4-BE49-F238E27FC236}">
                <a16:creationId xmlns:a16="http://schemas.microsoft.com/office/drawing/2014/main" xmlns="" id="{D33AFA76-4A2A-4F00-BBE3-D051295887CE}"/>
              </a:ext>
            </a:extLst>
          </p:cNvPr>
          <p:cNvSpPr>
            <a:spLocks noGrp="1"/>
          </p:cNvSpPr>
          <p:nvPr/>
        </p:nvSpPr>
        <p:spPr>
          <a:xfrm>
            <a:off x="0" y="1914525"/>
            <a:ext cx="3143250" cy="4105275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modules-big-number">
            <a:extLst>
              <a:ext uri="{FF2B5EF4-FFF2-40B4-BE49-F238E27FC236}">
                <a16:creationId xmlns:a16="http://schemas.microsoft.com/office/drawing/2014/main" xmlns="" id="{495F97C8-0881-4362-B9EE-DCD0BF743EEB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095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modules-stat-title">
            <a:extLst>
              <a:ext uri="{FF2B5EF4-FFF2-40B4-BE49-F238E27FC236}">
                <a16:creationId xmlns:a16="http://schemas.microsoft.com/office/drawing/2014/main" xmlns="" id="{466148C4-0EBE-4D7D-8830-2CED972D577D}"/>
              </a:ext>
            </a:extLst>
          </p:cNvPr>
          <p:cNvSpPr>
            <a:spLocks noGrp="1"/>
          </p:cNvSpPr>
          <p:nvPr/>
        </p:nvSpPr>
        <p:spPr>
          <a:xfrm>
            <a:off x="666750" y="3533775"/>
            <a:ext cx="200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MODULES</a:t>
            </a:r>
          </a:p>
        </p:txBody>
      </p:sp>
      <p:sp>
        <p:nvSpPr>
          <p:cNvPr id="8" name="modules-stat-rule">
            <a:extLst>
              <a:ext uri="{FF2B5EF4-FFF2-40B4-BE49-F238E27FC236}">
                <a16:creationId xmlns:a16="http://schemas.microsoft.com/office/drawing/2014/main" xmlns="" id="{FDA985AE-DF39-489F-9A34-880038E7C051}"/>
              </a:ext>
            </a:extLst>
          </p:cNvPr>
          <p:cNvSpPr>
            <a:spLocks noGrp="1"/>
          </p:cNvSpPr>
          <p:nvPr/>
        </p:nvSpPr>
        <p:spPr>
          <a:xfrm>
            <a:off x="1047750" y="4524375"/>
            <a:ext cx="104775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9" name="modules-stat-copy">
            <a:extLst>
              <a:ext uri="{FF2B5EF4-FFF2-40B4-BE49-F238E27FC236}">
                <a16:creationId xmlns:a16="http://schemas.microsoft.com/office/drawing/2014/main" xmlns="" id="{32B2515A-E480-42A6-B589-535228F64FFE}"/>
              </a:ext>
            </a:extLst>
          </p:cNvPr>
          <p:cNvSpPr>
            <a:spLocks noGrp="1"/>
          </p:cNvSpPr>
          <p:nvPr/>
        </p:nvSpPr>
        <p:spPr>
          <a:xfrm>
            <a:off x="628650" y="4819650"/>
            <a:ext cx="209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Designed to work together as one digital ecosystem.</a:t>
            </a:r>
          </a:p>
        </p:txBody>
      </p:sp>
      <p:sp>
        <p:nvSpPr>
          <p:cNvPr id="10" name="modules-left-header">
            <a:extLst>
              <a:ext uri="{FF2B5EF4-FFF2-40B4-BE49-F238E27FC236}">
                <a16:creationId xmlns:a16="http://schemas.microsoft.com/office/drawing/2014/main" xmlns="" id="{F91CD090-ECC9-4F28-B308-EBB6420D9690}"/>
              </a:ext>
            </a:extLst>
          </p:cNvPr>
          <p:cNvSpPr>
            <a:spLocks noGrp="1"/>
          </p:cNvSpPr>
          <p:nvPr/>
        </p:nvSpPr>
        <p:spPr>
          <a:xfrm>
            <a:off x="3638550" y="20764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CONNECTED EXPERIENCE</a:t>
            </a:r>
          </a:p>
        </p:txBody>
      </p:sp>
      <p:sp>
        <p:nvSpPr>
          <p:cNvPr id="11" name="modules-right-header">
            <a:extLst>
              <a:ext uri="{FF2B5EF4-FFF2-40B4-BE49-F238E27FC236}">
                <a16:creationId xmlns:a16="http://schemas.microsoft.com/office/drawing/2014/main" xmlns="" id="{032C6BA5-30BE-41F1-8798-C42565D60A48}"/>
              </a:ext>
            </a:extLst>
          </p:cNvPr>
          <p:cNvSpPr>
            <a:spLocks noGrp="1"/>
          </p:cNvSpPr>
          <p:nvPr/>
        </p:nvSpPr>
        <p:spPr>
          <a:xfrm>
            <a:off x="7600950" y="20764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TRUSTED OPERATIONS</a:t>
            </a:r>
          </a:p>
        </p:txBody>
      </p:sp>
      <p:sp>
        <p:nvSpPr>
          <p:cNvPr id="12" name="modules-divider">
            <a:extLst>
              <a:ext uri="{FF2B5EF4-FFF2-40B4-BE49-F238E27FC236}">
                <a16:creationId xmlns:a16="http://schemas.microsoft.com/office/drawing/2014/main" xmlns="" id="{B605213F-77AA-4438-8DE1-3C5439553952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0" cy="337185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13" name="module-left-0-disc">
            <a:extLst>
              <a:ext uri="{FF2B5EF4-FFF2-40B4-BE49-F238E27FC236}">
                <a16:creationId xmlns:a16="http://schemas.microsoft.com/office/drawing/2014/main" xmlns="" id="{D0915F50-5D82-4CDF-8EDF-B4E411559CCF}"/>
              </a:ext>
            </a:extLst>
          </p:cNvPr>
          <p:cNvSpPr>
            <a:spLocks noGrp="1"/>
          </p:cNvSpPr>
          <p:nvPr/>
        </p:nvSpPr>
        <p:spPr>
          <a:xfrm>
            <a:off x="3638550" y="24574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3c664b799be42a5"/>
              </a:ext>
            </a:extLst>
          </a:blip>
          <a:stretch/>
        </p:blipFill>
        <p:spPr>
          <a:xfrm>
            <a:off x="3738563" y="2557463"/>
            <a:ext cx="200025" cy="200025"/>
          </a:xfrm>
          <a:prstGeom prst="rect">
            <a:avLst/>
          </a:prstGeom>
        </p:spPr>
      </p:pic>
      <p:sp>
        <p:nvSpPr>
          <p:cNvPr id="15" name="module-left-0-label">
            <a:extLst>
              <a:ext uri="{FF2B5EF4-FFF2-40B4-BE49-F238E27FC236}">
                <a16:creationId xmlns:a16="http://schemas.microsoft.com/office/drawing/2014/main" xmlns="" id="{ED90BCA4-C94E-4F7A-BEF4-DA1B968C8E69}"/>
              </a:ext>
            </a:extLst>
          </p:cNvPr>
          <p:cNvSpPr>
            <a:spLocks noGrp="1"/>
          </p:cNvSpPr>
          <p:nvPr/>
        </p:nvSpPr>
        <p:spPr>
          <a:xfrm>
            <a:off x="4191000" y="24479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Portal</a:t>
            </a:r>
          </a:p>
        </p:txBody>
      </p:sp>
      <p:sp>
        <p:nvSpPr>
          <p:cNvPr id="16" name="module-left-1-disc">
            <a:extLst>
              <a:ext uri="{FF2B5EF4-FFF2-40B4-BE49-F238E27FC236}">
                <a16:creationId xmlns:a16="http://schemas.microsoft.com/office/drawing/2014/main" xmlns="" id="{CA110620-628A-41F0-81B4-856426768B36}"/>
              </a:ext>
            </a:extLst>
          </p:cNvPr>
          <p:cNvSpPr>
            <a:spLocks noGrp="1"/>
          </p:cNvSpPr>
          <p:nvPr/>
        </p:nvSpPr>
        <p:spPr>
          <a:xfrm>
            <a:off x="3638550" y="31051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4e0e2ac8eca146dd"/>
              </a:ext>
            </a:extLst>
          </a:blip>
          <a:stretch/>
        </p:blipFill>
        <p:spPr>
          <a:xfrm>
            <a:off x="3738563" y="3205163"/>
            <a:ext cx="200025" cy="200025"/>
          </a:xfrm>
          <a:prstGeom prst="rect">
            <a:avLst/>
          </a:prstGeom>
        </p:spPr>
      </p:pic>
      <p:sp>
        <p:nvSpPr>
          <p:cNvPr id="18" name="module-left-1-label">
            <a:extLst>
              <a:ext uri="{FF2B5EF4-FFF2-40B4-BE49-F238E27FC236}">
                <a16:creationId xmlns:a16="http://schemas.microsoft.com/office/drawing/2014/main" xmlns="" id="{003A8C26-1F61-471C-974D-69A0D8D73DD0}"/>
              </a:ext>
            </a:extLst>
          </p:cNvPr>
          <p:cNvSpPr>
            <a:spLocks noGrp="1"/>
          </p:cNvSpPr>
          <p:nvPr/>
        </p:nvSpPr>
        <p:spPr>
          <a:xfrm>
            <a:off x="4191000" y="30956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Membership Card</a:t>
            </a:r>
          </a:p>
        </p:txBody>
      </p:sp>
      <p:sp>
        <p:nvSpPr>
          <p:cNvPr id="19" name="module-left-2-disc">
            <a:extLst>
              <a:ext uri="{FF2B5EF4-FFF2-40B4-BE49-F238E27FC236}">
                <a16:creationId xmlns:a16="http://schemas.microsoft.com/office/drawing/2014/main" xmlns="" id="{14FA762D-3E0C-453C-9B98-ACDBDAF21477}"/>
              </a:ext>
            </a:extLst>
          </p:cNvPr>
          <p:cNvSpPr>
            <a:spLocks noGrp="1"/>
          </p:cNvSpPr>
          <p:nvPr/>
        </p:nvSpPr>
        <p:spPr>
          <a:xfrm>
            <a:off x="3638550" y="37528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3132d0689b74103"/>
              </a:ext>
            </a:extLst>
          </a:blip>
          <a:stretch/>
        </p:blipFill>
        <p:spPr>
          <a:xfrm>
            <a:off x="3738563" y="3852863"/>
            <a:ext cx="200025" cy="200025"/>
          </a:xfrm>
          <a:prstGeom prst="rect">
            <a:avLst/>
          </a:prstGeom>
        </p:spPr>
      </p:pic>
      <p:sp>
        <p:nvSpPr>
          <p:cNvPr id="21" name="module-left-2-label">
            <a:extLst>
              <a:ext uri="{FF2B5EF4-FFF2-40B4-BE49-F238E27FC236}">
                <a16:creationId xmlns:a16="http://schemas.microsoft.com/office/drawing/2014/main" xmlns="" id="{8EDAF883-6974-4165-92D3-BA956261C631}"/>
              </a:ext>
            </a:extLst>
          </p:cNvPr>
          <p:cNvSpPr>
            <a:spLocks noGrp="1"/>
          </p:cNvSpPr>
          <p:nvPr/>
        </p:nvSpPr>
        <p:spPr>
          <a:xfrm>
            <a:off x="4191000" y="37433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Verification</a:t>
            </a:r>
          </a:p>
        </p:txBody>
      </p:sp>
      <p:sp>
        <p:nvSpPr>
          <p:cNvPr id="22" name="module-left-3-disc">
            <a:extLst>
              <a:ext uri="{FF2B5EF4-FFF2-40B4-BE49-F238E27FC236}">
                <a16:creationId xmlns:a16="http://schemas.microsoft.com/office/drawing/2014/main" xmlns="" id="{940E703E-E1AD-45C4-9447-61EC2A5249BD}"/>
              </a:ext>
            </a:extLst>
          </p:cNvPr>
          <p:cNvSpPr>
            <a:spLocks noGrp="1"/>
          </p:cNvSpPr>
          <p:nvPr/>
        </p:nvSpPr>
        <p:spPr>
          <a:xfrm>
            <a:off x="3638550" y="44005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629977563e114013"/>
              </a:ext>
            </a:extLst>
          </a:blip>
          <a:stretch/>
        </p:blipFill>
        <p:spPr>
          <a:xfrm>
            <a:off x="3738563" y="4500563"/>
            <a:ext cx="200025" cy="200025"/>
          </a:xfrm>
          <a:prstGeom prst="rect">
            <a:avLst/>
          </a:prstGeom>
        </p:spPr>
      </p:pic>
      <p:sp>
        <p:nvSpPr>
          <p:cNvPr id="24" name="module-left-3-label">
            <a:extLst>
              <a:ext uri="{FF2B5EF4-FFF2-40B4-BE49-F238E27FC236}">
                <a16:creationId xmlns:a16="http://schemas.microsoft.com/office/drawing/2014/main" xmlns="" id="{2C090DF3-2452-4FDB-83FB-84A22DE4B03E}"/>
              </a:ext>
            </a:extLst>
          </p:cNvPr>
          <p:cNvSpPr>
            <a:spLocks noGrp="1"/>
          </p:cNvSpPr>
          <p:nvPr/>
        </p:nvSpPr>
        <p:spPr>
          <a:xfrm>
            <a:off x="4191000" y="43910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5" name="module-left-4-disc">
            <a:extLst>
              <a:ext uri="{FF2B5EF4-FFF2-40B4-BE49-F238E27FC236}">
                <a16:creationId xmlns:a16="http://schemas.microsoft.com/office/drawing/2014/main" xmlns="" id="{68A77CDD-E116-4184-9075-DCF597B0DC55}"/>
              </a:ext>
            </a:extLst>
          </p:cNvPr>
          <p:cNvSpPr>
            <a:spLocks noGrp="1"/>
          </p:cNvSpPr>
          <p:nvPr/>
        </p:nvSpPr>
        <p:spPr>
          <a:xfrm>
            <a:off x="3638550" y="50482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9e8c4e9706b4df2"/>
              </a:ext>
            </a:extLst>
          </a:blip>
          <a:stretch/>
        </p:blipFill>
        <p:spPr>
          <a:xfrm>
            <a:off x="3738563" y="5148263"/>
            <a:ext cx="200025" cy="200025"/>
          </a:xfrm>
          <a:prstGeom prst="rect">
            <a:avLst/>
          </a:prstGeom>
        </p:spPr>
      </p:pic>
      <p:sp>
        <p:nvSpPr>
          <p:cNvPr id="27" name="module-left-4-label">
            <a:extLst>
              <a:ext uri="{FF2B5EF4-FFF2-40B4-BE49-F238E27FC236}">
                <a16:creationId xmlns:a16="http://schemas.microsoft.com/office/drawing/2014/main" xmlns="" id="{B71A9466-FD89-4988-B7F4-038EC0AF2798}"/>
              </a:ext>
            </a:extLst>
          </p:cNvPr>
          <p:cNvSpPr>
            <a:spLocks noGrp="1"/>
          </p:cNvSpPr>
          <p:nvPr/>
        </p:nvSpPr>
        <p:spPr>
          <a:xfrm>
            <a:off x="4191000" y="50387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8" name="module-right-0-disc">
            <a:extLst>
              <a:ext uri="{FF2B5EF4-FFF2-40B4-BE49-F238E27FC236}">
                <a16:creationId xmlns:a16="http://schemas.microsoft.com/office/drawing/2014/main" xmlns="" id="{50A62C83-94E9-44B1-B446-491CC9E825FC}"/>
              </a:ext>
            </a:extLst>
          </p:cNvPr>
          <p:cNvSpPr>
            <a:spLocks noGrp="1"/>
          </p:cNvSpPr>
          <p:nvPr/>
        </p:nvSpPr>
        <p:spPr>
          <a:xfrm>
            <a:off x="7600950" y="24574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79a3be353644c69"/>
              </a:ext>
            </a:extLst>
          </a:blip>
          <a:stretch/>
        </p:blipFill>
        <p:spPr>
          <a:xfrm>
            <a:off x="7700963" y="2557463"/>
            <a:ext cx="200025" cy="200025"/>
          </a:xfrm>
          <a:prstGeom prst="rect">
            <a:avLst/>
          </a:prstGeom>
        </p:spPr>
      </p:pic>
      <p:sp>
        <p:nvSpPr>
          <p:cNvPr id="30" name="module-right-0-label">
            <a:extLst>
              <a:ext uri="{FF2B5EF4-FFF2-40B4-BE49-F238E27FC236}">
                <a16:creationId xmlns:a16="http://schemas.microsoft.com/office/drawing/2014/main" xmlns="" id="{F0076F84-5843-4EEA-AEB3-E3BA7539CB71}"/>
              </a:ext>
            </a:extLst>
          </p:cNvPr>
          <p:cNvSpPr>
            <a:spLocks noGrp="1"/>
          </p:cNvSpPr>
          <p:nvPr/>
        </p:nvSpPr>
        <p:spPr>
          <a:xfrm>
            <a:off x="8153400" y="24479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31" name="module-right-1-disc">
            <a:extLst>
              <a:ext uri="{FF2B5EF4-FFF2-40B4-BE49-F238E27FC236}">
                <a16:creationId xmlns:a16="http://schemas.microsoft.com/office/drawing/2014/main" xmlns="" id="{91543CEB-BA65-46A8-A557-D2ECBCA65DF7}"/>
              </a:ext>
            </a:extLst>
          </p:cNvPr>
          <p:cNvSpPr>
            <a:spLocks noGrp="1"/>
          </p:cNvSpPr>
          <p:nvPr/>
        </p:nvSpPr>
        <p:spPr>
          <a:xfrm>
            <a:off x="7600950" y="31051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44350efaaa14fc3"/>
              </a:ext>
            </a:extLst>
          </a:blip>
          <a:stretch/>
        </p:blipFill>
        <p:spPr>
          <a:xfrm>
            <a:off x="7700963" y="3205163"/>
            <a:ext cx="200025" cy="200025"/>
          </a:xfrm>
          <a:prstGeom prst="rect">
            <a:avLst/>
          </a:prstGeom>
        </p:spPr>
      </p:pic>
      <p:sp>
        <p:nvSpPr>
          <p:cNvPr id="33" name="module-right-1-label">
            <a:extLst>
              <a:ext uri="{FF2B5EF4-FFF2-40B4-BE49-F238E27FC236}">
                <a16:creationId xmlns:a16="http://schemas.microsoft.com/office/drawing/2014/main" xmlns="" id="{E8016F10-D37E-45C2-9BE7-947B26D49255}"/>
              </a:ext>
            </a:extLst>
          </p:cNvPr>
          <p:cNvSpPr>
            <a:spLocks noGrp="1"/>
          </p:cNvSpPr>
          <p:nvPr/>
        </p:nvSpPr>
        <p:spPr>
          <a:xfrm>
            <a:off x="8153400" y="30956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34" name="module-right-2-disc">
            <a:extLst>
              <a:ext uri="{FF2B5EF4-FFF2-40B4-BE49-F238E27FC236}">
                <a16:creationId xmlns:a16="http://schemas.microsoft.com/office/drawing/2014/main" xmlns="" id="{6371F9D8-C60D-4BBB-A383-CC739F817DB7}"/>
              </a:ext>
            </a:extLst>
          </p:cNvPr>
          <p:cNvSpPr>
            <a:spLocks noGrp="1"/>
          </p:cNvSpPr>
          <p:nvPr/>
        </p:nvSpPr>
        <p:spPr>
          <a:xfrm>
            <a:off x="7600950" y="37528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8769a46c8e24604"/>
              </a:ext>
            </a:extLst>
          </a:blip>
          <a:stretch/>
        </p:blipFill>
        <p:spPr>
          <a:xfrm>
            <a:off x="7700963" y="3852863"/>
            <a:ext cx="200025" cy="200025"/>
          </a:xfrm>
          <a:prstGeom prst="rect">
            <a:avLst/>
          </a:prstGeom>
        </p:spPr>
      </p:pic>
      <p:sp>
        <p:nvSpPr>
          <p:cNvPr id="36" name="module-right-2-label">
            <a:extLst>
              <a:ext uri="{FF2B5EF4-FFF2-40B4-BE49-F238E27FC236}">
                <a16:creationId xmlns:a16="http://schemas.microsoft.com/office/drawing/2014/main" xmlns="" id="{C3ED68D2-A368-4455-AFFC-C52EFA9C0CB0}"/>
              </a:ext>
            </a:extLst>
          </p:cNvPr>
          <p:cNvSpPr>
            <a:spLocks noGrp="1"/>
          </p:cNvSpPr>
          <p:nvPr/>
        </p:nvSpPr>
        <p:spPr>
          <a:xfrm>
            <a:off x="8153400" y="37433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Portal</a:t>
            </a:r>
          </a:p>
        </p:txBody>
      </p:sp>
      <p:sp>
        <p:nvSpPr>
          <p:cNvPr id="37" name="module-right-3-disc">
            <a:extLst>
              <a:ext uri="{FF2B5EF4-FFF2-40B4-BE49-F238E27FC236}">
                <a16:creationId xmlns:a16="http://schemas.microsoft.com/office/drawing/2014/main" xmlns="" id="{501614D7-4D67-4C57-82E8-FFF4FDE9818D}"/>
              </a:ext>
            </a:extLst>
          </p:cNvPr>
          <p:cNvSpPr>
            <a:spLocks noGrp="1"/>
          </p:cNvSpPr>
          <p:nvPr/>
        </p:nvSpPr>
        <p:spPr>
          <a:xfrm>
            <a:off x="7600950" y="44005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f308b0937e44514"/>
              </a:ext>
            </a:extLst>
          </a:blip>
          <a:stretch/>
        </p:blipFill>
        <p:spPr>
          <a:xfrm>
            <a:off x="7700963" y="4500563"/>
            <a:ext cx="200025" cy="200025"/>
          </a:xfrm>
          <a:prstGeom prst="rect">
            <a:avLst/>
          </a:prstGeom>
        </p:spPr>
      </p:pic>
      <p:sp>
        <p:nvSpPr>
          <p:cNvPr id="39" name="module-right-3-label">
            <a:extLst>
              <a:ext uri="{FF2B5EF4-FFF2-40B4-BE49-F238E27FC236}">
                <a16:creationId xmlns:a16="http://schemas.microsoft.com/office/drawing/2014/main" xmlns="" id="{0D391586-C9BD-4C9E-A60F-8F90F3AE3C1D}"/>
              </a:ext>
            </a:extLst>
          </p:cNvPr>
          <p:cNvSpPr>
            <a:spLocks noGrp="1"/>
          </p:cNvSpPr>
          <p:nvPr/>
        </p:nvSpPr>
        <p:spPr>
          <a:xfrm>
            <a:off x="8153400" y="43910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Portal</a:t>
            </a:r>
          </a:p>
        </p:txBody>
      </p:sp>
      <p:sp>
        <p:nvSpPr>
          <p:cNvPr id="40" name="module-right-4-disc">
            <a:extLst>
              <a:ext uri="{FF2B5EF4-FFF2-40B4-BE49-F238E27FC236}">
                <a16:creationId xmlns:a16="http://schemas.microsoft.com/office/drawing/2014/main" xmlns="" id="{F614C3E4-EAF7-4EB9-881B-3226792ADC14}"/>
              </a:ext>
            </a:extLst>
          </p:cNvPr>
          <p:cNvSpPr>
            <a:spLocks noGrp="1"/>
          </p:cNvSpPr>
          <p:nvPr/>
        </p:nvSpPr>
        <p:spPr>
          <a:xfrm>
            <a:off x="7600950" y="50482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d0939324c204141"/>
              </a:ext>
            </a:extLst>
          </a:blip>
          <a:stretch/>
        </p:blipFill>
        <p:spPr>
          <a:xfrm>
            <a:off x="7700963" y="5148263"/>
            <a:ext cx="200025" cy="200025"/>
          </a:xfrm>
          <a:prstGeom prst="rect">
            <a:avLst/>
          </a:prstGeom>
        </p:spPr>
      </p:pic>
      <p:sp>
        <p:nvSpPr>
          <p:cNvPr id="42" name="module-right-4-label">
            <a:extLst>
              <a:ext uri="{FF2B5EF4-FFF2-40B4-BE49-F238E27FC236}">
                <a16:creationId xmlns:a16="http://schemas.microsoft.com/office/drawing/2014/main" xmlns="" id="{28D2604D-9984-45E3-B3F7-AEF1C6865B0B}"/>
              </a:ext>
            </a:extLst>
          </p:cNvPr>
          <p:cNvSpPr>
            <a:spLocks noGrp="1"/>
          </p:cNvSpPr>
          <p:nvPr/>
        </p:nvSpPr>
        <p:spPr>
          <a:xfrm>
            <a:off x="8153400" y="50387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Community Database</a:t>
            </a:r>
          </a:p>
        </p:txBody>
      </p:sp>
      <p:sp>
        <p:nvSpPr>
          <p:cNvPr id="43" name="footer-rule-4">
            <a:extLst>
              <a:ext uri="{FF2B5EF4-FFF2-40B4-BE49-F238E27FC236}">
                <a16:creationId xmlns:a16="http://schemas.microsoft.com/office/drawing/2014/main" xmlns="" id="{66CFCF3D-277E-4319-B926-A525761D599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4" name="footer-label-4">
            <a:extLst>
              <a:ext uri="{FF2B5EF4-FFF2-40B4-BE49-F238E27FC236}">
                <a16:creationId xmlns:a16="http://schemas.microsoft.com/office/drawing/2014/main" xmlns="" id="{1AEFE69E-E423-4874-8AC4-8361F1E2B67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4">
            <a:extLst>
              <a:ext uri="{FF2B5EF4-FFF2-40B4-BE49-F238E27FC236}">
                <a16:creationId xmlns:a16="http://schemas.microsoft.com/office/drawing/2014/main" xmlns="" id="{8233B906-E826-4C5E-B1DC-EAF900AE358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732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2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2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8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6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4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2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98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6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5" grpId="0"/>
      <p:bldP spid="18" grpId="0"/>
      <p:bldP spid="21" grpId="0"/>
      <p:bldP spid="24" grpId="0"/>
      <p:bldP spid="27" grpId="0"/>
      <p:bldP spid="30" grpId="0"/>
      <p:bldP spid="33" grpId="0"/>
      <p:bldP spid="36" grpId="0"/>
      <p:bldP spid="39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rand-gold-square">
            <a:extLst>
              <a:ext uri="{FF2B5EF4-FFF2-40B4-BE49-F238E27FC236}">
                <a16:creationId xmlns:a16="http://schemas.microsoft.com/office/drawing/2014/main" xmlns="" id="{51CA1E55-3F3C-4EF0-B39C-E84F8E9B805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7E7FABED-74BE-43D7-A770-CBFC65125D15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1899BDC5-8E02-48BA-8B36-C83BB5E5E39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F7FE4907-5297-4A8D-829E-520D9F826A2B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>
              <a:ext uri="{FF2B5EF4-FFF2-40B4-BE49-F238E27FC236}">
                <a16:creationId xmlns:a16="http://schemas.microsoft.com/office/drawing/2014/main" xmlns="" id="{6F07BCCF-1E51-43B6-8BCB-7A9B334A399E}"/>
              </a:ext>
            </a:extLst>
          </p:cNvPr>
          <p:cNvSpPr>
            <a:spLocks noGrp="1"/>
          </p:cNvSpPr>
          <p:nvPr/>
        </p:nvSpPr>
        <p:spPr>
          <a:xfrm>
            <a:off x="1066800" y="3476625"/>
            <a:ext cx="100584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>
              <a:ext uri="{FF2B5EF4-FFF2-40B4-BE49-F238E27FC236}">
                <a16:creationId xmlns:a16="http://schemas.microsoft.com/office/drawing/2014/main" xmlns="" id="{D4282668-31A0-4731-A581-E89AA9FFB213}"/>
              </a:ext>
            </a:extLst>
          </p:cNvPr>
          <p:cNvSpPr>
            <a:spLocks noGrp="1"/>
          </p:cNvSpPr>
          <p:nvPr/>
        </p:nvSpPr>
        <p:spPr>
          <a:xfrm>
            <a:off x="24003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7" name="journey-arrow-1">
            <a:extLst>
              <a:ext uri="{FF2B5EF4-FFF2-40B4-BE49-F238E27FC236}">
                <a16:creationId xmlns:a16="http://schemas.microsoft.com/office/drawing/2014/main" xmlns="" id="{F3263B56-3E45-4325-B00C-0B212765BA02}"/>
              </a:ext>
            </a:extLst>
          </p:cNvPr>
          <p:cNvSpPr>
            <a:spLocks noGrp="1"/>
          </p:cNvSpPr>
          <p:nvPr/>
        </p:nvSpPr>
        <p:spPr>
          <a:xfrm>
            <a:off x="42862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journey-arrow-2">
            <a:extLst>
              <a:ext uri="{FF2B5EF4-FFF2-40B4-BE49-F238E27FC236}">
                <a16:creationId xmlns:a16="http://schemas.microsoft.com/office/drawing/2014/main" xmlns="" id="{087D7211-2C54-4F4E-AA11-9DEDF0A11F15}"/>
              </a:ext>
            </a:extLst>
          </p:cNvPr>
          <p:cNvSpPr>
            <a:spLocks noGrp="1"/>
          </p:cNvSpPr>
          <p:nvPr/>
        </p:nvSpPr>
        <p:spPr>
          <a:xfrm>
            <a:off x="61722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9" name="journey-arrow-3">
            <a:extLst>
              <a:ext uri="{FF2B5EF4-FFF2-40B4-BE49-F238E27FC236}">
                <a16:creationId xmlns:a16="http://schemas.microsoft.com/office/drawing/2014/main" xmlns="" id="{1DFE0503-4C17-4304-895E-B8B5503316DF}"/>
              </a:ext>
            </a:extLst>
          </p:cNvPr>
          <p:cNvSpPr>
            <a:spLocks noGrp="1"/>
          </p:cNvSpPr>
          <p:nvPr/>
        </p:nvSpPr>
        <p:spPr>
          <a:xfrm>
            <a:off x="80581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0" name="journey-arrow-4">
            <a:extLst>
              <a:ext uri="{FF2B5EF4-FFF2-40B4-BE49-F238E27FC236}">
                <a16:creationId xmlns:a16="http://schemas.microsoft.com/office/drawing/2014/main" xmlns="" id="{960D3A83-16E5-47A1-B12C-CADA58A53DDD}"/>
              </a:ext>
            </a:extLst>
          </p:cNvPr>
          <p:cNvSpPr>
            <a:spLocks noGrp="1"/>
          </p:cNvSpPr>
          <p:nvPr/>
        </p:nvSpPr>
        <p:spPr>
          <a:xfrm>
            <a:off x="99441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1" name="journey-step-0">
            <a:extLst>
              <a:ext uri="{FF2B5EF4-FFF2-40B4-BE49-F238E27FC236}">
                <a16:creationId xmlns:a16="http://schemas.microsoft.com/office/drawing/2014/main" xmlns="" id="{A8AC7824-C522-444D-844E-8FB766548A17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>
              <a:ext uri="{FF2B5EF4-FFF2-40B4-BE49-F238E27FC236}">
                <a16:creationId xmlns:a16="http://schemas.microsoft.com/office/drawing/2014/main" xmlns="" id="{17EB80D0-5C65-493D-8D7A-7DD2E249865C}"/>
              </a:ext>
            </a:extLst>
          </p:cNvPr>
          <p:cNvSpPr>
            <a:spLocks noGrp="1"/>
          </p:cNvSpPr>
          <p:nvPr/>
        </p:nvSpPr>
        <p:spPr>
          <a:xfrm>
            <a:off x="9810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e945c2ade8a44f9"/>
              </a:ext>
            </a:extLst>
          </a:blip>
          <a:stretch/>
        </p:blipFill>
        <p:spPr>
          <a:xfrm>
            <a:off x="1190625" y="3238500"/>
            <a:ext cx="257175" cy="257175"/>
          </a:xfrm>
          <a:prstGeom prst="rect">
            <a:avLst/>
          </a:prstGeom>
        </p:spPr>
      </p:pic>
      <p:sp>
        <p:nvSpPr>
          <p:cNvPr id="14" name="journey-label-0">
            <a:extLst>
              <a:ext uri="{FF2B5EF4-FFF2-40B4-BE49-F238E27FC236}">
                <a16:creationId xmlns:a16="http://schemas.microsoft.com/office/drawing/2014/main" xmlns="" id="{2E094EBB-A46F-422F-BA22-4FCF1B531438}"/>
              </a:ext>
            </a:extLst>
          </p:cNvPr>
          <p:cNvSpPr>
            <a:spLocks noGrp="1"/>
          </p:cNvSpPr>
          <p:nvPr/>
        </p:nvSpPr>
        <p:spPr>
          <a:xfrm>
            <a:off x="5524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>
              <a:ext uri="{FF2B5EF4-FFF2-40B4-BE49-F238E27FC236}">
                <a16:creationId xmlns:a16="http://schemas.microsoft.com/office/drawing/2014/main" xmlns="" id="{BA8E1FF7-FE3E-407D-8752-FD67D4D0E83A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>
              <a:ext uri="{FF2B5EF4-FFF2-40B4-BE49-F238E27FC236}">
                <a16:creationId xmlns:a16="http://schemas.microsoft.com/office/drawing/2014/main" xmlns="" id="{5AE23ACB-59A4-4CFF-B5DF-54F89A538597}"/>
              </a:ext>
            </a:extLst>
          </p:cNvPr>
          <p:cNvSpPr>
            <a:spLocks noGrp="1"/>
          </p:cNvSpPr>
          <p:nvPr/>
        </p:nvSpPr>
        <p:spPr>
          <a:xfrm>
            <a:off x="28384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>
              <a:ext uri="{FF2B5EF4-FFF2-40B4-BE49-F238E27FC236}">
                <a16:creationId xmlns:a16="http://schemas.microsoft.com/office/drawing/2014/main" xmlns="" id="{996B3097-794B-468B-B3DB-1BD015B05F0A}"/>
              </a:ext>
            </a:extLst>
          </p:cNvPr>
          <p:cNvSpPr>
            <a:spLocks noGrp="1"/>
          </p:cNvSpPr>
          <p:nvPr/>
        </p:nvSpPr>
        <p:spPr>
          <a:xfrm>
            <a:off x="28670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c2323536d76479a"/>
              </a:ext>
            </a:extLst>
          </a:blip>
          <a:stretch/>
        </p:blipFill>
        <p:spPr>
          <a:xfrm>
            <a:off x="3076575" y="3238500"/>
            <a:ext cx="257175" cy="257175"/>
          </a:xfrm>
          <a:prstGeom prst="rect">
            <a:avLst/>
          </a:prstGeom>
        </p:spPr>
      </p:pic>
      <p:sp>
        <p:nvSpPr>
          <p:cNvPr id="19" name="journey-label-1">
            <a:extLst>
              <a:ext uri="{FF2B5EF4-FFF2-40B4-BE49-F238E27FC236}">
                <a16:creationId xmlns:a16="http://schemas.microsoft.com/office/drawing/2014/main" xmlns="" id="{83CA09C3-327A-453E-93CA-AFB9D7D66464}"/>
              </a:ext>
            </a:extLst>
          </p:cNvPr>
          <p:cNvSpPr>
            <a:spLocks noGrp="1"/>
          </p:cNvSpPr>
          <p:nvPr/>
        </p:nvSpPr>
        <p:spPr>
          <a:xfrm>
            <a:off x="24384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>
              <a:ext uri="{FF2B5EF4-FFF2-40B4-BE49-F238E27FC236}">
                <a16:creationId xmlns:a16="http://schemas.microsoft.com/office/drawing/2014/main" xmlns="" id="{13C91680-57AD-4860-9E00-CE8CC73EC2DF}"/>
              </a:ext>
            </a:extLst>
          </p:cNvPr>
          <p:cNvSpPr>
            <a:spLocks noGrp="1"/>
          </p:cNvSpPr>
          <p:nvPr/>
        </p:nvSpPr>
        <p:spPr>
          <a:xfrm>
            <a:off x="24384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>
              <a:ext uri="{FF2B5EF4-FFF2-40B4-BE49-F238E27FC236}">
                <a16:creationId xmlns:a16="http://schemas.microsoft.com/office/drawing/2014/main" xmlns="" id="{D042F6EB-CBCD-41A1-8ABB-140AB61966AE}"/>
              </a:ext>
            </a:extLst>
          </p:cNvPr>
          <p:cNvSpPr>
            <a:spLocks noGrp="1"/>
          </p:cNvSpPr>
          <p:nvPr/>
        </p:nvSpPr>
        <p:spPr>
          <a:xfrm>
            <a:off x="47244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>
              <a:ext uri="{FF2B5EF4-FFF2-40B4-BE49-F238E27FC236}">
                <a16:creationId xmlns:a16="http://schemas.microsoft.com/office/drawing/2014/main" xmlns="" id="{D9EDE556-BC4D-411A-A12F-86F3211636B1}"/>
              </a:ext>
            </a:extLst>
          </p:cNvPr>
          <p:cNvSpPr>
            <a:spLocks noGrp="1"/>
          </p:cNvSpPr>
          <p:nvPr/>
        </p:nvSpPr>
        <p:spPr>
          <a:xfrm>
            <a:off x="47529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fa6e329aeac40be"/>
              </a:ext>
            </a:extLst>
          </a:blip>
          <a:stretch/>
        </p:blipFill>
        <p:spPr>
          <a:xfrm>
            <a:off x="4962525" y="3238500"/>
            <a:ext cx="257175" cy="257175"/>
          </a:xfrm>
          <a:prstGeom prst="rect">
            <a:avLst/>
          </a:prstGeom>
        </p:spPr>
      </p:pic>
      <p:sp>
        <p:nvSpPr>
          <p:cNvPr id="24" name="journey-label-2">
            <a:extLst>
              <a:ext uri="{FF2B5EF4-FFF2-40B4-BE49-F238E27FC236}">
                <a16:creationId xmlns:a16="http://schemas.microsoft.com/office/drawing/2014/main" xmlns="" id="{1FA7B9F6-FF11-4A79-A544-1654F0FBE634}"/>
              </a:ext>
            </a:extLst>
          </p:cNvPr>
          <p:cNvSpPr>
            <a:spLocks noGrp="1"/>
          </p:cNvSpPr>
          <p:nvPr/>
        </p:nvSpPr>
        <p:spPr>
          <a:xfrm>
            <a:off x="43243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>
              <a:ext uri="{FF2B5EF4-FFF2-40B4-BE49-F238E27FC236}">
                <a16:creationId xmlns:a16="http://schemas.microsoft.com/office/drawing/2014/main" xmlns="" id="{7929899F-46EB-41A6-A81C-004831EFAD45}"/>
              </a:ext>
            </a:extLst>
          </p:cNvPr>
          <p:cNvSpPr>
            <a:spLocks noGrp="1"/>
          </p:cNvSpPr>
          <p:nvPr/>
        </p:nvSpPr>
        <p:spPr>
          <a:xfrm>
            <a:off x="43243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>
              <a:ext uri="{FF2B5EF4-FFF2-40B4-BE49-F238E27FC236}">
                <a16:creationId xmlns:a16="http://schemas.microsoft.com/office/drawing/2014/main" xmlns="" id="{7C1B177E-5FFA-4AE4-95FC-79BDB0253996}"/>
              </a:ext>
            </a:extLst>
          </p:cNvPr>
          <p:cNvSpPr>
            <a:spLocks noGrp="1"/>
          </p:cNvSpPr>
          <p:nvPr/>
        </p:nvSpPr>
        <p:spPr>
          <a:xfrm>
            <a:off x="66103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>
              <a:ext uri="{FF2B5EF4-FFF2-40B4-BE49-F238E27FC236}">
                <a16:creationId xmlns:a16="http://schemas.microsoft.com/office/drawing/2014/main" xmlns="" id="{5BE91C61-9C5A-44E5-8294-F23A183A101C}"/>
              </a:ext>
            </a:extLst>
          </p:cNvPr>
          <p:cNvSpPr>
            <a:spLocks noGrp="1"/>
          </p:cNvSpPr>
          <p:nvPr/>
        </p:nvSpPr>
        <p:spPr>
          <a:xfrm>
            <a:off x="66389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669a1dad79bc4ede"/>
              </a:ext>
            </a:extLst>
          </a:blip>
          <a:stretch/>
        </p:blipFill>
        <p:spPr>
          <a:xfrm>
            <a:off x="6848475" y="3238500"/>
            <a:ext cx="257175" cy="257175"/>
          </a:xfrm>
          <a:prstGeom prst="rect">
            <a:avLst/>
          </a:prstGeom>
        </p:spPr>
      </p:pic>
      <p:sp>
        <p:nvSpPr>
          <p:cNvPr id="29" name="journey-label-3">
            <a:extLst>
              <a:ext uri="{FF2B5EF4-FFF2-40B4-BE49-F238E27FC236}">
                <a16:creationId xmlns:a16="http://schemas.microsoft.com/office/drawing/2014/main" xmlns="" id="{20838EF0-6890-4412-BB0F-04A4F5174684}"/>
              </a:ext>
            </a:extLst>
          </p:cNvPr>
          <p:cNvSpPr>
            <a:spLocks noGrp="1"/>
          </p:cNvSpPr>
          <p:nvPr/>
        </p:nvSpPr>
        <p:spPr>
          <a:xfrm>
            <a:off x="62103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>
              <a:ext uri="{FF2B5EF4-FFF2-40B4-BE49-F238E27FC236}">
                <a16:creationId xmlns:a16="http://schemas.microsoft.com/office/drawing/2014/main" xmlns="" id="{6C0B42F1-45B2-4AE8-AB39-A8977F8E2A93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>
              <a:ext uri="{FF2B5EF4-FFF2-40B4-BE49-F238E27FC236}">
                <a16:creationId xmlns:a16="http://schemas.microsoft.com/office/drawing/2014/main" xmlns="" id="{21A34F1E-47D2-4602-9470-9C0A6E09DD76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>
              <a:ext uri="{FF2B5EF4-FFF2-40B4-BE49-F238E27FC236}">
                <a16:creationId xmlns:a16="http://schemas.microsoft.com/office/drawing/2014/main" xmlns="" id="{B160F5F3-ECA4-4796-BDF4-DE83D65E977B}"/>
              </a:ext>
            </a:extLst>
          </p:cNvPr>
          <p:cNvSpPr>
            <a:spLocks noGrp="1"/>
          </p:cNvSpPr>
          <p:nvPr/>
        </p:nvSpPr>
        <p:spPr>
          <a:xfrm>
            <a:off x="85248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cc47056a4aa47b0"/>
              </a:ext>
            </a:extLst>
          </a:blip>
          <a:stretch/>
        </p:blipFill>
        <p:spPr>
          <a:xfrm>
            <a:off x="8734425" y="3238500"/>
            <a:ext cx="257175" cy="257175"/>
          </a:xfrm>
          <a:prstGeom prst="rect">
            <a:avLst/>
          </a:prstGeom>
        </p:spPr>
      </p:pic>
      <p:sp>
        <p:nvSpPr>
          <p:cNvPr id="34" name="journey-label-4">
            <a:extLst>
              <a:ext uri="{FF2B5EF4-FFF2-40B4-BE49-F238E27FC236}">
                <a16:creationId xmlns:a16="http://schemas.microsoft.com/office/drawing/2014/main" xmlns="" id="{430F3350-0A3C-4C1B-B2A9-EF59285FF411}"/>
              </a:ext>
            </a:extLst>
          </p:cNvPr>
          <p:cNvSpPr>
            <a:spLocks noGrp="1"/>
          </p:cNvSpPr>
          <p:nvPr/>
        </p:nvSpPr>
        <p:spPr>
          <a:xfrm>
            <a:off x="80962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>
              <a:ext uri="{FF2B5EF4-FFF2-40B4-BE49-F238E27FC236}">
                <a16:creationId xmlns:a16="http://schemas.microsoft.com/office/drawing/2014/main" xmlns="" id="{57A10C4D-73EC-4DD9-A24B-DC03F0AA4123}"/>
              </a:ext>
            </a:extLst>
          </p:cNvPr>
          <p:cNvSpPr>
            <a:spLocks noGrp="1"/>
          </p:cNvSpPr>
          <p:nvPr/>
        </p:nvSpPr>
        <p:spPr>
          <a:xfrm>
            <a:off x="80962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>
              <a:ext uri="{FF2B5EF4-FFF2-40B4-BE49-F238E27FC236}">
                <a16:creationId xmlns:a16="http://schemas.microsoft.com/office/drawing/2014/main" xmlns="" id="{AB2FE3ED-CB75-427F-BC38-46A22CB804DD}"/>
              </a:ext>
            </a:extLst>
          </p:cNvPr>
          <p:cNvSpPr>
            <a:spLocks noGrp="1"/>
          </p:cNvSpPr>
          <p:nvPr/>
        </p:nvSpPr>
        <p:spPr>
          <a:xfrm>
            <a:off x="103822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>
              <a:ext uri="{FF2B5EF4-FFF2-40B4-BE49-F238E27FC236}">
                <a16:creationId xmlns:a16="http://schemas.microsoft.com/office/drawing/2014/main" xmlns="" id="{1D545FAA-4B67-4633-98E5-C1BE6DF08A57}"/>
              </a:ext>
            </a:extLst>
          </p:cNvPr>
          <p:cNvSpPr>
            <a:spLocks noGrp="1"/>
          </p:cNvSpPr>
          <p:nvPr/>
        </p:nvSpPr>
        <p:spPr>
          <a:xfrm>
            <a:off x="10410825" y="3028950"/>
            <a:ext cx="666750" cy="666750"/>
          </a:xfrm>
          <a:prstGeom prst="ellipse">
            <a:avLst/>
          </a:prstGeom>
          <a:solidFill>
            <a:srgbClr val="0D3B2E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5577e85a4b74d79"/>
              </a:ext>
            </a:extLst>
          </a:blip>
          <a:stretch/>
        </p:blipFill>
        <p:spPr>
          <a:xfrm>
            <a:off x="10620375" y="3238500"/>
            <a:ext cx="257175" cy="257175"/>
          </a:xfrm>
          <a:prstGeom prst="rect">
            <a:avLst/>
          </a:prstGeom>
        </p:spPr>
      </p:pic>
      <p:sp>
        <p:nvSpPr>
          <p:cNvPr id="39" name="journey-label-5">
            <a:extLst>
              <a:ext uri="{FF2B5EF4-FFF2-40B4-BE49-F238E27FC236}">
                <a16:creationId xmlns:a16="http://schemas.microsoft.com/office/drawing/2014/main" xmlns="" id="{8F9E7D25-39FF-41C9-84A5-19BCA7F2C217}"/>
              </a:ext>
            </a:extLst>
          </p:cNvPr>
          <p:cNvSpPr>
            <a:spLocks noGrp="1"/>
          </p:cNvSpPr>
          <p:nvPr/>
        </p:nvSpPr>
        <p:spPr>
          <a:xfrm>
            <a:off x="99822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>
              <a:ext uri="{FF2B5EF4-FFF2-40B4-BE49-F238E27FC236}">
                <a16:creationId xmlns:a16="http://schemas.microsoft.com/office/drawing/2014/main" xmlns="" id="{C3668071-9A58-43C0-95BB-F7B5E8D444AD}"/>
              </a:ext>
            </a:extLst>
          </p:cNvPr>
          <p:cNvSpPr>
            <a:spLocks noGrp="1"/>
          </p:cNvSpPr>
          <p:nvPr/>
        </p:nvSpPr>
        <p:spPr>
          <a:xfrm>
            <a:off x="99822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>
              <a:ext uri="{FF2B5EF4-FFF2-40B4-BE49-F238E27FC236}">
                <a16:creationId xmlns:a16="http://schemas.microsoft.com/office/drawing/2014/main" xmlns="" id="{13C21B72-64E6-44FF-AACE-5855182EA2D7}"/>
              </a:ext>
            </a:extLst>
          </p:cNvPr>
          <p:cNvSpPr>
            <a:spLocks noGrp="1"/>
          </p:cNvSpPr>
          <p:nvPr/>
        </p:nvSpPr>
        <p:spPr>
          <a:xfrm>
            <a:off x="3333750" y="5286375"/>
            <a:ext cx="5524500" cy="514350"/>
          </a:xfrm>
          <a:prstGeom prst="roundRect">
            <a:avLst>
              <a:gd name="adj" fmla="val 5000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42" name="journey-outcome-text">
            <a:extLst>
              <a:ext uri="{FF2B5EF4-FFF2-40B4-BE49-F238E27FC236}">
                <a16:creationId xmlns:a16="http://schemas.microsoft.com/office/drawing/2014/main" xmlns="" id="{26960FD8-A20A-4EB7-B544-0EE90F080302}"/>
              </a:ext>
            </a:extLst>
          </p:cNvPr>
          <p:cNvSpPr>
            <a:spLocks noGrp="1"/>
          </p:cNvSpPr>
          <p:nvPr/>
        </p:nvSpPr>
        <p:spPr>
          <a:xfrm>
            <a:off x="3619500" y="5410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>
              <a:ext uri="{FF2B5EF4-FFF2-40B4-BE49-F238E27FC236}">
                <a16:creationId xmlns:a16="http://schemas.microsoft.com/office/drawing/2014/main" xmlns="" id="{1AD1488C-BC07-4DF3-8AD9-7CC7806B411F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>
              <a:ext uri="{FF2B5EF4-FFF2-40B4-BE49-F238E27FC236}">
                <a16:creationId xmlns:a16="http://schemas.microsoft.com/office/drawing/2014/main" xmlns="" id="{0C94EDC1-D907-4D9A-AE3A-7D025A8EBA7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>
              <a:ext uri="{FF2B5EF4-FFF2-40B4-BE49-F238E27FC236}">
                <a16:creationId xmlns:a16="http://schemas.microsoft.com/office/drawing/2014/main" xmlns="" id="{C0E92B2D-F3A1-4D8E-830A-D63F9740FEC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9490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2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8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4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8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16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5" grpId="0"/>
      <p:bldP spid="19" grpId="0"/>
      <p:bldP spid="20" grpId="0"/>
      <p:bldP spid="24" grpId="0"/>
      <p:bldP spid="25" grpId="0"/>
      <p:bldP spid="29" grpId="0"/>
      <p:bldP spid="30" grpId="0"/>
      <p:bldP spid="34" grpId="0"/>
      <p:bldP spid="35" grpId="0"/>
      <p:bldP spid="39" grpId="0"/>
      <p:bldP spid="40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rand-gold-square">
            <a:extLst>
              <a:ext uri="{FF2B5EF4-FFF2-40B4-BE49-F238E27FC236}">
                <a16:creationId xmlns:a16="http://schemas.microsoft.com/office/drawing/2014/main" xmlns="" id="{47B5C0A4-B1A0-4E3A-A488-0C8899C3AF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2BF1FEED-17A8-47CC-B63D-B7B1F5B10C43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C7BEF446-483A-433A-9134-A059D39E395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Every credential is built to be trusted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9D3F4374-D927-4072-A6CB-0A3AE5B78E4A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Fast verification for members, administrators and the wider community.</a:t>
            </a:r>
          </a:p>
        </p:txBody>
      </p:sp>
      <p:sp>
        <p:nvSpPr>
          <p:cNvPr id="5" name="identity-card-shadow">
            <a:extLst>
              <a:ext uri="{FF2B5EF4-FFF2-40B4-BE49-F238E27FC236}">
                <a16:creationId xmlns:a16="http://schemas.microsoft.com/office/drawing/2014/main" xmlns="" id="{C6FB59F4-FBA0-4701-AD5C-F4F0A9EA6C34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5486400" cy="3352800"/>
          </a:xfrm>
          <a:prstGeom prst="roundRect">
            <a:avLst>
              <a:gd name="adj" fmla="val 6818"/>
            </a:avLst>
          </a:prstGeom>
          <a:solidFill>
            <a:srgbClr val="000000">
              <a:alpha val="8627"/>
            </a:srgbClr>
          </a:solidFill>
          <a:ln w="0">
            <a:noFill/>
            <a:prstDash val="solid"/>
          </a:ln>
        </p:spPr>
      </p:sp>
      <p:sp>
        <p:nvSpPr>
          <p:cNvPr id="6" name="identity-card">
            <a:extLst>
              <a:ext uri="{FF2B5EF4-FFF2-40B4-BE49-F238E27FC236}">
                <a16:creationId xmlns:a16="http://schemas.microsoft.com/office/drawing/2014/main" xmlns="" id="{CD626520-86D5-4D8D-AAAE-DBC09FD9BCB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486400" cy="3352800"/>
          </a:xfrm>
          <a:prstGeom prst="roundRect">
            <a:avLst>
              <a:gd name="adj" fmla="val 6818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7" name="identity-card-gold-band">
            <a:extLst>
              <a:ext uri="{FF2B5EF4-FFF2-40B4-BE49-F238E27FC236}">
                <a16:creationId xmlns:a16="http://schemas.microsoft.com/office/drawing/2014/main" xmlns="" id="{7FF7B4F6-E66E-4D76-A38F-375A6FD6D3B7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52400" cy="3352800"/>
          </a:xfrm>
          <a:prstGeom prst="roundRect">
            <a:avLst>
              <a:gd name="adj" fmla="val 50000"/>
            </a:avLst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identity-card-placeholder">
            <a:extLst>
              <a:ext uri="{FF2B5EF4-FFF2-40B4-BE49-F238E27FC236}">
                <a16:creationId xmlns:a16="http://schemas.microsoft.com/office/drawing/2014/main" xmlns="" id="{C359E04D-4EE1-4859-AD93-CFE585053F27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ILLUSTRATIVE DIGITAL CARD LAYOUT</a:t>
            </a:r>
          </a:p>
        </p:txBody>
      </p:sp>
      <p:sp>
        <p:nvSpPr>
          <p:cNvPr id="9" name="identity-card-tnr">
            <a:extLst>
              <a:ext uri="{FF2B5EF4-FFF2-40B4-BE49-F238E27FC236}">
                <a16:creationId xmlns:a16="http://schemas.microsoft.com/office/drawing/2014/main" xmlns="" id="{A2F3CEBC-6DA0-4F3F-9360-F50AAED7ECA0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114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</a:t>
            </a:r>
          </a:p>
        </p:txBody>
      </p:sp>
      <p:sp>
        <p:nvSpPr>
          <p:cNvPr id="10" name="identity-card-platform">
            <a:extLst>
              <a:ext uri="{FF2B5EF4-FFF2-40B4-BE49-F238E27FC236}">
                <a16:creationId xmlns:a16="http://schemas.microsoft.com/office/drawing/2014/main" xmlns="" id="{AF1CB4A5-E08F-40FF-86DD-2DA03C73FB87}"/>
              </a:ext>
            </a:extLst>
          </p:cNvPr>
          <p:cNvSpPr>
            <a:spLocks noGrp="1"/>
          </p:cNvSpPr>
          <p:nvPr/>
        </p:nvSpPr>
        <p:spPr>
          <a:xfrm>
            <a:off x="1066800" y="322897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</p:txBody>
      </p:sp>
      <p:sp>
        <p:nvSpPr>
          <p:cNvPr id="11" name="identity-photo">
            <a:extLst>
              <a:ext uri="{FF2B5EF4-FFF2-40B4-BE49-F238E27FC236}">
                <a16:creationId xmlns:a16="http://schemas.microsoft.com/office/drawing/2014/main" xmlns="" id="{E0B9C0CA-3304-40D1-BF0D-1A428AA5199C}"/>
              </a:ext>
            </a:extLst>
          </p:cNvPr>
          <p:cNvSpPr>
            <a:spLocks noGrp="1"/>
          </p:cNvSpPr>
          <p:nvPr/>
        </p:nvSpPr>
        <p:spPr>
          <a:xfrm>
            <a:off x="1066800" y="3743325"/>
            <a:ext cx="895350" cy="1066800"/>
          </a:xfrm>
          <a:prstGeom prst="roundRect">
            <a:avLst>
              <a:gd name="adj" fmla="val 14894"/>
            </a:avLst>
          </a:prstGeom>
          <a:solidFill>
            <a:srgbClr val="174E3B"/>
          </a:solidFill>
          <a:ln w="9525">
            <a:solidFill>
              <a:srgbClr val="2D6552"/>
            </a:solidFill>
            <a:prstDash val="solid"/>
          </a:ln>
        </p:spPr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6c9c9d1587e4cd0"/>
              </a:ext>
            </a:extLst>
          </a:blip>
          <a:stretch/>
        </p:blipFill>
        <p:spPr>
          <a:xfrm>
            <a:off x="1314450" y="3981450"/>
            <a:ext cx="400050" cy="400050"/>
          </a:xfrm>
          <a:prstGeom prst="rect">
            <a:avLst/>
          </a:prstGeom>
        </p:spPr>
      </p:pic>
      <p:sp>
        <p:nvSpPr>
          <p:cNvPr id="13" name="identity-member-name">
            <a:extLst>
              <a:ext uri="{FF2B5EF4-FFF2-40B4-BE49-F238E27FC236}">
                <a16:creationId xmlns:a16="http://schemas.microsoft.com/office/drawing/2014/main" xmlns="" id="{9C9719AE-2B9A-40F0-A892-3E44CBF05F89}"/>
              </a:ext>
            </a:extLst>
          </p:cNvPr>
          <p:cNvSpPr>
            <a:spLocks noGrp="1"/>
          </p:cNvSpPr>
          <p:nvPr/>
        </p:nvSpPr>
        <p:spPr>
          <a:xfrm>
            <a:off x="2190750" y="37433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NAME</a:t>
            </a:r>
          </a:p>
        </p:txBody>
      </p:sp>
      <p:sp>
        <p:nvSpPr>
          <p:cNvPr id="14" name="identity-member-id-label">
            <a:extLst>
              <a:ext uri="{FF2B5EF4-FFF2-40B4-BE49-F238E27FC236}">
                <a16:creationId xmlns:a16="http://schemas.microsoft.com/office/drawing/2014/main" xmlns="" id="{D62EAC78-7952-4D7C-A360-64866020D2F0}"/>
              </a:ext>
            </a:extLst>
          </p:cNvPr>
          <p:cNvSpPr>
            <a:spLocks noGrp="1"/>
          </p:cNvSpPr>
          <p:nvPr/>
        </p:nvSpPr>
        <p:spPr>
          <a:xfrm>
            <a:off x="2190750" y="41719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UNIQUE MEMBERSHIP ID</a:t>
            </a:r>
          </a:p>
        </p:txBody>
      </p:sp>
      <p:sp>
        <p:nvSpPr>
          <p:cNvPr id="15" name="identity-member-id">
            <a:extLst>
              <a:ext uri="{FF2B5EF4-FFF2-40B4-BE49-F238E27FC236}">
                <a16:creationId xmlns:a16="http://schemas.microsoft.com/office/drawing/2014/main" xmlns="" id="{6BE463C2-1EDA-4D33-B2A2-7950071D2F41}"/>
              </a:ext>
            </a:extLst>
          </p:cNvPr>
          <p:cNvSpPr>
            <a:spLocks noGrp="1"/>
          </p:cNvSpPr>
          <p:nvPr/>
        </p:nvSpPr>
        <p:spPr>
          <a:xfrm>
            <a:off x="2190750" y="44005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TNR-XXXXXX</a:t>
            </a:r>
          </a:p>
        </p:txBody>
      </p:sp>
      <p:sp>
        <p:nvSpPr>
          <p:cNvPr id="16" name="identity-qr-frame">
            <a:extLst>
              <a:ext uri="{FF2B5EF4-FFF2-40B4-BE49-F238E27FC236}">
                <a16:creationId xmlns:a16="http://schemas.microsoft.com/office/drawing/2014/main" xmlns="" id="{E1C726B0-1602-4DA1-88AB-72FF48BF5770}"/>
              </a:ext>
            </a:extLst>
          </p:cNvPr>
          <p:cNvSpPr>
            <a:spLocks noGrp="1"/>
          </p:cNvSpPr>
          <p:nvPr/>
        </p:nvSpPr>
        <p:spPr>
          <a:xfrm>
            <a:off x="4591050" y="3543300"/>
            <a:ext cx="12001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2c19c0b288d4136"/>
              </a:ext>
            </a:extLst>
          </a:blip>
          <a:stretch/>
        </p:blipFill>
        <p:spPr>
          <a:xfrm>
            <a:off x="4819650" y="3762375"/>
            <a:ext cx="742950" cy="742950"/>
          </a:xfrm>
          <a:prstGeom prst="rect">
            <a:avLst/>
          </a:prstGeom>
        </p:spPr>
      </p:pic>
      <p:sp>
        <p:nvSpPr>
          <p:cNvPr id="18" name="identity-verified">
            <a:extLst>
              <a:ext uri="{FF2B5EF4-FFF2-40B4-BE49-F238E27FC236}">
                <a16:creationId xmlns:a16="http://schemas.microsoft.com/office/drawing/2014/main" xmlns="" id="{82799F45-F7A1-4F4A-AC7D-E46899226C8A}"/>
              </a:ext>
            </a:extLst>
          </p:cNvPr>
          <p:cNvSpPr>
            <a:spLocks noGrp="1"/>
          </p:cNvSpPr>
          <p:nvPr/>
        </p:nvSpPr>
        <p:spPr>
          <a:xfrm>
            <a:off x="4591050" y="4905375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QR VERIFIED</a:t>
            </a:r>
          </a:p>
        </p:txBody>
      </p:sp>
      <p:sp>
        <p:nvSpPr>
          <p:cNvPr id="19" name="identity-list-header">
            <a:extLst>
              <a:ext uri="{FF2B5EF4-FFF2-40B4-BE49-F238E27FC236}">
                <a16:creationId xmlns:a16="http://schemas.microsoft.com/office/drawing/2014/main" xmlns="" id="{DA08FDC2-93CA-4001-BBA9-6400C0DBF18E}"/>
              </a:ext>
            </a:extLst>
          </p:cNvPr>
          <p:cNvSpPr>
            <a:spLocks noGrp="1"/>
          </p:cNvSpPr>
          <p:nvPr/>
        </p:nvSpPr>
        <p:spPr>
          <a:xfrm>
            <a:off x="6858000" y="21717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VERIFICATION LAYER</a:t>
            </a:r>
          </a:p>
        </p:txBody>
      </p:sp>
      <p:sp>
        <p:nvSpPr>
          <p:cNvPr id="20" name="identity-item-0-disc">
            <a:extLst>
              <a:ext uri="{FF2B5EF4-FFF2-40B4-BE49-F238E27FC236}">
                <a16:creationId xmlns:a16="http://schemas.microsoft.com/office/drawing/2014/main" xmlns="" id="{C940474C-298E-4A54-9AD1-0BEA0210D427}"/>
              </a:ext>
            </a:extLst>
          </p:cNvPr>
          <p:cNvSpPr>
            <a:spLocks noGrp="1"/>
          </p:cNvSpPr>
          <p:nvPr/>
        </p:nvSpPr>
        <p:spPr>
          <a:xfrm>
            <a:off x="6858000" y="259080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215ac72687f42d0"/>
              </a:ext>
            </a:extLst>
          </a:blip>
          <a:stretch/>
        </p:blipFill>
        <p:spPr>
          <a:xfrm>
            <a:off x="6958013" y="2690813"/>
            <a:ext cx="200025" cy="200025"/>
          </a:xfrm>
          <a:prstGeom prst="rect">
            <a:avLst/>
          </a:prstGeom>
        </p:spPr>
      </p:pic>
      <p:sp>
        <p:nvSpPr>
          <p:cNvPr id="22" name="identity-item-label-0">
            <a:extLst>
              <a:ext uri="{FF2B5EF4-FFF2-40B4-BE49-F238E27FC236}">
                <a16:creationId xmlns:a16="http://schemas.microsoft.com/office/drawing/2014/main" xmlns="" id="{90D3A7B4-44BE-4CF3-96B8-CCA1F01D3E8D}"/>
              </a:ext>
            </a:extLst>
          </p:cNvPr>
          <p:cNvSpPr>
            <a:spLocks noGrp="1"/>
          </p:cNvSpPr>
          <p:nvPr/>
        </p:nvSpPr>
        <p:spPr>
          <a:xfrm>
            <a:off x="7419975" y="2581275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Unique Membership ID</a:t>
            </a:r>
          </a:p>
        </p:txBody>
      </p:sp>
      <p:sp>
        <p:nvSpPr>
          <p:cNvPr id="23" name="identity-item-1-disc">
            <a:extLst>
              <a:ext uri="{FF2B5EF4-FFF2-40B4-BE49-F238E27FC236}">
                <a16:creationId xmlns:a16="http://schemas.microsoft.com/office/drawing/2014/main" xmlns="" id="{0E64E02E-5D88-4D1E-A949-BAFF399644DF}"/>
              </a:ext>
            </a:extLst>
          </p:cNvPr>
          <p:cNvSpPr>
            <a:spLocks noGrp="1"/>
          </p:cNvSpPr>
          <p:nvPr/>
        </p:nvSpPr>
        <p:spPr>
          <a:xfrm>
            <a:off x="6858000" y="31813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e275832fb114a8a"/>
              </a:ext>
            </a:extLst>
          </a:blip>
          <a:stretch/>
        </p:blipFill>
        <p:spPr>
          <a:xfrm>
            <a:off x="6958013" y="3281363"/>
            <a:ext cx="200025" cy="200025"/>
          </a:xfrm>
          <a:prstGeom prst="rect">
            <a:avLst/>
          </a:prstGeom>
        </p:spPr>
      </p:pic>
      <p:sp>
        <p:nvSpPr>
          <p:cNvPr id="25" name="identity-item-label-1">
            <a:extLst>
              <a:ext uri="{FF2B5EF4-FFF2-40B4-BE49-F238E27FC236}">
                <a16:creationId xmlns:a16="http://schemas.microsoft.com/office/drawing/2014/main" xmlns="" id="{E92D7B54-BAD3-4F40-AFC7-973FBC029EFF}"/>
              </a:ext>
            </a:extLst>
          </p:cNvPr>
          <p:cNvSpPr>
            <a:spLocks noGrp="1"/>
          </p:cNvSpPr>
          <p:nvPr/>
        </p:nvSpPr>
        <p:spPr>
          <a:xfrm>
            <a:off x="7419975" y="3171825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QR-verified Digital Card</a:t>
            </a:r>
          </a:p>
        </p:txBody>
      </p:sp>
      <p:sp>
        <p:nvSpPr>
          <p:cNvPr id="26" name="identity-item-2-disc">
            <a:extLst>
              <a:ext uri="{FF2B5EF4-FFF2-40B4-BE49-F238E27FC236}">
                <a16:creationId xmlns:a16="http://schemas.microsoft.com/office/drawing/2014/main" xmlns="" id="{FE4379BD-572F-4815-B98F-677ECCD1D999}"/>
              </a:ext>
            </a:extLst>
          </p:cNvPr>
          <p:cNvSpPr>
            <a:spLocks noGrp="1"/>
          </p:cNvSpPr>
          <p:nvPr/>
        </p:nvSpPr>
        <p:spPr>
          <a:xfrm>
            <a:off x="6858000" y="377190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cbb6d786d382425a"/>
              </a:ext>
            </a:extLst>
          </a:blip>
          <a:stretch/>
        </p:blipFill>
        <p:spPr>
          <a:xfrm>
            <a:off x="6958013" y="3871913"/>
            <a:ext cx="200025" cy="200025"/>
          </a:xfrm>
          <a:prstGeom prst="rect">
            <a:avLst/>
          </a:prstGeom>
        </p:spPr>
      </p:pic>
      <p:sp>
        <p:nvSpPr>
          <p:cNvPr id="28" name="identity-item-label-2">
            <a:extLst>
              <a:ext uri="{FF2B5EF4-FFF2-40B4-BE49-F238E27FC236}">
                <a16:creationId xmlns:a16="http://schemas.microsoft.com/office/drawing/2014/main" xmlns="" id="{8EC2E5FA-81B4-4DA6-B1EF-82044F189277}"/>
              </a:ext>
            </a:extLst>
          </p:cNvPr>
          <p:cNvSpPr>
            <a:spLocks noGrp="1"/>
          </p:cNvSpPr>
          <p:nvPr/>
        </p:nvSpPr>
        <p:spPr>
          <a:xfrm>
            <a:off x="7419975" y="3762375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9" name="identity-item-3-disc">
            <a:extLst>
              <a:ext uri="{FF2B5EF4-FFF2-40B4-BE49-F238E27FC236}">
                <a16:creationId xmlns:a16="http://schemas.microsoft.com/office/drawing/2014/main" xmlns="" id="{708095BC-8570-4EB3-A23A-FEB2B28D80F0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60c9b66897e4d95"/>
              </a:ext>
            </a:extLst>
          </a:blip>
          <a:stretch/>
        </p:blipFill>
        <p:spPr>
          <a:xfrm>
            <a:off x="6958013" y="4462463"/>
            <a:ext cx="200025" cy="200025"/>
          </a:xfrm>
          <a:prstGeom prst="rect">
            <a:avLst/>
          </a:prstGeom>
        </p:spPr>
      </p:pic>
      <p:sp>
        <p:nvSpPr>
          <p:cNvPr id="31" name="identity-item-label-3">
            <a:extLst>
              <a:ext uri="{FF2B5EF4-FFF2-40B4-BE49-F238E27FC236}">
                <a16:creationId xmlns:a16="http://schemas.microsoft.com/office/drawing/2014/main" xmlns="" id="{559E381C-EDE9-4A47-BF14-59889BDC5070}"/>
              </a:ext>
            </a:extLst>
          </p:cNvPr>
          <p:cNvSpPr>
            <a:spLocks noGrp="1"/>
          </p:cNvSpPr>
          <p:nvPr/>
        </p:nvSpPr>
        <p:spPr>
          <a:xfrm>
            <a:off x="7419975" y="4352925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Reference Number Verification</a:t>
            </a:r>
          </a:p>
        </p:txBody>
      </p:sp>
      <p:sp>
        <p:nvSpPr>
          <p:cNvPr id="32" name="identity-item-4-disc">
            <a:extLst>
              <a:ext uri="{FF2B5EF4-FFF2-40B4-BE49-F238E27FC236}">
                <a16:creationId xmlns:a16="http://schemas.microsoft.com/office/drawing/2014/main" xmlns="" id="{1057D312-B249-4CA0-9BF5-BFC0FDA0E8F1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8d21075556742e3"/>
              </a:ext>
            </a:extLst>
          </a:blip>
          <a:stretch/>
        </p:blipFill>
        <p:spPr>
          <a:xfrm>
            <a:off x="6958013" y="5053013"/>
            <a:ext cx="200025" cy="200025"/>
          </a:xfrm>
          <a:prstGeom prst="rect">
            <a:avLst/>
          </a:prstGeom>
        </p:spPr>
      </p:pic>
      <p:sp>
        <p:nvSpPr>
          <p:cNvPr id="34" name="identity-item-label-4">
            <a:extLst>
              <a:ext uri="{FF2B5EF4-FFF2-40B4-BE49-F238E27FC236}">
                <a16:creationId xmlns:a16="http://schemas.microsoft.com/office/drawing/2014/main" xmlns="" id="{70464C29-BCF7-4FC0-B13F-64E7065ABA50}"/>
              </a:ext>
            </a:extLst>
          </p:cNvPr>
          <p:cNvSpPr>
            <a:spLocks noGrp="1"/>
          </p:cNvSpPr>
          <p:nvPr/>
        </p:nvSpPr>
        <p:spPr>
          <a:xfrm>
            <a:off x="7419975" y="4943475"/>
            <a:ext cx="3695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Secure Member Records</a:t>
            </a:r>
          </a:p>
        </p:txBody>
      </p:sp>
      <p:sp>
        <p:nvSpPr>
          <p:cNvPr id="35" name="identity-trust">
            <a:extLst>
              <a:ext uri="{FF2B5EF4-FFF2-40B4-BE49-F238E27FC236}">
                <a16:creationId xmlns:a16="http://schemas.microsoft.com/office/drawing/2014/main" xmlns="" id="{508DB89C-B864-4A39-8D70-65E4522C165A}"/>
              </a:ext>
            </a:extLst>
          </p:cNvPr>
          <p:cNvSpPr>
            <a:spLocks noGrp="1"/>
          </p:cNvSpPr>
          <p:nvPr/>
        </p:nvSpPr>
        <p:spPr>
          <a:xfrm>
            <a:off x="6858000" y="5657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TRUST, CONFIRMED IN SECONDS</a:t>
            </a:r>
          </a:p>
        </p:txBody>
      </p:sp>
      <p:sp>
        <p:nvSpPr>
          <p:cNvPr id="36" name="footer-rule-6">
            <a:extLst>
              <a:ext uri="{FF2B5EF4-FFF2-40B4-BE49-F238E27FC236}">
                <a16:creationId xmlns:a16="http://schemas.microsoft.com/office/drawing/2014/main" xmlns="" id="{9ED77F39-B8F5-4D89-938E-A5B3042B9D57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37" name="footer-label-6">
            <a:extLst>
              <a:ext uri="{FF2B5EF4-FFF2-40B4-BE49-F238E27FC236}">
                <a16:creationId xmlns:a16="http://schemas.microsoft.com/office/drawing/2014/main" xmlns="" id="{2F996E01-A114-4793-9C07-3D6EF0DB37E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8" name="footer-page-6">
            <a:extLst>
              <a:ext uri="{FF2B5EF4-FFF2-40B4-BE49-F238E27FC236}">
                <a16:creationId xmlns:a16="http://schemas.microsoft.com/office/drawing/2014/main" xmlns="" id="{9B0BE30E-CCA0-4FB4-9EF1-C22395B28EC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2182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4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6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70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4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4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6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4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3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2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1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13" grpId="0"/>
      <p:bldP spid="15" grpId="0"/>
      <p:bldP spid="18" grpId="0"/>
      <p:bldP spid="22" grpId="0"/>
      <p:bldP spid="25" grpId="0"/>
      <p:bldP spid="28" grpId="0"/>
      <p:bldP spid="31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rand-gold-square">
            <a:extLst>
              <a:ext uri="{FF2B5EF4-FFF2-40B4-BE49-F238E27FC236}">
                <a16:creationId xmlns:a16="http://schemas.microsoft.com/office/drawing/2014/main" xmlns="" id="{6E55EBFD-31E7-48C0-8856-10855F41AF8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39C00FBF-8238-4F32-9609-51C82842F925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177082C7-6679-49DA-9C7B-7A37A514942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F47983CE-7262-4B37-81FD-0A543B5F74A5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>
              <a:ext uri="{FF2B5EF4-FFF2-40B4-BE49-F238E27FC236}">
                <a16:creationId xmlns:a16="http://schemas.microsoft.com/office/drawing/2014/main" xmlns="" id="{62415D15-A9CE-45D7-BFE5-28EA1CF20608}"/>
              </a:ext>
            </a:extLst>
          </p:cNvPr>
          <p:cNvSpPr>
            <a:spLocks noGrp="1"/>
          </p:cNvSpPr>
          <p:nvPr/>
        </p:nvSpPr>
        <p:spPr>
          <a:xfrm>
            <a:off x="0" y="1866900"/>
            <a:ext cx="6096000" cy="4191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ai-left-label">
            <a:extLst>
              <a:ext uri="{FF2B5EF4-FFF2-40B4-BE49-F238E27FC236}">
                <a16:creationId xmlns:a16="http://schemas.microsoft.com/office/drawing/2014/main" xmlns="" id="{8C7D00F3-E739-407B-9F45-1D9E90538403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browser-shadow">
            <a:extLst>
              <a:ext uri="{FF2B5EF4-FFF2-40B4-BE49-F238E27FC236}">
                <a16:creationId xmlns:a16="http://schemas.microsoft.com/office/drawing/2014/main" xmlns="" id="{4BB98C58-D7E3-452D-89E5-00246B5A0AA5}"/>
              </a:ext>
            </a:extLst>
          </p:cNvPr>
          <p:cNvSpPr>
            <a:spLocks noGrp="1"/>
          </p:cNvSpPr>
          <p:nvPr/>
        </p:nvSpPr>
        <p:spPr>
          <a:xfrm>
            <a:off x="762000" y="2552700"/>
            <a:ext cx="4533900" cy="2476500"/>
          </a:xfrm>
          <a:prstGeom prst="roundRect">
            <a:avLst>
              <a:gd name="adj" fmla="val 6923"/>
            </a:avLst>
          </a:prstGeom>
          <a:solidFill>
            <a:srgbClr val="000000">
              <a:alpha val="7843"/>
            </a:srgbClr>
          </a:solidFill>
          <a:ln w="0">
            <a:noFill/>
            <a:prstDash val="solid"/>
          </a:ln>
        </p:spPr>
      </p:sp>
      <p:sp>
        <p:nvSpPr>
          <p:cNvPr id="8" name="ai-browser-frame">
            <a:extLst>
              <a:ext uri="{FF2B5EF4-FFF2-40B4-BE49-F238E27FC236}">
                <a16:creationId xmlns:a16="http://schemas.microsoft.com/office/drawing/2014/main" xmlns="" id="{9EC8B3BF-A3DA-43F9-B3A2-42C9ECF81150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533900" cy="24765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sp>
        <p:nvSpPr>
          <p:cNvPr id="9" name="ai-browser-chrome">
            <a:extLst>
              <a:ext uri="{FF2B5EF4-FFF2-40B4-BE49-F238E27FC236}">
                <a16:creationId xmlns:a16="http://schemas.microsoft.com/office/drawing/2014/main" xmlns="" id="{59EE98B9-794B-49B1-A495-C28A2C9B4394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533900" cy="400050"/>
          </a:xfrm>
          <a:prstGeom prst="roundRect">
            <a:avLst>
              <a:gd name="adj" fmla="val 42857"/>
            </a:avLst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10" name="ai-browser-chrome-cover">
            <a:extLst>
              <a:ext uri="{FF2B5EF4-FFF2-40B4-BE49-F238E27FC236}">
                <a16:creationId xmlns:a16="http://schemas.microsoft.com/office/drawing/2014/main" xmlns="" id="{A05152E7-71D7-4A9F-94E4-A4A21E10BD0B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4533900" cy="161925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11" name="ai-browser-dot-0">
            <a:extLst>
              <a:ext uri="{FF2B5EF4-FFF2-40B4-BE49-F238E27FC236}">
                <a16:creationId xmlns:a16="http://schemas.microsoft.com/office/drawing/2014/main" xmlns="" id="{3644A80E-03F2-441C-B4DF-0614C5353999}"/>
              </a:ext>
            </a:extLst>
          </p:cNvPr>
          <p:cNvSpPr>
            <a:spLocks noGrp="1"/>
          </p:cNvSpPr>
          <p:nvPr/>
        </p:nvSpPr>
        <p:spPr>
          <a:xfrm>
            <a:off x="857250" y="2609850"/>
            <a:ext cx="66675" cy="6667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2" name="ai-browser-dot-1">
            <a:extLst>
              <a:ext uri="{FF2B5EF4-FFF2-40B4-BE49-F238E27FC236}">
                <a16:creationId xmlns:a16="http://schemas.microsoft.com/office/drawing/2014/main" xmlns="" id="{361485AA-CDEB-4F39-8EA7-9E324CAC023F}"/>
              </a:ext>
            </a:extLst>
          </p:cNvPr>
          <p:cNvSpPr>
            <a:spLocks noGrp="1"/>
          </p:cNvSpPr>
          <p:nvPr/>
        </p:nvSpPr>
        <p:spPr>
          <a:xfrm>
            <a:off x="1000125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13" name="ai-browser-dot-2">
            <a:extLst>
              <a:ext uri="{FF2B5EF4-FFF2-40B4-BE49-F238E27FC236}">
                <a16:creationId xmlns:a16="http://schemas.microsoft.com/office/drawing/2014/main" xmlns="" id="{B2A13686-95F0-4FE3-81C3-C005431C4347}"/>
              </a:ext>
            </a:extLst>
          </p:cNvPr>
          <p:cNvSpPr>
            <a:spLocks noGrp="1"/>
          </p:cNvSpPr>
          <p:nvPr/>
        </p:nvSpPr>
        <p:spPr>
          <a:xfrm>
            <a:off x="1143000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14" name="ai-browser-label">
            <a:extLst>
              <a:ext uri="{FF2B5EF4-FFF2-40B4-BE49-F238E27FC236}">
                <a16:creationId xmlns:a16="http://schemas.microsoft.com/office/drawing/2014/main" xmlns="" id="{476197F5-06F0-4C1C-9A86-41F3DE2A50E7}"/>
              </a:ext>
            </a:extLst>
          </p:cNvPr>
          <p:cNvSpPr>
            <a:spLocks noGrp="1"/>
          </p:cNvSpPr>
          <p:nvPr/>
        </p:nvSpPr>
        <p:spPr>
          <a:xfrm>
            <a:off x="1409700" y="2533650"/>
            <a:ext cx="3638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AI ASSISTANT</a:t>
            </a:r>
          </a:p>
        </p:txBody>
      </p:sp>
      <p:sp>
        <p:nvSpPr>
          <p:cNvPr id="15" name="ai-avatar">
            <a:extLst>
              <a:ext uri="{FF2B5EF4-FFF2-40B4-BE49-F238E27FC236}">
                <a16:creationId xmlns:a16="http://schemas.microsoft.com/office/drawing/2014/main" xmlns="" id="{E6C2F538-4A3A-4C9B-9165-93154E4B5F41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400050" cy="400050"/>
          </a:xfrm>
          <a:prstGeom prst="ellipse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8b557b39e5284eb4"/>
              </a:ext>
            </a:extLst>
          </a:blip>
          <a:stretch/>
        </p:blipFill>
        <p:spPr>
          <a:xfrm>
            <a:off x="1047750" y="3200400"/>
            <a:ext cx="209550" cy="209550"/>
          </a:xfrm>
          <a:prstGeom prst="rect">
            <a:avLst/>
          </a:prstGeom>
        </p:spPr>
      </p:pic>
      <p:sp>
        <p:nvSpPr>
          <p:cNvPr id="17" name="ai-bubble-1">
            <a:extLst>
              <a:ext uri="{FF2B5EF4-FFF2-40B4-BE49-F238E27FC236}">
                <a16:creationId xmlns:a16="http://schemas.microsoft.com/office/drawing/2014/main" xmlns="" id="{CD83B0A3-AFE0-4C4C-9A84-9A9E524939C6}"/>
              </a:ext>
            </a:extLst>
          </p:cNvPr>
          <p:cNvSpPr>
            <a:spLocks noGrp="1"/>
          </p:cNvSpPr>
          <p:nvPr/>
        </p:nvSpPr>
        <p:spPr>
          <a:xfrm>
            <a:off x="1504950" y="3067050"/>
            <a:ext cx="3143250" cy="533400"/>
          </a:xfrm>
          <a:prstGeom prst="roundRect">
            <a:avLst>
              <a:gd name="adj" fmla="val 26786"/>
            </a:avLst>
          </a:prstGeom>
          <a:solidFill>
            <a:srgbClr val="F6F4EE"/>
          </a:solidFill>
          <a:ln w="0">
            <a:noFill/>
            <a:prstDash val="solid"/>
          </a:ln>
        </p:spPr>
      </p:sp>
      <p:sp>
        <p:nvSpPr>
          <p:cNvPr id="18" name="ai-bubble-1-text">
            <a:extLst>
              <a:ext uri="{FF2B5EF4-FFF2-40B4-BE49-F238E27FC236}">
                <a16:creationId xmlns:a16="http://schemas.microsoft.com/office/drawing/2014/main" xmlns="" id="{E1BE0C12-A36D-4D04-80A5-7356AC974CAF}"/>
              </a:ext>
            </a:extLst>
          </p:cNvPr>
          <p:cNvSpPr>
            <a:spLocks noGrp="1"/>
          </p:cNvSpPr>
          <p:nvPr/>
        </p:nvSpPr>
        <p:spPr>
          <a:xfrm>
            <a:off x="1676400" y="3209925"/>
            <a:ext cx="280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 i="0">
                <a:solidFill>
                  <a:srgbClr val="34423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4423B"/>
                </a:solidFill>
                <a:latin typeface="Aptos"/>
                <a:ea typeface="Aptos"/>
                <a:cs typeface="Aptos"/>
              </a:rPr>
              <a:t>How can I help with your TNR membership?</a:t>
            </a:r>
          </a:p>
        </p:txBody>
      </p:sp>
      <p:sp>
        <p:nvSpPr>
          <p:cNvPr id="19" name="ai-bubble-2">
            <a:extLst>
              <a:ext uri="{FF2B5EF4-FFF2-40B4-BE49-F238E27FC236}">
                <a16:creationId xmlns:a16="http://schemas.microsoft.com/office/drawing/2014/main" xmlns="" id="{47BA3E3E-4D23-4BD9-A41E-ACBE56F7B698}"/>
              </a:ext>
            </a:extLst>
          </p:cNvPr>
          <p:cNvSpPr>
            <a:spLocks noGrp="1"/>
          </p:cNvSpPr>
          <p:nvPr/>
        </p:nvSpPr>
        <p:spPr>
          <a:xfrm>
            <a:off x="2266950" y="3800475"/>
            <a:ext cx="2381250" cy="457200"/>
          </a:xfrm>
          <a:prstGeom prst="roundRect">
            <a:avLst>
              <a:gd name="adj" fmla="val 3125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20" name="ai-bubble-2-text">
            <a:extLst>
              <a:ext uri="{FF2B5EF4-FFF2-40B4-BE49-F238E27FC236}">
                <a16:creationId xmlns:a16="http://schemas.microsoft.com/office/drawing/2014/main" xmlns="" id="{88D1B174-4F2A-4468-9760-E2F47A429B9B}"/>
              </a:ext>
            </a:extLst>
          </p:cNvPr>
          <p:cNvSpPr>
            <a:spLocks noGrp="1"/>
          </p:cNvSpPr>
          <p:nvPr/>
        </p:nvSpPr>
        <p:spPr>
          <a:xfrm>
            <a:off x="2419350" y="3924300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 me to member services.</a:t>
            </a:r>
          </a:p>
        </p:txBody>
      </p:sp>
      <p:sp>
        <p:nvSpPr>
          <p:cNvPr id="21" name="ai-input">
            <a:extLst>
              <a:ext uri="{FF2B5EF4-FFF2-40B4-BE49-F238E27FC236}">
                <a16:creationId xmlns:a16="http://schemas.microsoft.com/office/drawing/2014/main" xmlns="" id="{FEE352EA-4A68-4529-87A6-C3B52704AD11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3695700" cy="266700"/>
          </a:xfrm>
          <a:prstGeom prst="roundRect">
            <a:avLst>
              <a:gd name="adj" fmla="val 50000"/>
            </a:avLst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22" name="ai-check-1-dot">
            <a:extLst>
              <a:ext uri="{FF2B5EF4-FFF2-40B4-BE49-F238E27FC236}">
                <a16:creationId xmlns:a16="http://schemas.microsoft.com/office/drawing/2014/main" xmlns="" id="{F86429A9-F4E4-4E38-BCDB-3475F4292047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70c7717b6f14114"/>
              </a:ext>
            </a:extLst>
          </a:blip>
          <a:stretch/>
        </p:blipFill>
        <p:spPr>
          <a:xfrm>
            <a:off x="762000" y="5257800"/>
            <a:ext cx="152400" cy="152400"/>
          </a:xfrm>
          <a:prstGeom prst="rect">
            <a:avLst/>
          </a:prstGeom>
        </p:spPr>
      </p:pic>
      <p:sp>
        <p:nvSpPr>
          <p:cNvPr id="24" name="ai-check-1-text">
            <a:extLst>
              <a:ext uri="{FF2B5EF4-FFF2-40B4-BE49-F238E27FC236}">
                <a16:creationId xmlns:a16="http://schemas.microsoft.com/office/drawing/2014/main" xmlns="" id="{1D41ECDC-A73D-4AEC-8019-3A5FCD5ED18B}"/>
              </a:ext>
            </a:extLst>
          </p:cNvPr>
          <p:cNvSpPr>
            <a:spLocks noGrp="1"/>
          </p:cNvSpPr>
          <p:nvPr/>
        </p:nvSpPr>
        <p:spPr>
          <a:xfrm>
            <a:off x="1123950" y="51625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25" name="ai-check-2-dot">
            <a:extLst>
              <a:ext uri="{FF2B5EF4-FFF2-40B4-BE49-F238E27FC236}">
                <a16:creationId xmlns:a16="http://schemas.microsoft.com/office/drawing/2014/main" xmlns="" id="{EE85A42E-58F4-4576-98B6-C8AB690EB276}"/>
              </a:ext>
            </a:extLst>
          </p:cNvPr>
          <p:cNvSpPr>
            <a:spLocks noGrp="1"/>
          </p:cNvSpPr>
          <p:nvPr/>
        </p:nvSpPr>
        <p:spPr>
          <a:xfrm>
            <a:off x="3238500" y="5181600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cd17fdcf3a240f5"/>
              </a:ext>
            </a:extLst>
          </a:blip>
          <a:stretch/>
        </p:blipFill>
        <p:spPr>
          <a:xfrm>
            <a:off x="3314700" y="5257800"/>
            <a:ext cx="152400" cy="152400"/>
          </a:xfrm>
          <a:prstGeom prst="rect">
            <a:avLst/>
          </a:prstGeom>
        </p:spPr>
      </p:pic>
      <p:sp>
        <p:nvSpPr>
          <p:cNvPr id="27" name="ai-check-2-text">
            <a:extLst>
              <a:ext uri="{FF2B5EF4-FFF2-40B4-BE49-F238E27FC236}">
                <a16:creationId xmlns:a16="http://schemas.microsoft.com/office/drawing/2014/main" xmlns="" id="{398EEE43-1C3D-455B-8AC9-074B1553A201}"/>
              </a:ext>
            </a:extLst>
          </p:cNvPr>
          <p:cNvSpPr>
            <a:spLocks noGrp="1"/>
          </p:cNvSpPr>
          <p:nvPr/>
        </p:nvSpPr>
        <p:spPr>
          <a:xfrm>
            <a:off x="3676650" y="5162550"/>
            <a:ext cx="1943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28" name="ai-check-3-dot">
            <a:extLst>
              <a:ext uri="{FF2B5EF4-FFF2-40B4-BE49-F238E27FC236}">
                <a16:creationId xmlns:a16="http://schemas.microsoft.com/office/drawing/2014/main" xmlns="" id="{DBC54F18-1A4F-4A22-B9EA-22AB9E39E66A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47eed937cff84f31"/>
              </a:ext>
            </a:extLst>
          </a:blip>
          <a:stretch/>
        </p:blipFill>
        <p:spPr>
          <a:xfrm>
            <a:off x="762000" y="5676900"/>
            <a:ext cx="152400" cy="152400"/>
          </a:xfrm>
          <a:prstGeom prst="rect">
            <a:avLst/>
          </a:prstGeom>
        </p:spPr>
      </p:pic>
      <p:sp>
        <p:nvSpPr>
          <p:cNvPr id="30" name="ai-check-3-text">
            <a:extLst>
              <a:ext uri="{FF2B5EF4-FFF2-40B4-BE49-F238E27FC236}">
                <a16:creationId xmlns:a16="http://schemas.microsoft.com/office/drawing/2014/main" xmlns="" id="{A59ED9B5-C6D6-431F-9341-A2DD7E0D1F44}"/>
              </a:ext>
            </a:extLst>
          </p:cNvPr>
          <p:cNvSpPr>
            <a:spLocks noGrp="1"/>
          </p:cNvSpPr>
          <p:nvPr/>
        </p:nvSpPr>
        <p:spPr>
          <a:xfrm>
            <a:off x="1123950" y="55816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31" name="cv-right-label">
            <a:extLst>
              <a:ext uri="{FF2B5EF4-FFF2-40B4-BE49-F238E27FC236}">
                <a16:creationId xmlns:a16="http://schemas.microsoft.com/office/drawing/2014/main" xmlns="" id="{96D6E245-9C65-466B-8CB6-FE32C4C64F15}"/>
              </a:ext>
            </a:extLst>
          </p:cNvPr>
          <p:cNvSpPr>
            <a:spLocks noGrp="1"/>
          </p:cNvSpPr>
          <p:nvPr/>
        </p:nvSpPr>
        <p:spPr>
          <a:xfrm>
            <a:off x="67437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32" name="cv-browser-shadow">
            <a:extLst>
              <a:ext uri="{FF2B5EF4-FFF2-40B4-BE49-F238E27FC236}">
                <a16:creationId xmlns:a16="http://schemas.microsoft.com/office/drawing/2014/main" xmlns="" id="{FE48C7B2-CB0F-435E-9B57-875C0E55F267}"/>
              </a:ext>
            </a:extLst>
          </p:cNvPr>
          <p:cNvSpPr>
            <a:spLocks noGrp="1"/>
          </p:cNvSpPr>
          <p:nvPr/>
        </p:nvSpPr>
        <p:spPr>
          <a:xfrm>
            <a:off x="6819900" y="2552700"/>
            <a:ext cx="4762500" cy="2476500"/>
          </a:xfrm>
          <a:prstGeom prst="roundRect">
            <a:avLst>
              <a:gd name="adj" fmla="val 6923"/>
            </a:avLst>
          </a:prstGeom>
          <a:solidFill>
            <a:srgbClr val="000000">
              <a:alpha val="7843"/>
            </a:srgbClr>
          </a:solidFill>
          <a:ln w="0">
            <a:noFill/>
            <a:prstDash val="solid"/>
          </a:ln>
        </p:spPr>
      </p:sp>
      <p:sp>
        <p:nvSpPr>
          <p:cNvPr id="33" name="cv-browser-frame">
            <a:extLst>
              <a:ext uri="{FF2B5EF4-FFF2-40B4-BE49-F238E27FC236}">
                <a16:creationId xmlns:a16="http://schemas.microsoft.com/office/drawing/2014/main" xmlns="" id="{2CC8FA35-CFCA-4F85-BFA1-9787353B017C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4762500" cy="24765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sp>
        <p:nvSpPr>
          <p:cNvPr id="34" name="cv-browser-chrome">
            <a:extLst>
              <a:ext uri="{FF2B5EF4-FFF2-40B4-BE49-F238E27FC236}">
                <a16:creationId xmlns:a16="http://schemas.microsoft.com/office/drawing/2014/main" xmlns="" id="{437A10B1-8C5E-4E9F-91C6-13AAD6EFC374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4762500" cy="400050"/>
          </a:xfrm>
          <a:prstGeom prst="roundRect">
            <a:avLst>
              <a:gd name="adj" fmla="val 42857"/>
            </a:avLst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35" name="cv-browser-chrome-cover">
            <a:extLst>
              <a:ext uri="{FF2B5EF4-FFF2-40B4-BE49-F238E27FC236}">
                <a16:creationId xmlns:a16="http://schemas.microsoft.com/office/drawing/2014/main" xmlns="" id="{A60FCC98-CE06-4093-872E-71DDC0BFB796}"/>
              </a:ext>
            </a:extLst>
          </p:cNvPr>
          <p:cNvSpPr>
            <a:spLocks noGrp="1"/>
          </p:cNvSpPr>
          <p:nvPr/>
        </p:nvSpPr>
        <p:spPr>
          <a:xfrm>
            <a:off x="6743700" y="2695575"/>
            <a:ext cx="4762500" cy="161925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36" name="cv-browser-dot-0">
            <a:extLst>
              <a:ext uri="{FF2B5EF4-FFF2-40B4-BE49-F238E27FC236}">
                <a16:creationId xmlns:a16="http://schemas.microsoft.com/office/drawing/2014/main" xmlns="" id="{F6DED801-9622-47B1-B0BA-2780F2724C61}"/>
              </a:ext>
            </a:extLst>
          </p:cNvPr>
          <p:cNvSpPr>
            <a:spLocks noGrp="1"/>
          </p:cNvSpPr>
          <p:nvPr/>
        </p:nvSpPr>
        <p:spPr>
          <a:xfrm>
            <a:off x="6915150" y="2609850"/>
            <a:ext cx="66675" cy="6667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37" name="cv-browser-dot-1">
            <a:extLst>
              <a:ext uri="{FF2B5EF4-FFF2-40B4-BE49-F238E27FC236}">
                <a16:creationId xmlns:a16="http://schemas.microsoft.com/office/drawing/2014/main" xmlns="" id="{FD02A8C8-5152-4456-A07F-7796E6395391}"/>
              </a:ext>
            </a:extLst>
          </p:cNvPr>
          <p:cNvSpPr>
            <a:spLocks noGrp="1"/>
          </p:cNvSpPr>
          <p:nvPr/>
        </p:nvSpPr>
        <p:spPr>
          <a:xfrm>
            <a:off x="7058025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8" name="cv-browser-dot-2">
            <a:extLst>
              <a:ext uri="{FF2B5EF4-FFF2-40B4-BE49-F238E27FC236}">
                <a16:creationId xmlns:a16="http://schemas.microsoft.com/office/drawing/2014/main" xmlns="" id="{098348A0-F941-43E7-A255-0F451CB64446}"/>
              </a:ext>
            </a:extLst>
          </p:cNvPr>
          <p:cNvSpPr>
            <a:spLocks noGrp="1"/>
          </p:cNvSpPr>
          <p:nvPr/>
        </p:nvSpPr>
        <p:spPr>
          <a:xfrm>
            <a:off x="7200900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9" name="cv-browser-label">
            <a:extLst>
              <a:ext uri="{FF2B5EF4-FFF2-40B4-BE49-F238E27FC236}">
                <a16:creationId xmlns:a16="http://schemas.microsoft.com/office/drawing/2014/main" xmlns="" id="{75C7E854-137D-4CAD-B0B5-E6E0D73714C0}"/>
              </a:ext>
            </a:extLst>
          </p:cNvPr>
          <p:cNvSpPr>
            <a:spLocks noGrp="1"/>
          </p:cNvSpPr>
          <p:nvPr/>
        </p:nvSpPr>
        <p:spPr>
          <a:xfrm>
            <a:off x="7467600" y="2533650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40" name="cv-page">
            <a:extLst>
              <a:ext uri="{FF2B5EF4-FFF2-40B4-BE49-F238E27FC236}">
                <a16:creationId xmlns:a16="http://schemas.microsoft.com/office/drawing/2014/main" xmlns="" id="{1E3BBA5C-6A76-4F1E-8CCE-762F0B1685D5}"/>
              </a:ext>
            </a:extLst>
          </p:cNvPr>
          <p:cNvSpPr>
            <a:spLocks noGrp="1"/>
          </p:cNvSpPr>
          <p:nvPr/>
        </p:nvSpPr>
        <p:spPr>
          <a:xfrm>
            <a:off x="7162800" y="2952750"/>
            <a:ext cx="14478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cv-photo">
            <a:extLst>
              <a:ext uri="{FF2B5EF4-FFF2-40B4-BE49-F238E27FC236}">
                <a16:creationId xmlns:a16="http://schemas.microsoft.com/office/drawing/2014/main" xmlns="" id="{5579440D-AE22-44FE-900E-F30D25014677}"/>
              </a:ext>
            </a:extLst>
          </p:cNvPr>
          <p:cNvSpPr>
            <a:spLocks noGrp="1"/>
          </p:cNvSpPr>
          <p:nvPr/>
        </p:nvSpPr>
        <p:spPr>
          <a:xfrm>
            <a:off x="7334250" y="3124200"/>
            <a:ext cx="361950" cy="361950"/>
          </a:xfrm>
          <a:prstGeom prst="ellipse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0c776fe175c4caf"/>
              </a:ext>
            </a:extLst>
          </a:blip>
          <a:stretch/>
        </p:blipFill>
        <p:spPr>
          <a:xfrm>
            <a:off x="7429500" y="3219450"/>
            <a:ext cx="171450" cy="171450"/>
          </a:xfrm>
          <a:prstGeom prst="rect">
            <a:avLst/>
          </a:prstGeom>
        </p:spPr>
      </p:pic>
      <p:sp>
        <p:nvSpPr>
          <p:cNvPr id="43" name="cv-name-line">
            <a:extLst>
              <a:ext uri="{FF2B5EF4-FFF2-40B4-BE49-F238E27FC236}">
                <a16:creationId xmlns:a16="http://schemas.microsoft.com/office/drawing/2014/main" xmlns="" id="{F6FBE131-EF61-4BE4-BE71-E75AE2156B73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514350" cy="5715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44" name="cv-sub-line">
            <a:extLst>
              <a:ext uri="{FF2B5EF4-FFF2-40B4-BE49-F238E27FC236}">
                <a16:creationId xmlns:a16="http://schemas.microsoft.com/office/drawing/2014/main" xmlns="" id="{E5474155-93C2-414F-B12B-76EFD26E5C22}"/>
              </a:ext>
            </a:extLst>
          </p:cNvPr>
          <p:cNvSpPr>
            <a:spLocks noGrp="1"/>
          </p:cNvSpPr>
          <p:nvPr/>
        </p:nvSpPr>
        <p:spPr>
          <a:xfrm>
            <a:off x="7848600" y="3286125"/>
            <a:ext cx="409575" cy="38100"/>
          </a:xfrm>
          <a:prstGeom prst="rect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45" name="cv-line-0">
            <a:extLst>
              <a:ext uri="{FF2B5EF4-FFF2-40B4-BE49-F238E27FC236}">
                <a16:creationId xmlns:a16="http://schemas.microsoft.com/office/drawing/2014/main" xmlns="" id="{DE6902FE-AD68-4660-90BC-E900E4854CEA}"/>
              </a:ext>
            </a:extLst>
          </p:cNvPr>
          <p:cNvSpPr>
            <a:spLocks noGrp="1"/>
          </p:cNvSpPr>
          <p:nvPr/>
        </p:nvSpPr>
        <p:spPr>
          <a:xfrm>
            <a:off x="7334250" y="3676650"/>
            <a:ext cx="1028700" cy="3810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46" name="cv-line-1">
            <a:extLst>
              <a:ext uri="{FF2B5EF4-FFF2-40B4-BE49-F238E27FC236}">
                <a16:creationId xmlns:a16="http://schemas.microsoft.com/office/drawing/2014/main" xmlns="" id="{9C4018EC-FA29-4C5B-99B1-8BD7649AA070}"/>
              </a:ext>
            </a:extLst>
          </p:cNvPr>
          <p:cNvSpPr>
            <a:spLocks noGrp="1"/>
          </p:cNvSpPr>
          <p:nvPr/>
        </p:nvSpPr>
        <p:spPr>
          <a:xfrm>
            <a:off x="7334250" y="3819525"/>
            <a:ext cx="85725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7" name="cv-line-2">
            <a:extLst>
              <a:ext uri="{FF2B5EF4-FFF2-40B4-BE49-F238E27FC236}">
                <a16:creationId xmlns:a16="http://schemas.microsoft.com/office/drawing/2014/main" xmlns="" id="{7D0E2B77-780A-4759-9851-B22B8C6E3DA0}"/>
              </a:ext>
            </a:extLst>
          </p:cNvPr>
          <p:cNvSpPr>
            <a:spLocks noGrp="1"/>
          </p:cNvSpPr>
          <p:nvPr/>
        </p:nvSpPr>
        <p:spPr>
          <a:xfrm>
            <a:off x="7334250" y="396240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8" name="cv-line-3">
            <a:extLst>
              <a:ext uri="{FF2B5EF4-FFF2-40B4-BE49-F238E27FC236}">
                <a16:creationId xmlns:a16="http://schemas.microsoft.com/office/drawing/2014/main" xmlns="" id="{6EBC0AC3-0373-4773-B001-80B4F117A9CB}"/>
              </a:ext>
            </a:extLst>
          </p:cNvPr>
          <p:cNvSpPr>
            <a:spLocks noGrp="1"/>
          </p:cNvSpPr>
          <p:nvPr/>
        </p:nvSpPr>
        <p:spPr>
          <a:xfrm>
            <a:off x="7334250" y="4105275"/>
            <a:ext cx="85725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9" name="cv-line-4">
            <a:extLst>
              <a:ext uri="{FF2B5EF4-FFF2-40B4-BE49-F238E27FC236}">
                <a16:creationId xmlns:a16="http://schemas.microsoft.com/office/drawing/2014/main" xmlns="" id="{1CC18FB6-ECBE-4AC2-9A0E-DDC86926EBF9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50" name="cv-arrow-copy">
            <a:extLst>
              <a:ext uri="{FF2B5EF4-FFF2-40B4-BE49-F238E27FC236}">
                <a16:creationId xmlns:a16="http://schemas.microsoft.com/office/drawing/2014/main" xmlns="" id="{AA7BFF43-FABD-465B-B04A-B3B618A64483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3c43f8f55d74588"/>
              </a:ext>
            </a:extLst>
          </a:blip>
          <a:stretch/>
        </p:blipFill>
        <p:spPr>
          <a:xfrm>
            <a:off x="9601200" y="3476625"/>
            <a:ext cx="438150" cy="438150"/>
          </a:xfrm>
          <a:prstGeom prst="rect">
            <a:avLst/>
          </a:prstGeom>
        </p:spPr>
      </p:pic>
      <p:sp>
        <p:nvSpPr>
          <p:cNvPr id="52" name="cv-output-copy">
            <a:extLst>
              <a:ext uri="{FF2B5EF4-FFF2-40B4-BE49-F238E27FC236}">
                <a16:creationId xmlns:a16="http://schemas.microsoft.com/office/drawing/2014/main" xmlns="" id="{8CB67B11-3FB7-4C5D-9D57-D1E0399EBB04}"/>
              </a:ext>
            </a:extLst>
          </p:cNvPr>
          <p:cNvSpPr>
            <a:spLocks noGrp="1"/>
          </p:cNvSpPr>
          <p:nvPr/>
        </p:nvSpPr>
        <p:spPr>
          <a:xfrm>
            <a:off x="8991600" y="40481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53" name="cv-check-1-dot">
            <a:extLst>
              <a:ext uri="{FF2B5EF4-FFF2-40B4-BE49-F238E27FC236}">
                <a16:creationId xmlns:a16="http://schemas.microsoft.com/office/drawing/2014/main" xmlns="" id="{046CB52B-2309-4ADA-BA64-85CE0A2ACA8A}"/>
              </a:ext>
            </a:extLst>
          </p:cNvPr>
          <p:cNvSpPr>
            <a:spLocks noGrp="1"/>
          </p:cNvSpPr>
          <p:nvPr/>
        </p:nvSpPr>
        <p:spPr>
          <a:xfrm>
            <a:off x="6743700" y="51816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115" name="Picture 1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611982b59144f41"/>
              </a:ext>
            </a:extLst>
          </a:blip>
          <a:stretch/>
        </p:blipFill>
        <p:spPr>
          <a:xfrm>
            <a:off x="6819900" y="5257800"/>
            <a:ext cx="152400" cy="152400"/>
          </a:xfrm>
          <a:prstGeom prst="rect">
            <a:avLst/>
          </a:prstGeom>
        </p:spPr>
      </p:pic>
      <p:sp>
        <p:nvSpPr>
          <p:cNvPr id="55" name="cv-check-1-text">
            <a:extLst>
              <a:ext uri="{FF2B5EF4-FFF2-40B4-BE49-F238E27FC236}">
                <a16:creationId xmlns:a16="http://schemas.microsoft.com/office/drawing/2014/main" xmlns="" id="{B6DD3AFA-EBB6-47E1-9381-D8C1BA53A2FC}"/>
              </a:ext>
            </a:extLst>
          </p:cNvPr>
          <p:cNvSpPr>
            <a:spLocks noGrp="1"/>
          </p:cNvSpPr>
          <p:nvPr/>
        </p:nvSpPr>
        <p:spPr>
          <a:xfrm>
            <a:off x="7181850" y="51625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56" name="cv-check-2-dot">
            <a:extLst>
              <a:ext uri="{FF2B5EF4-FFF2-40B4-BE49-F238E27FC236}">
                <a16:creationId xmlns:a16="http://schemas.microsoft.com/office/drawing/2014/main" xmlns="" id="{26347870-20FF-44D0-B233-5959DB37D1AD}"/>
              </a:ext>
            </a:extLst>
          </p:cNvPr>
          <p:cNvSpPr>
            <a:spLocks noGrp="1"/>
          </p:cNvSpPr>
          <p:nvPr/>
        </p:nvSpPr>
        <p:spPr>
          <a:xfrm>
            <a:off x="6743700" y="56007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118" name="Picture 1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457184c27ba499a"/>
              </a:ext>
            </a:extLst>
          </a:blip>
          <a:stretch/>
        </p:blipFill>
        <p:spPr>
          <a:xfrm>
            <a:off x="6819900" y="5676900"/>
            <a:ext cx="152400" cy="152400"/>
          </a:xfrm>
          <a:prstGeom prst="rect">
            <a:avLst/>
          </a:prstGeom>
        </p:spPr>
      </p:pic>
      <p:sp>
        <p:nvSpPr>
          <p:cNvPr id="58" name="cv-check-2-text">
            <a:extLst>
              <a:ext uri="{FF2B5EF4-FFF2-40B4-BE49-F238E27FC236}">
                <a16:creationId xmlns:a16="http://schemas.microsoft.com/office/drawing/2014/main" xmlns="" id="{C69606D0-A097-4339-AD38-13B1B79F09BE}"/>
              </a:ext>
            </a:extLst>
          </p:cNvPr>
          <p:cNvSpPr>
            <a:spLocks noGrp="1"/>
          </p:cNvSpPr>
          <p:nvPr/>
        </p:nvSpPr>
        <p:spPr>
          <a:xfrm>
            <a:off x="7181850" y="55816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9" name="footer-rule-7">
            <a:extLst>
              <a:ext uri="{FF2B5EF4-FFF2-40B4-BE49-F238E27FC236}">
                <a16:creationId xmlns:a16="http://schemas.microsoft.com/office/drawing/2014/main" xmlns="" id="{0DCD9C2D-6AF2-4104-ACC3-74AE2E6ED5C4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60" name="footer-label-7">
            <a:extLst>
              <a:ext uri="{FF2B5EF4-FFF2-40B4-BE49-F238E27FC236}">
                <a16:creationId xmlns:a16="http://schemas.microsoft.com/office/drawing/2014/main" xmlns="" id="{100F40A8-4113-4C40-978E-D62FC0204C4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61" name="footer-page-7">
            <a:extLst>
              <a:ext uri="{FF2B5EF4-FFF2-40B4-BE49-F238E27FC236}">
                <a16:creationId xmlns:a16="http://schemas.microsoft.com/office/drawing/2014/main" xmlns="" id="{ECCF0597-25FB-404A-8D91-784E5F37B5B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4488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4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8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6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4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2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8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4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4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6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84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8" grpId="0"/>
      <p:bldP spid="20" grpId="0"/>
      <p:bldP spid="24" grpId="0"/>
      <p:bldP spid="27" grpId="0"/>
      <p:bldP spid="30" grpId="0"/>
      <p:bldP spid="31" grpId="0"/>
      <p:bldP spid="52" grpId="0"/>
      <p:bldP spid="55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rand-gold-square">
            <a:extLst>
              <a:ext uri="{FF2B5EF4-FFF2-40B4-BE49-F238E27FC236}">
                <a16:creationId xmlns:a16="http://schemas.microsoft.com/office/drawing/2014/main" xmlns="" id="{37368AAB-B321-42AF-A859-5D5AC4DD1A9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C15B3E4C-74C5-4286-9DB1-8D5C94647054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F4E2ECDA-C3B9-4AD8-BC52-98C0991B6D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3656B6A0-13FC-4956-B03F-BD1DDDAE3F08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divider-band">
            <a:extLst>
              <a:ext uri="{FF2B5EF4-FFF2-40B4-BE49-F238E27FC236}">
                <a16:creationId xmlns:a16="http://schemas.microsoft.com/office/drawing/2014/main" xmlns="" id="{694C6DF0-6107-4983-8EEF-FE77DFC436A9}"/>
              </a:ext>
            </a:extLst>
          </p:cNvPr>
          <p:cNvSpPr>
            <a:spLocks noGrp="1"/>
          </p:cNvSpPr>
          <p:nvPr/>
        </p:nvSpPr>
        <p:spPr>
          <a:xfrm>
            <a:off x="5886450" y="1924050"/>
            <a:ext cx="19050" cy="3981450"/>
          </a:xfrm>
          <a:prstGeom prst="rect">
            <a:avLst/>
          </a:prstGeom>
          <a:solidFill>
            <a:srgbClr val="2D6552"/>
          </a:solidFill>
          <a:ln w="0">
            <a:noFill/>
            <a:prstDash val="solid"/>
          </a:ln>
        </p:spPr>
      </p:sp>
      <p:sp>
        <p:nvSpPr>
          <p:cNvPr id="6" name="election-left-header">
            <a:extLst>
              <a:ext uri="{FF2B5EF4-FFF2-40B4-BE49-F238E27FC236}">
                <a16:creationId xmlns:a16="http://schemas.microsoft.com/office/drawing/2014/main" xmlns="" id="{FCE3B8A8-FF23-4350-A5CD-D7611D4568B7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7" name="election-left-big">
            <a:extLst>
              <a:ext uri="{FF2B5EF4-FFF2-40B4-BE49-F238E27FC236}">
                <a16:creationId xmlns:a16="http://schemas.microsoft.com/office/drawing/2014/main" xmlns="" id="{8ABD15D9-CA36-4B4E-9243-274EE2FA7301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8" name="vote-item-0-disc">
            <a:extLst>
              <a:ext uri="{FF2B5EF4-FFF2-40B4-BE49-F238E27FC236}">
                <a16:creationId xmlns:a16="http://schemas.microsoft.com/office/drawing/2014/main" xmlns="" id="{D8FC5CC1-F190-4311-A4DC-45B9E984C299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3ce096dadd14295"/>
              </a:ext>
            </a:extLst>
          </a:blip>
          <a:stretch/>
        </p:blipFill>
        <p:spPr>
          <a:xfrm>
            <a:off x="809625" y="3838575"/>
            <a:ext cx="247650" cy="247650"/>
          </a:xfrm>
          <a:prstGeom prst="rect">
            <a:avLst/>
          </a:prstGeom>
        </p:spPr>
      </p:pic>
      <p:sp>
        <p:nvSpPr>
          <p:cNvPr id="10" name="vote-label-0">
            <a:extLst>
              <a:ext uri="{FF2B5EF4-FFF2-40B4-BE49-F238E27FC236}">
                <a16:creationId xmlns:a16="http://schemas.microsoft.com/office/drawing/2014/main" xmlns="" id="{095495A2-6E9F-4F17-8242-6C77CADCC4C7}"/>
              </a:ext>
            </a:extLst>
          </p:cNvPr>
          <p:cNvSpPr>
            <a:spLocks noGrp="1"/>
          </p:cNvSpPr>
          <p:nvPr/>
        </p:nvSpPr>
        <p:spPr>
          <a:xfrm>
            <a:off x="1333500" y="370522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1" name="vote-item-1-disc">
            <a:extLst>
              <a:ext uri="{FF2B5EF4-FFF2-40B4-BE49-F238E27FC236}">
                <a16:creationId xmlns:a16="http://schemas.microsoft.com/office/drawing/2014/main" xmlns="" id="{434D32F5-3803-441E-9395-BB1F351E56F5}"/>
              </a:ext>
            </a:extLst>
          </p:cNvPr>
          <p:cNvSpPr>
            <a:spLocks noGrp="1"/>
          </p:cNvSpPr>
          <p:nvPr/>
        </p:nvSpPr>
        <p:spPr>
          <a:xfrm>
            <a:off x="3162300" y="371475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191b4c1da114573"/>
              </a:ext>
            </a:extLst>
          </a:blip>
          <a:stretch/>
        </p:blipFill>
        <p:spPr>
          <a:xfrm>
            <a:off x="3286125" y="3838575"/>
            <a:ext cx="247650" cy="247650"/>
          </a:xfrm>
          <a:prstGeom prst="rect">
            <a:avLst/>
          </a:prstGeom>
        </p:spPr>
      </p:pic>
      <p:sp>
        <p:nvSpPr>
          <p:cNvPr id="13" name="vote-label-1">
            <a:extLst>
              <a:ext uri="{FF2B5EF4-FFF2-40B4-BE49-F238E27FC236}">
                <a16:creationId xmlns:a16="http://schemas.microsoft.com/office/drawing/2014/main" xmlns="" id="{7DA7608A-893C-4703-961A-9783CB5F5BC4}"/>
              </a:ext>
            </a:extLst>
          </p:cNvPr>
          <p:cNvSpPr>
            <a:spLocks noGrp="1"/>
          </p:cNvSpPr>
          <p:nvPr/>
        </p:nvSpPr>
        <p:spPr>
          <a:xfrm>
            <a:off x="3810000" y="370522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4" name="vote-item-2-disc">
            <a:extLst>
              <a:ext uri="{FF2B5EF4-FFF2-40B4-BE49-F238E27FC236}">
                <a16:creationId xmlns:a16="http://schemas.microsoft.com/office/drawing/2014/main" xmlns="" id="{C308CBEA-A30A-4D3F-9C7A-9D9CCD9FF5B7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692f8ddb6214567"/>
              </a:ext>
            </a:extLst>
          </a:blip>
          <a:stretch/>
        </p:blipFill>
        <p:spPr>
          <a:xfrm>
            <a:off x="809625" y="4810125"/>
            <a:ext cx="247650" cy="247650"/>
          </a:xfrm>
          <a:prstGeom prst="rect">
            <a:avLst/>
          </a:prstGeom>
        </p:spPr>
      </p:pic>
      <p:sp>
        <p:nvSpPr>
          <p:cNvPr id="16" name="vote-label-2">
            <a:extLst>
              <a:ext uri="{FF2B5EF4-FFF2-40B4-BE49-F238E27FC236}">
                <a16:creationId xmlns:a16="http://schemas.microsoft.com/office/drawing/2014/main" xmlns="" id="{1F46FA40-F12D-4050-B763-A5F62EB12990}"/>
              </a:ext>
            </a:extLst>
          </p:cNvPr>
          <p:cNvSpPr>
            <a:spLocks noGrp="1"/>
          </p:cNvSpPr>
          <p:nvPr/>
        </p:nvSpPr>
        <p:spPr>
          <a:xfrm>
            <a:off x="1333500" y="46767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7" name="vote-item-3-disc">
            <a:extLst>
              <a:ext uri="{FF2B5EF4-FFF2-40B4-BE49-F238E27FC236}">
                <a16:creationId xmlns:a16="http://schemas.microsoft.com/office/drawing/2014/main" xmlns="" id="{DD78BE53-E428-41BE-8322-8419C07786A7}"/>
              </a:ext>
            </a:extLst>
          </p:cNvPr>
          <p:cNvSpPr>
            <a:spLocks noGrp="1"/>
          </p:cNvSpPr>
          <p:nvPr/>
        </p:nvSpPr>
        <p:spPr>
          <a:xfrm>
            <a:off x="3162300" y="468630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1b6d1ab612245f7"/>
              </a:ext>
            </a:extLst>
          </a:blip>
          <a:stretch/>
        </p:blipFill>
        <p:spPr>
          <a:xfrm>
            <a:off x="3286125" y="4810125"/>
            <a:ext cx="247650" cy="247650"/>
          </a:xfrm>
          <a:prstGeom prst="rect">
            <a:avLst/>
          </a:prstGeom>
        </p:spPr>
      </p:pic>
      <p:sp>
        <p:nvSpPr>
          <p:cNvPr id="19" name="vote-label-3">
            <a:extLst>
              <a:ext uri="{FF2B5EF4-FFF2-40B4-BE49-F238E27FC236}">
                <a16:creationId xmlns:a16="http://schemas.microsoft.com/office/drawing/2014/main" xmlns="" id="{DE6741BB-7DD5-46D0-9D47-694FCD0E410B}"/>
              </a:ext>
            </a:extLst>
          </p:cNvPr>
          <p:cNvSpPr>
            <a:spLocks noGrp="1"/>
          </p:cNvSpPr>
          <p:nvPr/>
        </p:nvSpPr>
        <p:spPr>
          <a:xfrm>
            <a:off x="3810000" y="46767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0" name="org-right-header">
            <a:extLst>
              <a:ext uri="{FF2B5EF4-FFF2-40B4-BE49-F238E27FC236}">
                <a16:creationId xmlns:a16="http://schemas.microsoft.com/office/drawing/2014/main" xmlns="" id="{59DF6DBC-C654-460F-B483-9565322C908B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1" name="org-right-big">
            <a:extLst>
              <a:ext uri="{FF2B5EF4-FFF2-40B4-BE49-F238E27FC236}">
                <a16:creationId xmlns:a16="http://schemas.microsoft.com/office/drawing/2014/main" xmlns="" id="{CBED9E08-5445-4D72-8D84-CC90455804EF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Clear workflows.</a:t>
            </a:r>
          </a:p>
          <a:p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Visible responsibility.</a:t>
            </a:r>
          </a:p>
        </p:txBody>
      </p:sp>
      <p:sp>
        <p:nvSpPr>
          <p:cNvPr id="22" name="org-item-0-disc">
            <a:extLst>
              <a:ext uri="{FF2B5EF4-FFF2-40B4-BE49-F238E27FC236}">
                <a16:creationId xmlns:a16="http://schemas.microsoft.com/office/drawing/2014/main" xmlns="" id="{5DA29D3C-30A6-4944-BB70-FD2E2046B485}"/>
              </a:ext>
            </a:extLst>
          </p:cNvPr>
          <p:cNvSpPr>
            <a:spLocks noGrp="1"/>
          </p:cNvSpPr>
          <p:nvPr/>
        </p:nvSpPr>
        <p:spPr>
          <a:xfrm>
            <a:off x="6572250" y="3648075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54375c131c84f9a"/>
              </a:ext>
            </a:extLst>
          </a:blip>
          <a:stretch/>
        </p:blipFill>
        <p:spPr>
          <a:xfrm>
            <a:off x="6686550" y="3762375"/>
            <a:ext cx="228600" cy="228600"/>
          </a:xfrm>
          <a:prstGeom prst="rect">
            <a:avLst/>
          </a:prstGeom>
        </p:spPr>
      </p:pic>
      <p:sp>
        <p:nvSpPr>
          <p:cNvPr id="24" name="org-label-0">
            <a:extLst>
              <a:ext uri="{FF2B5EF4-FFF2-40B4-BE49-F238E27FC236}">
                <a16:creationId xmlns:a16="http://schemas.microsoft.com/office/drawing/2014/main" xmlns="" id="{B92ADBC7-D0A0-4063-8713-3C31013BFAFA}"/>
              </a:ext>
            </a:extLst>
          </p:cNvPr>
          <p:cNvSpPr>
            <a:spLocks noGrp="1"/>
          </p:cNvSpPr>
          <p:nvPr/>
        </p:nvSpPr>
        <p:spPr>
          <a:xfrm>
            <a:off x="7181850" y="363855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5" name="org-desc-0">
            <a:extLst>
              <a:ext uri="{FF2B5EF4-FFF2-40B4-BE49-F238E27FC236}">
                <a16:creationId xmlns:a16="http://schemas.microsoft.com/office/drawing/2014/main" xmlns="" id="{03E1B2F6-DF64-4F6D-A09E-267F9A224E5B}"/>
              </a:ext>
            </a:extLst>
          </p:cNvPr>
          <p:cNvSpPr>
            <a:spLocks noGrp="1"/>
          </p:cNvSpPr>
          <p:nvPr/>
        </p:nvSpPr>
        <p:spPr>
          <a:xfrm>
            <a:off x="7181850" y="39433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Structured evaluation</a:t>
            </a:r>
          </a:p>
        </p:txBody>
      </p:sp>
      <p:sp>
        <p:nvSpPr>
          <p:cNvPr id="26" name="org-item-1-disc">
            <a:extLst>
              <a:ext uri="{FF2B5EF4-FFF2-40B4-BE49-F238E27FC236}">
                <a16:creationId xmlns:a16="http://schemas.microsoft.com/office/drawing/2014/main" xmlns="" id="{165156C4-65F6-4A6F-B9E3-43F86A089095}"/>
              </a:ext>
            </a:extLst>
          </p:cNvPr>
          <p:cNvSpPr>
            <a:spLocks noGrp="1"/>
          </p:cNvSpPr>
          <p:nvPr/>
        </p:nvSpPr>
        <p:spPr>
          <a:xfrm>
            <a:off x="6572250" y="4352925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bbaf0adae834475"/>
              </a:ext>
            </a:extLst>
          </a:blip>
          <a:stretch/>
        </p:blipFill>
        <p:spPr>
          <a:xfrm>
            <a:off x="6686550" y="4467225"/>
            <a:ext cx="228600" cy="228600"/>
          </a:xfrm>
          <a:prstGeom prst="rect">
            <a:avLst/>
          </a:prstGeom>
        </p:spPr>
      </p:pic>
      <p:sp>
        <p:nvSpPr>
          <p:cNvPr id="28" name="org-label-1">
            <a:extLst>
              <a:ext uri="{FF2B5EF4-FFF2-40B4-BE49-F238E27FC236}">
                <a16:creationId xmlns:a16="http://schemas.microsoft.com/office/drawing/2014/main" xmlns="" id="{180F0840-53E4-43A7-8417-1A70A2508431}"/>
              </a:ext>
            </a:extLst>
          </p:cNvPr>
          <p:cNvSpPr>
            <a:spLocks noGrp="1"/>
          </p:cNvSpPr>
          <p:nvPr/>
        </p:nvSpPr>
        <p:spPr>
          <a:xfrm>
            <a:off x="7181850" y="434340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29" name="org-desc-1">
            <a:extLst>
              <a:ext uri="{FF2B5EF4-FFF2-40B4-BE49-F238E27FC236}">
                <a16:creationId xmlns:a16="http://schemas.microsoft.com/office/drawing/2014/main" xmlns="" id="{614F7509-7504-410B-B3D8-BC27CAD0EA29}"/>
              </a:ext>
            </a:extLst>
          </p:cNvPr>
          <p:cNvSpPr>
            <a:spLocks noGrp="1"/>
          </p:cNvSpPr>
          <p:nvPr/>
        </p:nvSpPr>
        <p:spPr>
          <a:xfrm>
            <a:off x="7181850" y="46482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Central executive coordination</a:t>
            </a:r>
          </a:p>
        </p:txBody>
      </p:sp>
      <p:sp>
        <p:nvSpPr>
          <p:cNvPr id="30" name="org-item-2-disc">
            <a:extLst>
              <a:ext uri="{FF2B5EF4-FFF2-40B4-BE49-F238E27FC236}">
                <a16:creationId xmlns:a16="http://schemas.microsoft.com/office/drawing/2014/main" xmlns="" id="{2D7690A8-F1C2-4519-9068-03C00725CD2A}"/>
              </a:ext>
            </a:extLst>
          </p:cNvPr>
          <p:cNvSpPr>
            <a:spLocks noGrp="1"/>
          </p:cNvSpPr>
          <p:nvPr/>
        </p:nvSpPr>
        <p:spPr>
          <a:xfrm>
            <a:off x="6572250" y="5057775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6a993d3460a24777"/>
              </a:ext>
            </a:extLst>
          </a:blip>
          <a:stretch/>
        </p:blipFill>
        <p:spPr>
          <a:xfrm>
            <a:off x="6686550" y="5172075"/>
            <a:ext cx="228600" cy="228600"/>
          </a:xfrm>
          <a:prstGeom prst="rect">
            <a:avLst/>
          </a:prstGeom>
        </p:spPr>
      </p:pic>
      <p:sp>
        <p:nvSpPr>
          <p:cNvPr id="32" name="org-label-2">
            <a:extLst>
              <a:ext uri="{FF2B5EF4-FFF2-40B4-BE49-F238E27FC236}">
                <a16:creationId xmlns:a16="http://schemas.microsoft.com/office/drawing/2014/main" xmlns="" id="{FDA18215-00DA-43C6-B1B4-8B5C83A24C69}"/>
              </a:ext>
            </a:extLst>
          </p:cNvPr>
          <p:cNvSpPr>
            <a:spLocks noGrp="1"/>
          </p:cNvSpPr>
          <p:nvPr/>
        </p:nvSpPr>
        <p:spPr>
          <a:xfrm>
            <a:off x="7181850" y="504825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33" name="org-desc-2">
            <a:extLst>
              <a:ext uri="{FF2B5EF4-FFF2-40B4-BE49-F238E27FC236}">
                <a16:creationId xmlns:a16="http://schemas.microsoft.com/office/drawing/2014/main" xmlns="" id="{D1CFB0D7-3EBA-4452-A136-2DEA410ACAA6}"/>
              </a:ext>
            </a:extLst>
          </p:cNvPr>
          <p:cNvSpPr>
            <a:spLocks noGrp="1"/>
          </p:cNvSpPr>
          <p:nvPr/>
        </p:nvSpPr>
        <p:spPr>
          <a:xfrm>
            <a:off x="7181850" y="53530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Connected oversight</a:t>
            </a:r>
          </a:p>
        </p:txBody>
      </p:sp>
      <p:sp>
        <p:nvSpPr>
          <p:cNvPr id="34" name="footer-rule-8">
            <a:extLst>
              <a:ext uri="{FF2B5EF4-FFF2-40B4-BE49-F238E27FC236}">
                <a16:creationId xmlns:a16="http://schemas.microsoft.com/office/drawing/2014/main" xmlns="" id="{36CF14A9-9E2C-4522-AE38-38342C2E19DC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5" name="footer-label-8">
            <a:extLst>
              <a:ext uri="{FF2B5EF4-FFF2-40B4-BE49-F238E27FC236}">
                <a16:creationId xmlns:a16="http://schemas.microsoft.com/office/drawing/2014/main" xmlns="" id="{CDBF75CF-6988-44ED-A4F5-C06DCE01015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6" name="footer-page-8">
            <a:extLst>
              <a:ext uri="{FF2B5EF4-FFF2-40B4-BE49-F238E27FC236}">
                <a16:creationId xmlns:a16="http://schemas.microsoft.com/office/drawing/2014/main" xmlns="" id="{7DC4A1CB-3682-4415-8175-73B2149136E2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1469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8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7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8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8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8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8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3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3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63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7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0" grpId="0"/>
      <p:bldP spid="13" grpId="0"/>
      <p:bldP spid="16" grpId="0"/>
      <p:bldP spid="19" grpId="0"/>
      <p:bldP spid="21" grpId="0"/>
      <p:bldP spid="24" grpId="0"/>
      <p:bldP spid="25" grpId="0"/>
      <p:bldP spid="28" grpId="0"/>
      <p:bldP spid="29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rand-gold-square">
            <a:extLst>
              <a:ext uri="{FF2B5EF4-FFF2-40B4-BE49-F238E27FC236}">
                <a16:creationId xmlns:a16="http://schemas.microsoft.com/office/drawing/2014/main" xmlns="" id="{59B8B8D8-F7AE-4F8A-A36A-D829C7CB51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A539AD76-682F-467B-8C4B-F56F4DFF2439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3E0F6E63-7FB8-4364-88CB-150BFB1CCB0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2ABFE66A-0C72-4AD7-AA5F-023E9C720DA5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>
              <a:ext uri="{FF2B5EF4-FFF2-40B4-BE49-F238E27FC236}">
                <a16:creationId xmlns:a16="http://schemas.microsoft.com/office/drawing/2014/main" xmlns="" id="{56138A3B-5FD9-439C-B36E-63F540ACEF22}"/>
              </a:ext>
            </a:extLst>
          </p:cNvPr>
          <p:cNvSpPr>
            <a:spLocks noGrp="1"/>
          </p:cNvSpPr>
          <p:nvPr/>
        </p:nvSpPr>
        <p:spPr>
          <a:xfrm>
            <a:off x="3543300" y="25146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>
              <a:ext uri="{FF2B5EF4-FFF2-40B4-BE49-F238E27FC236}">
                <a16:creationId xmlns:a16="http://schemas.microsoft.com/office/drawing/2014/main" xmlns="" id="{10ECA80C-B338-4ABE-A2D2-AAEAC36BB591}"/>
              </a:ext>
            </a:extLst>
          </p:cNvPr>
          <p:cNvSpPr>
            <a:spLocks noGrp="1"/>
          </p:cNvSpPr>
          <p:nvPr/>
        </p:nvSpPr>
        <p:spPr>
          <a:xfrm>
            <a:off x="3543300" y="34099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>
              <a:ext uri="{FF2B5EF4-FFF2-40B4-BE49-F238E27FC236}">
                <a16:creationId xmlns:a16="http://schemas.microsoft.com/office/drawing/2014/main" xmlns="" id="{8AA6398E-096E-467B-B717-735C8AC3D4CB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>
              <a:ext uri="{FF2B5EF4-FFF2-40B4-BE49-F238E27FC236}">
                <a16:creationId xmlns:a16="http://schemas.microsoft.com/office/drawing/2014/main" xmlns="" id="{747669C4-0E1B-40E8-BB6D-492C11233977}"/>
              </a:ext>
            </a:extLst>
          </p:cNvPr>
          <p:cNvSpPr>
            <a:spLocks noGrp="1"/>
          </p:cNvSpPr>
          <p:nvPr/>
        </p:nvSpPr>
        <p:spPr>
          <a:xfrm>
            <a:off x="3543300" y="52006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>
              <a:ext uri="{FF2B5EF4-FFF2-40B4-BE49-F238E27FC236}">
                <a16:creationId xmlns:a16="http://schemas.microsoft.com/office/drawing/2014/main" xmlns="" id="{A834E252-7054-4993-B418-5ABD936558B6}"/>
              </a:ext>
            </a:extLst>
          </p:cNvPr>
          <p:cNvSpPr>
            <a:spLocks noGrp="1"/>
          </p:cNvSpPr>
          <p:nvPr/>
        </p:nvSpPr>
        <p:spPr>
          <a:xfrm>
            <a:off x="7315200" y="25146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>
              <a:ext uri="{FF2B5EF4-FFF2-40B4-BE49-F238E27FC236}">
                <a16:creationId xmlns:a16="http://schemas.microsoft.com/office/drawing/2014/main" xmlns="" id="{BAEA09EF-9DE8-44AA-B1CA-04934366B5BC}"/>
              </a:ext>
            </a:extLst>
          </p:cNvPr>
          <p:cNvSpPr>
            <a:spLocks noGrp="1"/>
          </p:cNvSpPr>
          <p:nvPr/>
        </p:nvSpPr>
        <p:spPr>
          <a:xfrm>
            <a:off x="7315200" y="34099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>
              <a:ext uri="{FF2B5EF4-FFF2-40B4-BE49-F238E27FC236}">
                <a16:creationId xmlns:a16="http://schemas.microsoft.com/office/drawing/2014/main" xmlns="" id="{FB609B70-3F49-483C-AA65-C28FBE7772F2}"/>
              </a:ext>
            </a:extLst>
          </p:cNvPr>
          <p:cNvSpPr>
            <a:spLocks noGrp="1"/>
          </p:cNvSpPr>
          <p:nvPr/>
        </p:nvSpPr>
        <p:spPr>
          <a:xfrm>
            <a:off x="7315200" y="43053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>
              <a:ext uri="{FF2B5EF4-FFF2-40B4-BE49-F238E27FC236}">
                <a16:creationId xmlns:a16="http://schemas.microsoft.com/office/drawing/2014/main" xmlns="" id="{183EEE16-079F-4C4B-B500-B3FA20C6CD75}"/>
              </a:ext>
            </a:extLst>
          </p:cNvPr>
          <p:cNvSpPr>
            <a:spLocks noGrp="1"/>
          </p:cNvSpPr>
          <p:nvPr/>
        </p:nvSpPr>
        <p:spPr>
          <a:xfrm>
            <a:off x="7315200" y="52006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>
              <a:ext uri="{FF2B5EF4-FFF2-40B4-BE49-F238E27FC236}">
                <a16:creationId xmlns:a16="http://schemas.microsoft.com/office/drawing/2014/main" xmlns="" id="{0B4F173B-6742-4965-BA4E-67CBA0ACB38E}"/>
              </a:ext>
            </a:extLst>
          </p:cNvPr>
          <p:cNvSpPr>
            <a:spLocks noGrp="1"/>
          </p:cNvSpPr>
          <p:nvPr/>
        </p:nvSpPr>
        <p:spPr>
          <a:xfrm>
            <a:off x="4743450" y="2533650"/>
            <a:ext cx="2705100" cy="2705100"/>
          </a:xfrm>
          <a:prstGeom prst="ellipse">
            <a:avLst/>
          </a:prstGeom>
          <a:solidFill>
            <a:srgbClr val="000000">
              <a:alpha val="7059"/>
            </a:srgbClr>
          </a:solidFill>
          <a:ln w="0">
            <a:noFill/>
            <a:prstDash val="solid"/>
          </a:ln>
        </p:spPr>
      </p:sp>
      <p:sp>
        <p:nvSpPr>
          <p:cNvPr id="14" name="benefit-core">
            <a:extLst>
              <a:ext uri="{FF2B5EF4-FFF2-40B4-BE49-F238E27FC236}">
                <a16:creationId xmlns:a16="http://schemas.microsoft.com/office/drawing/2014/main" xmlns="" id="{903861B2-E427-4FF3-AE52-4AF8E520F5C7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2705100" cy="2705100"/>
          </a:xfrm>
          <a:prstGeom prst="ellipse">
            <a:avLst/>
          </a:prstGeom>
          <a:solidFill>
            <a:srgbClr val="0D3B2E"/>
          </a:solidFill>
          <a:ln w="38100">
            <a:solidFill>
              <a:srgbClr val="C6A15B"/>
            </a:solidFill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9fc5522e9434595"/>
              </a:ext>
            </a:extLst>
          </a:blip>
          <a:stretch/>
        </p:blipFill>
        <p:spPr>
          <a:xfrm>
            <a:off x="5638800" y="2895600"/>
            <a:ext cx="647700" cy="647700"/>
          </a:xfrm>
          <a:prstGeom prst="rect">
            <a:avLst/>
          </a:prstGeom>
        </p:spPr>
      </p:pic>
      <p:sp>
        <p:nvSpPr>
          <p:cNvPr id="16" name="benefit-core-label">
            <a:extLst>
              <a:ext uri="{FF2B5EF4-FFF2-40B4-BE49-F238E27FC236}">
                <a16:creationId xmlns:a16="http://schemas.microsoft.com/office/drawing/2014/main" xmlns="" id="{E07016FC-868E-4EB3-AF1B-76B444D0429B}"/>
              </a:ext>
            </a:extLst>
          </p:cNvPr>
          <p:cNvSpPr>
            <a:spLocks noGrp="1"/>
          </p:cNvSpPr>
          <p:nvPr/>
        </p:nvSpPr>
        <p:spPr>
          <a:xfrm>
            <a:off x="5238750" y="3714750"/>
            <a:ext cx="1447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>
              <a:ext uri="{FF2B5EF4-FFF2-40B4-BE49-F238E27FC236}">
                <a16:creationId xmlns:a16="http://schemas.microsoft.com/office/drawing/2014/main" xmlns="" id="{6E114AB7-3AA0-4395-9254-478128E0B4E9}"/>
              </a:ext>
            </a:extLst>
          </p:cNvPr>
          <p:cNvSpPr>
            <a:spLocks noGrp="1"/>
          </p:cNvSpPr>
          <p:nvPr/>
        </p:nvSpPr>
        <p:spPr>
          <a:xfrm>
            <a:off x="4953000" y="4552950"/>
            <a:ext cx="201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>
              <a:ext uri="{FF2B5EF4-FFF2-40B4-BE49-F238E27FC236}">
                <a16:creationId xmlns:a16="http://schemas.microsoft.com/office/drawing/2014/main" xmlns="" id="{D36C719B-B033-4C4F-A33C-E523953C90FE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46c2d8ad07c4444"/>
              </a:ext>
            </a:extLst>
          </a:blip>
          <a:stretch/>
        </p:blipFill>
        <p:spPr>
          <a:xfrm>
            <a:off x="876300" y="2381250"/>
            <a:ext cx="266700" cy="266700"/>
          </a:xfrm>
          <a:prstGeom prst="rect">
            <a:avLst/>
          </a:prstGeom>
        </p:spPr>
      </p:pic>
      <p:sp>
        <p:nvSpPr>
          <p:cNvPr id="20" name="benefit-left-label-0">
            <a:extLst>
              <a:ext uri="{FF2B5EF4-FFF2-40B4-BE49-F238E27FC236}">
                <a16:creationId xmlns:a16="http://schemas.microsoft.com/office/drawing/2014/main" xmlns="" id="{9A1CA45B-7ED9-4E96-8BBA-0D8C16062E1C}"/>
              </a:ext>
            </a:extLst>
          </p:cNvPr>
          <p:cNvSpPr>
            <a:spLocks noGrp="1"/>
          </p:cNvSpPr>
          <p:nvPr/>
        </p:nvSpPr>
        <p:spPr>
          <a:xfrm>
            <a:off x="12954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>
              <a:ext uri="{FF2B5EF4-FFF2-40B4-BE49-F238E27FC236}">
                <a16:creationId xmlns:a16="http://schemas.microsoft.com/office/drawing/2014/main" xmlns="" id="{D6CCCBDC-2DE0-414F-9938-6D56A5F857D7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eed0ab0ee524596"/>
              </a:ext>
            </a:extLst>
          </a:blip>
          <a:stretch/>
        </p:blipFill>
        <p:spPr>
          <a:xfrm>
            <a:off x="876300" y="3276600"/>
            <a:ext cx="266700" cy="266700"/>
          </a:xfrm>
          <a:prstGeom prst="rect">
            <a:avLst/>
          </a:prstGeom>
        </p:spPr>
      </p:pic>
      <p:sp>
        <p:nvSpPr>
          <p:cNvPr id="23" name="benefit-left-label-1">
            <a:extLst>
              <a:ext uri="{FF2B5EF4-FFF2-40B4-BE49-F238E27FC236}">
                <a16:creationId xmlns:a16="http://schemas.microsoft.com/office/drawing/2014/main" xmlns="" id="{9CE0A2D8-69B3-4187-A288-BE4B221088C2}"/>
              </a:ext>
            </a:extLst>
          </p:cNvPr>
          <p:cNvSpPr>
            <a:spLocks noGrp="1"/>
          </p:cNvSpPr>
          <p:nvPr/>
        </p:nvSpPr>
        <p:spPr>
          <a:xfrm>
            <a:off x="12954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>
              <a:ext uri="{FF2B5EF4-FFF2-40B4-BE49-F238E27FC236}">
                <a16:creationId xmlns:a16="http://schemas.microsoft.com/office/drawing/2014/main" xmlns="" id="{4570DCAF-B46D-4506-BF7A-D4C524CF7EB0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d1ff605054a404c"/>
              </a:ext>
            </a:extLst>
          </a:blip>
          <a:stretch/>
        </p:blipFill>
        <p:spPr>
          <a:xfrm>
            <a:off x="876300" y="4171950"/>
            <a:ext cx="266700" cy="266700"/>
          </a:xfrm>
          <a:prstGeom prst="rect">
            <a:avLst/>
          </a:prstGeom>
        </p:spPr>
      </p:pic>
      <p:sp>
        <p:nvSpPr>
          <p:cNvPr id="26" name="benefit-left-label-2">
            <a:extLst>
              <a:ext uri="{FF2B5EF4-FFF2-40B4-BE49-F238E27FC236}">
                <a16:creationId xmlns:a16="http://schemas.microsoft.com/office/drawing/2014/main" xmlns="" id="{B1C8C2D8-243B-474A-9559-BE412228BB8C}"/>
              </a:ext>
            </a:extLst>
          </p:cNvPr>
          <p:cNvSpPr>
            <a:spLocks noGrp="1"/>
          </p:cNvSpPr>
          <p:nvPr/>
        </p:nvSpPr>
        <p:spPr>
          <a:xfrm>
            <a:off x="12954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>
              <a:ext uri="{FF2B5EF4-FFF2-40B4-BE49-F238E27FC236}">
                <a16:creationId xmlns:a16="http://schemas.microsoft.com/office/drawing/2014/main" xmlns="" id="{2DE4BB21-71AE-4D3A-B104-0A5B70755283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d17f0ff05034389"/>
              </a:ext>
            </a:extLst>
          </a:blip>
          <a:stretch/>
        </p:blipFill>
        <p:spPr>
          <a:xfrm>
            <a:off x="876300" y="5067300"/>
            <a:ext cx="266700" cy="266700"/>
          </a:xfrm>
          <a:prstGeom prst="rect">
            <a:avLst/>
          </a:prstGeom>
        </p:spPr>
      </p:pic>
      <p:sp>
        <p:nvSpPr>
          <p:cNvPr id="29" name="benefit-left-label-3">
            <a:extLst>
              <a:ext uri="{FF2B5EF4-FFF2-40B4-BE49-F238E27FC236}">
                <a16:creationId xmlns:a16="http://schemas.microsoft.com/office/drawing/2014/main" xmlns="" id="{96AEFA10-1F00-4A16-80A3-F35B0A4845DE}"/>
              </a:ext>
            </a:extLst>
          </p:cNvPr>
          <p:cNvSpPr>
            <a:spLocks noGrp="1"/>
          </p:cNvSpPr>
          <p:nvPr/>
        </p:nvSpPr>
        <p:spPr>
          <a:xfrm>
            <a:off x="12954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>
              <a:ext uri="{FF2B5EF4-FFF2-40B4-BE49-F238E27FC236}">
                <a16:creationId xmlns:a16="http://schemas.microsoft.com/office/drawing/2014/main" xmlns="" id="{D75309CE-F70E-43C0-A4C1-F67BFEF403D9}"/>
              </a:ext>
            </a:extLst>
          </p:cNvPr>
          <p:cNvSpPr>
            <a:spLocks noGrp="1"/>
          </p:cNvSpPr>
          <p:nvPr/>
        </p:nvSpPr>
        <p:spPr>
          <a:xfrm>
            <a:off x="86487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7ccc30870b4488d"/>
              </a:ext>
            </a:extLst>
          </a:blip>
          <a:stretch/>
        </p:blipFill>
        <p:spPr>
          <a:xfrm>
            <a:off x="8839200" y="2381250"/>
            <a:ext cx="266700" cy="266700"/>
          </a:xfrm>
          <a:prstGeom prst="rect">
            <a:avLst/>
          </a:prstGeom>
        </p:spPr>
      </p:pic>
      <p:sp>
        <p:nvSpPr>
          <p:cNvPr id="32" name="benefit-right-label-0">
            <a:extLst>
              <a:ext uri="{FF2B5EF4-FFF2-40B4-BE49-F238E27FC236}">
                <a16:creationId xmlns:a16="http://schemas.microsoft.com/office/drawing/2014/main" xmlns="" id="{44BF5F30-A5D7-4064-9702-63DE4244DC18}"/>
              </a:ext>
            </a:extLst>
          </p:cNvPr>
          <p:cNvSpPr>
            <a:spLocks noGrp="1"/>
          </p:cNvSpPr>
          <p:nvPr/>
        </p:nvSpPr>
        <p:spPr>
          <a:xfrm>
            <a:off x="92583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>
              <a:ext uri="{FF2B5EF4-FFF2-40B4-BE49-F238E27FC236}">
                <a16:creationId xmlns:a16="http://schemas.microsoft.com/office/drawing/2014/main" xmlns="" id="{0F1899D0-0572-4348-A6EF-AFA21BC2BF87}"/>
              </a:ext>
            </a:extLst>
          </p:cNvPr>
          <p:cNvSpPr>
            <a:spLocks noGrp="1"/>
          </p:cNvSpPr>
          <p:nvPr/>
        </p:nvSpPr>
        <p:spPr>
          <a:xfrm>
            <a:off x="86487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d8421db06c648b7"/>
              </a:ext>
            </a:extLst>
          </a:blip>
          <a:stretch/>
        </p:blipFill>
        <p:spPr>
          <a:xfrm>
            <a:off x="8839200" y="3276600"/>
            <a:ext cx="266700" cy="266700"/>
          </a:xfrm>
          <a:prstGeom prst="rect">
            <a:avLst/>
          </a:prstGeom>
        </p:spPr>
      </p:pic>
      <p:sp>
        <p:nvSpPr>
          <p:cNvPr id="35" name="benefit-right-label-1">
            <a:extLst>
              <a:ext uri="{FF2B5EF4-FFF2-40B4-BE49-F238E27FC236}">
                <a16:creationId xmlns:a16="http://schemas.microsoft.com/office/drawing/2014/main" xmlns="" id="{3906A93C-BB5A-4F42-87CB-050738534682}"/>
              </a:ext>
            </a:extLst>
          </p:cNvPr>
          <p:cNvSpPr>
            <a:spLocks noGrp="1"/>
          </p:cNvSpPr>
          <p:nvPr/>
        </p:nvSpPr>
        <p:spPr>
          <a:xfrm>
            <a:off x="92583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>
              <a:ext uri="{FF2B5EF4-FFF2-40B4-BE49-F238E27FC236}">
                <a16:creationId xmlns:a16="http://schemas.microsoft.com/office/drawing/2014/main" xmlns="" id="{6A3980FC-E2AC-4535-8496-D77E48A9379D}"/>
              </a:ext>
            </a:extLst>
          </p:cNvPr>
          <p:cNvSpPr>
            <a:spLocks noGrp="1"/>
          </p:cNvSpPr>
          <p:nvPr/>
        </p:nvSpPr>
        <p:spPr>
          <a:xfrm>
            <a:off x="86487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a79bfe491ea4edb"/>
              </a:ext>
            </a:extLst>
          </a:blip>
          <a:stretch/>
        </p:blipFill>
        <p:spPr>
          <a:xfrm>
            <a:off x="8839200" y="4171950"/>
            <a:ext cx="266700" cy="266700"/>
          </a:xfrm>
          <a:prstGeom prst="rect">
            <a:avLst/>
          </a:prstGeom>
        </p:spPr>
      </p:pic>
      <p:sp>
        <p:nvSpPr>
          <p:cNvPr id="38" name="benefit-right-label-2">
            <a:extLst>
              <a:ext uri="{FF2B5EF4-FFF2-40B4-BE49-F238E27FC236}">
                <a16:creationId xmlns:a16="http://schemas.microsoft.com/office/drawing/2014/main" xmlns="" id="{F3C2816F-9DB8-4C68-A6C8-A675063EF556}"/>
              </a:ext>
            </a:extLst>
          </p:cNvPr>
          <p:cNvSpPr>
            <a:spLocks noGrp="1"/>
          </p:cNvSpPr>
          <p:nvPr/>
        </p:nvSpPr>
        <p:spPr>
          <a:xfrm>
            <a:off x="92583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>
              <a:ext uri="{FF2B5EF4-FFF2-40B4-BE49-F238E27FC236}">
                <a16:creationId xmlns:a16="http://schemas.microsoft.com/office/drawing/2014/main" xmlns="" id="{600877EA-E6F3-49DE-986D-F9A15188A0F1}"/>
              </a:ext>
            </a:extLst>
          </p:cNvPr>
          <p:cNvSpPr>
            <a:spLocks noGrp="1"/>
          </p:cNvSpPr>
          <p:nvPr/>
        </p:nvSpPr>
        <p:spPr>
          <a:xfrm>
            <a:off x="86487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4e00296bf0c146ab"/>
              </a:ext>
            </a:extLst>
          </a:blip>
          <a:stretch/>
        </p:blipFill>
        <p:spPr>
          <a:xfrm>
            <a:off x="8839200" y="5067300"/>
            <a:ext cx="266700" cy="266700"/>
          </a:xfrm>
          <a:prstGeom prst="rect">
            <a:avLst/>
          </a:prstGeom>
        </p:spPr>
      </p:pic>
      <p:sp>
        <p:nvSpPr>
          <p:cNvPr id="41" name="benefit-right-label-3">
            <a:extLst>
              <a:ext uri="{FF2B5EF4-FFF2-40B4-BE49-F238E27FC236}">
                <a16:creationId xmlns:a16="http://schemas.microsoft.com/office/drawing/2014/main" xmlns="" id="{AF343935-DC83-4960-9629-24592DBC9803}"/>
              </a:ext>
            </a:extLst>
          </p:cNvPr>
          <p:cNvSpPr>
            <a:spLocks noGrp="1"/>
          </p:cNvSpPr>
          <p:nvPr/>
        </p:nvSpPr>
        <p:spPr>
          <a:xfrm>
            <a:off x="92583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>
              <a:ext uri="{FF2B5EF4-FFF2-40B4-BE49-F238E27FC236}">
                <a16:creationId xmlns:a16="http://schemas.microsoft.com/office/drawing/2014/main" xmlns="" id="{D0D719C2-40C4-4444-8BC7-5DA825D5BD73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>
              <a:ext uri="{FF2B5EF4-FFF2-40B4-BE49-F238E27FC236}">
                <a16:creationId xmlns:a16="http://schemas.microsoft.com/office/drawing/2014/main" xmlns="" id="{528E632F-2B3A-4D50-A50B-646188193C7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>
              <a:ext uri="{FF2B5EF4-FFF2-40B4-BE49-F238E27FC236}">
                <a16:creationId xmlns:a16="http://schemas.microsoft.com/office/drawing/2014/main" xmlns="" id="{958BF3AD-C74A-4BA0-8FAC-0ED5C4DD216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759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2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1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9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8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7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6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6" grpId="0"/>
      <p:bldP spid="20" grpId="0"/>
      <p:bldP spid="23" grpId="0"/>
      <p:bldP spid="26" grpId="0"/>
      <p:bldP spid="29" grpId="0"/>
      <p:bldP spid="32" grpId="0"/>
      <p:bldP spid="35" grpId="0"/>
      <p:bldP spid="38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sing-side-panel">
            <a:extLst>
              <a:ext uri="{FF2B5EF4-FFF2-40B4-BE49-F238E27FC236}">
                <a16:creationId xmlns:a16="http://schemas.microsoft.com/office/drawing/2014/main" xmlns="" id="{13B79D2A-98A6-4410-BA1D-7B9177A9B5EA}"/>
              </a:ext>
            </a:extLst>
          </p:cNvPr>
          <p:cNvSpPr>
            <a:spLocks noGrp="1"/>
          </p:cNvSpPr>
          <p:nvPr/>
        </p:nvSpPr>
        <p:spPr>
          <a:xfrm>
            <a:off x="8896350" y="0"/>
            <a:ext cx="3295650" cy="6858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2" name="closing-logo-halo">
            <a:extLst>
              <a:ext uri="{FF2B5EF4-FFF2-40B4-BE49-F238E27FC236}">
                <a16:creationId xmlns:a16="http://schemas.microsoft.com/office/drawing/2014/main" xmlns="" id="{9E29B96B-2488-47FD-9573-73747B950C8B}"/>
              </a:ext>
            </a:extLst>
          </p:cNvPr>
          <p:cNvSpPr>
            <a:spLocks noGrp="1"/>
          </p:cNvSpPr>
          <p:nvPr/>
        </p:nvSpPr>
        <p:spPr>
          <a:xfrm>
            <a:off x="9077325" y="914400"/>
            <a:ext cx="2933700" cy="2933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0" y="981075"/>
            <a:ext cx="2800350" cy="2800350"/>
          </a:xfrm>
          <a:prstGeom prst="rect">
            <a:avLst/>
          </a:prstGeom>
        </p:spPr>
      </p:pic>
      <p:sp>
        <p:nvSpPr>
          <p:cNvPr id="4" name="closing-rule-top">
            <a:extLst>
              <a:ext uri="{FF2B5EF4-FFF2-40B4-BE49-F238E27FC236}">
                <a16:creationId xmlns:a16="http://schemas.microsoft.com/office/drawing/2014/main" xmlns="" id="{04C38F95-8F22-4226-8C1D-56C3A8A5E29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losing-eyebrow">
            <a:extLst>
              <a:ext uri="{FF2B5EF4-FFF2-40B4-BE49-F238E27FC236}">
                <a16:creationId xmlns:a16="http://schemas.microsoft.com/office/drawing/2014/main" xmlns="" id="{1E3EA64D-4C48-4E1B-92A7-410714AE1445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>
              <a:ext uri="{FF2B5EF4-FFF2-40B4-BE49-F238E27FC236}">
                <a16:creationId xmlns:a16="http://schemas.microsoft.com/office/drawing/2014/main" xmlns="" id="{E7B74587-55B6-4269-A2AB-457F22A796F2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7810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</a:t>
            </a:r>
          </a:p>
          <a:p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Digital Future of TNR.</a:t>
            </a:r>
          </a:p>
        </p:txBody>
      </p:sp>
      <p:sp>
        <p:nvSpPr>
          <p:cNvPr id="7" name="closing-rule-mid">
            <a:extLst>
              <a:ext uri="{FF2B5EF4-FFF2-40B4-BE49-F238E27FC236}">
                <a16:creationId xmlns:a16="http://schemas.microsoft.com/office/drawing/2014/main" xmlns="" id="{8D361D34-D9FA-4846-AA72-733453D6906E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17145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8" name="closing-quote">
            <a:extLst>
              <a:ext uri="{FF2B5EF4-FFF2-40B4-BE49-F238E27FC236}">
                <a16:creationId xmlns:a16="http://schemas.microsoft.com/office/drawing/2014/main" xmlns="" id="{EE791187-F6F0-40A7-85B7-E14C95B10594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9" name="closing-presenter">
            <a:extLst>
              <a:ext uri="{FF2B5EF4-FFF2-40B4-BE49-F238E27FC236}">
                <a16:creationId xmlns:a16="http://schemas.microsoft.com/office/drawing/2014/main" xmlns="" id="{2BACCD8F-0546-4239-B99C-D4540072FEB7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0" name="closing-logo-rule">
            <a:extLst>
              <a:ext uri="{FF2B5EF4-FFF2-40B4-BE49-F238E27FC236}">
                <a16:creationId xmlns:a16="http://schemas.microsoft.com/office/drawing/2014/main" xmlns="" id="{9074FE10-55A3-45CB-BD4C-B905AAF42487}"/>
              </a:ext>
            </a:extLst>
          </p:cNvPr>
          <p:cNvSpPr>
            <a:spLocks noGrp="1"/>
          </p:cNvSpPr>
          <p:nvPr/>
        </p:nvSpPr>
        <p:spPr>
          <a:xfrm>
            <a:off x="9553575" y="4248150"/>
            <a:ext cx="1981200" cy="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1" name="closing-platform">
            <a:extLst>
              <a:ext uri="{FF2B5EF4-FFF2-40B4-BE49-F238E27FC236}">
                <a16:creationId xmlns:a16="http://schemas.microsoft.com/office/drawing/2014/main" xmlns="" id="{CB652447-71B8-4513-90FF-334CB6B617DE}"/>
              </a:ext>
            </a:extLst>
          </p:cNvPr>
          <p:cNvSpPr>
            <a:spLocks noGrp="1"/>
          </p:cNvSpPr>
          <p:nvPr/>
        </p:nvSpPr>
        <p:spPr>
          <a:xfrm>
            <a:off x="9124950" y="4476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2" name="closing-connected">
            <a:extLst>
              <a:ext uri="{FF2B5EF4-FFF2-40B4-BE49-F238E27FC236}">
                <a16:creationId xmlns:a16="http://schemas.microsoft.com/office/drawing/2014/main" xmlns="" id="{4D6542A7-2BE4-46DA-8172-6B28FFC2846A}"/>
              </a:ext>
            </a:extLst>
          </p:cNvPr>
          <p:cNvSpPr>
            <a:spLocks noGrp="1"/>
          </p:cNvSpPr>
          <p:nvPr/>
        </p:nvSpPr>
        <p:spPr>
          <a:xfrm>
            <a:off x="9124950" y="4829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1510224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1299</Words>
  <Application>Microsoft Office PowerPoint</Application>
  <DocSecurity>0</DocSecurity>
  <PresentationFormat>Widescreen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ARIFA OVERSEAS 4</cp:lastModifiedBy>
  <cp:revision>1</cp:revision>
  <dcterms:created xsi:type="dcterms:W3CDTF">2026-08-04T10:50:39Z</dcterms:created>
  <dcterms:modified xsi:type="dcterms:W3CDTF">2026-08-04T11:03:43Z</dcterms:modified>
</cp:coreProperties>
</file>