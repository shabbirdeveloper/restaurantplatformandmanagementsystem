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64213a567c44be" /><Relationship Type="http://schemas.openxmlformats.org/officeDocument/2006/relationships/extended-properties" Target="/docProps/app.xml" Id="R7757f93b62b54912" /><Relationship Type="http://schemas.openxmlformats.org/officeDocument/2006/relationships/officeDocument" Target="/ppt/presentation.xml" Id="R2a3a6729c191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c3b2bb43d9434e"/>
  </p:sldMasterIdLst>
  <p:notesMasterIdLst>
    <p:notesMasterId xmlns:r="http://schemas.openxmlformats.org/officeDocument/2006/relationships" r:id="R5879d7c1dde84e18"/>
  </p:notesMasterIdLst>
  <p:sldIdLst>
    <p:sldId xmlns:r="http://schemas.openxmlformats.org/officeDocument/2006/relationships" id="256" r:id="R60511f384af14663"/>
    <p:sldId xmlns:r="http://schemas.openxmlformats.org/officeDocument/2006/relationships" id="257" r:id="Ra3c778b31fdd4bb8"/>
    <p:sldId xmlns:r="http://schemas.openxmlformats.org/officeDocument/2006/relationships" id="258" r:id="Rbc8f3defb0634365"/>
    <p:sldId xmlns:r="http://schemas.openxmlformats.org/officeDocument/2006/relationships" id="259" r:id="R707d90154ad44bff"/>
    <p:sldId xmlns:r="http://schemas.openxmlformats.org/officeDocument/2006/relationships" id="260" r:id="R263bf852dc6b4d8b"/>
    <p:sldId xmlns:r="http://schemas.openxmlformats.org/officeDocument/2006/relationships" id="261" r:id="Rbbfe8b15cca04e7c"/>
    <p:sldId xmlns:r="http://schemas.openxmlformats.org/officeDocument/2006/relationships" id="262" r:id="R6a141b8cb9fb4199"/>
    <p:sldId xmlns:r="http://schemas.openxmlformats.org/officeDocument/2006/relationships" id="263" r:id="R80347cd865364b90"/>
    <p:sldId xmlns:r="http://schemas.openxmlformats.org/officeDocument/2006/relationships" id="264" r:id="Re7bc70979b6c4805"/>
    <p:sldId xmlns:r="http://schemas.openxmlformats.org/officeDocument/2006/relationships" id="265" r:id="R74a9e7e4e45942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55a33a94bc4b94" /><Relationship Type="http://schemas.openxmlformats.org/officeDocument/2006/relationships/slideMaster" Target="/ppt/slideMasters/slideMaster1.xml" Id="Radc3b2bb43d9434e" /><Relationship Type="http://schemas.openxmlformats.org/officeDocument/2006/relationships/notesMaster" Target="/ppt/notesMasters/notesMaster1.xml" Id="R5879d7c1dde84e18" /><Relationship Type="http://schemas.openxmlformats.org/officeDocument/2006/relationships/presProps" Target="/ppt/presProps.xml" Id="Rf5f44c7314e94e7b" /><Relationship Type="http://schemas.openxmlformats.org/officeDocument/2006/relationships/tableStyles" Target="/ppt/tableStyles.xml" Id="R68558854f19d4205" /><Relationship Type="http://schemas.openxmlformats.org/officeDocument/2006/relationships/slide" Target="/ppt/slides/slide1.xml" Id="R60511f384af14663" /><Relationship Type="http://schemas.openxmlformats.org/officeDocument/2006/relationships/slide" Target="/ppt/slides/slide2.xml" Id="Ra3c778b31fdd4bb8" /><Relationship Type="http://schemas.openxmlformats.org/officeDocument/2006/relationships/slide" Target="/ppt/slides/slide3.xml" Id="Rbc8f3defb0634365" /><Relationship Type="http://schemas.openxmlformats.org/officeDocument/2006/relationships/slide" Target="/ppt/slides/slide4.xml" Id="R707d90154ad44bff" /><Relationship Type="http://schemas.openxmlformats.org/officeDocument/2006/relationships/slide" Target="/ppt/slides/slide5.xml" Id="R263bf852dc6b4d8b" /><Relationship Type="http://schemas.openxmlformats.org/officeDocument/2006/relationships/slide" Target="/ppt/slides/slide6.xml" Id="Rbbfe8b15cca04e7c" /><Relationship Type="http://schemas.openxmlformats.org/officeDocument/2006/relationships/slide" Target="/ppt/slides/slide7.xml" Id="R6a141b8cb9fb4199" /><Relationship Type="http://schemas.openxmlformats.org/officeDocument/2006/relationships/slide" Target="/ppt/slides/slide8.xml" Id="R80347cd865364b90" /><Relationship Type="http://schemas.openxmlformats.org/officeDocument/2006/relationships/slide" Target="/ppt/slides/slide9.xml" Id="Re7bc70979b6c4805" /><Relationship Type="http://schemas.openxmlformats.org/officeDocument/2006/relationships/slide" Target="/ppt/slides/slide10.xml" Id="R74a9e7e4e459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ecc11a7c78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f51998c9541a7" /><Relationship Type="http://schemas.openxmlformats.org/officeDocument/2006/relationships/notesMaster" Target="/ppt/notesMasters/notesMaster1.xml" Id="Rc5b86c9046b8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ee7ef393ed47fc" /><Relationship Type="http://schemas.openxmlformats.org/officeDocument/2006/relationships/notesMaster" Target="/ppt/notesMasters/notesMaster1.xml" Id="Rcbf90f0aa3c9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04accd6d24c72" /><Relationship Type="http://schemas.openxmlformats.org/officeDocument/2006/relationships/notesMaster" Target="/ppt/notesMasters/notesMaster1.xml" Id="R80026a464fe0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3cbc9c7c084bf8" /><Relationship Type="http://schemas.openxmlformats.org/officeDocument/2006/relationships/notesMaster" Target="/ppt/notesMasters/notesMaster1.xml" Id="Rcf93f315ded743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0e07645ccc44c2" /><Relationship Type="http://schemas.openxmlformats.org/officeDocument/2006/relationships/notesMaster" Target="/ppt/notesMasters/notesMaster1.xml" Id="R4ede78e7853944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63b7fe15164ab1" /><Relationship Type="http://schemas.openxmlformats.org/officeDocument/2006/relationships/notesMaster" Target="/ppt/notesMasters/notesMaster1.xml" Id="R7aba5cc3f2e0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a971558304f7c" /><Relationship Type="http://schemas.openxmlformats.org/officeDocument/2006/relationships/notesMaster" Target="/ppt/notesMasters/notesMaster1.xml" Id="Rf427f6a2e48c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8a14694f2c4424" /><Relationship Type="http://schemas.openxmlformats.org/officeDocument/2006/relationships/notesMaster" Target="/ppt/notesMasters/notesMaster1.xml" Id="R47b53fed853f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9a59adf54e4dd8" /><Relationship Type="http://schemas.openxmlformats.org/officeDocument/2006/relationships/notesMaster" Target="/ppt/notesMasters/notesMaster1.xml" Id="R494987d622a34a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975acf03b44679" /><Relationship Type="http://schemas.openxmlformats.org/officeDocument/2006/relationships/notesMaster" Target="/ppt/notesMasters/notesMaster1.xml" Id="R33b4cc79e1f4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platform as community infrastructure, not simply a website.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community purpose: technology is the enabler, not the destination.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No external or AI-generated website screenshots used; interface frames are clearly labeled placeholders.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cf42c85ec43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c3f91cc5c48fc" /><Relationship Type="http://schemas.openxmlformats.org/officeDocument/2006/relationships/slideLayout" Target="/ppt/slideLayouts/slideLayout1.xml" Id="Rbd6def4d37904f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def4d37904f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562a796a9455f" /><Relationship Type="http://schemas.openxmlformats.org/officeDocument/2006/relationships/notesSlide" Target="/ppt/notesSlides/notesSlide1.xml" Id="Ra88f6d2e5e22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ab34bb7f748e1" /><Relationship Type="http://schemas.openxmlformats.org/officeDocument/2006/relationships/image" Target="/ppt/media/image.png" Id="Rb1c476e18c5e4a7e" /><Relationship Type="http://schemas.openxmlformats.org/officeDocument/2006/relationships/image" Target="/ppt/media/image.svg" Id="R9b7496d7d3dd4cbb" /><Relationship Type="http://schemas.openxmlformats.org/officeDocument/2006/relationships/image" Target="/ppt/media/image2.png" Id="R75d095f4254b4ad0" /><Relationship Type="http://schemas.openxmlformats.org/officeDocument/2006/relationships/image" Target="/ppt/media/image2.svg" Id="R3e4a6448766c4157" /><Relationship Type="http://schemas.openxmlformats.org/officeDocument/2006/relationships/image" Target="/ppt/media/image3.png" Id="Reec1fa330a41473a" /><Relationship Type="http://schemas.openxmlformats.org/officeDocument/2006/relationships/image" Target="/ppt/media/image3.svg" Id="R223521c34c484d2b" /><Relationship Type="http://schemas.openxmlformats.org/officeDocument/2006/relationships/image" Target="/ppt/media/image4.png" Id="R7cd857835fff4b4b" /><Relationship Type="http://schemas.openxmlformats.org/officeDocument/2006/relationships/image" Target="/ppt/media/image4.svg" Id="R23a760a4124942e3" /><Relationship Type="http://schemas.openxmlformats.org/officeDocument/2006/relationships/image" Target="/ppt/media/image5.png" Id="R922494d074004c5d" /><Relationship Type="http://schemas.openxmlformats.org/officeDocument/2006/relationships/image" Target="/ppt/media/image5.svg" Id="Ra0f16f0f69f941bc" /><Relationship Type="http://schemas.openxmlformats.org/officeDocument/2006/relationships/image" Target="/ppt/media/image6.png" Id="Rfce48e38d0374119" /><Relationship Type="http://schemas.openxmlformats.org/officeDocument/2006/relationships/image" Target="/ppt/media/image6.svg" Id="Rf68c9f274b7846c3" /><Relationship Type="http://schemas.openxmlformats.org/officeDocument/2006/relationships/notesSlide" Target="/ppt/notesSlides/notesSlide2.xml" Id="R2d26552d7cea42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3c20ffd174aff" /><Relationship Type="http://schemas.openxmlformats.org/officeDocument/2006/relationships/image" Target="/ppt/media/image7.png" Id="Ra95be745209d48a1" /><Relationship Type="http://schemas.openxmlformats.org/officeDocument/2006/relationships/image" Target="/ppt/media/image7.svg" Id="R7b735b71998046c2" /><Relationship Type="http://schemas.openxmlformats.org/officeDocument/2006/relationships/image" Target="/ppt/media/image8.png" Id="Rd4378b1ec22a4955" /><Relationship Type="http://schemas.openxmlformats.org/officeDocument/2006/relationships/image" Target="/ppt/media/image8.svg" Id="R32ec3198547b4f40" /><Relationship Type="http://schemas.openxmlformats.org/officeDocument/2006/relationships/image" Target="/ppt/media/image9.png" Id="R3d3ec1a00be049b7" /><Relationship Type="http://schemas.openxmlformats.org/officeDocument/2006/relationships/image" Target="/ppt/media/image9.svg" Id="Rd5f35a3de08e4074" /><Relationship Type="http://schemas.openxmlformats.org/officeDocument/2006/relationships/image" Target="/ppt/media/image10.png" Id="R67489a3e6c31425d" /><Relationship Type="http://schemas.openxmlformats.org/officeDocument/2006/relationships/image" Target="/ppt/media/image10.svg" Id="Rd444d4406ba444b7" /><Relationship Type="http://schemas.openxmlformats.org/officeDocument/2006/relationships/image" Target="/ppt/media/image11.png" Id="R3711736be13a400e" /><Relationship Type="http://schemas.openxmlformats.org/officeDocument/2006/relationships/image" Target="/ppt/media/image11.svg" Id="R92a893179b454fb2" /><Relationship Type="http://schemas.openxmlformats.org/officeDocument/2006/relationships/notesSlide" Target="/ppt/notesSlides/notesSlide3.xml" Id="Ra51fc975c95e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a6cb3d49f41d8" /><Relationship Type="http://schemas.openxmlformats.org/officeDocument/2006/relationships/image" Target="/ppt/media/image12.png" Id="R285dd4eb9d4f4253" /><Relationship Type="http://schemas.openxmlformats.org/officeDocument/2006/relationships/image" Target="/ppt/media/image12.svg" Id="Rd40d484e2a5e4b90" /><Relationship Type="http://schemas.openxmlformats.org/officeDocument/2006/relationships/image" Target="/ppt/media/image13.png" Id="R49d2e1ee941f4cd9" /><Relationship Type="http://schemas.openxmlformats.org/officeDocument/2006/relationships/image" Target="/ppt/media/image13.svg" Id="R4c36c6740d8f48a7" /><Relationship Type="http://schemas.openxmlformats.org/officeDocument/2006/relationships/image" Target="/ppt/media/image14.png" Id="Rf6f0ead5944f441b" /><Relationship Type="http://schemas.openxmlformats.org/officeDocument/2006/relationships/image" Target="/ppt/media/image14.svg" Id="R523cc96a586c41f0" /><Relationship Type="http://schemas.openxmlformats.org/officeDocument/2006/relationships/image" Target="/ppt/media/image15.png" Id="Rf09ba8ad3a324313" /><Relationship Type="http://schemas.openxmlformats.org/officeDocument/2006/relationships/image" Target="/ppt/media/image15.svg" Id="Ra69631cdfe8f44d8" /><Relationship Type="http://schemas.openxmlformats.org/officeDocument/2006/relationships/image" Target="/ppt/media/image16.png" Id="R65ed3ca340ce4db6" /><Relationship Type="http://schemas.openxmlformats.org/officeDocument/2006/relationships/image" Target="/ppt/media/image16.svg" Id="Rcfef2e0815d54b8b" /><Relationship Type="http://schemas.openxmlformats.org/officeDocument/2006/relationships/image" Target="/ppt/media/image17.png" Id="Rc961969437f44536" /><Relationship Type="http://schemas.openxmlformats.org/officeDocument/2006/relationships/image" Target="/ppt/media/image17.svg" Id="R3b3ae5aca97f4f38" /><Relationship Type="http://schemas.openxmlformats.org/officeDocument/2006/relationships/image" Target="/ppt/media/image18.png" Id="Rfc9019488add485e" /><Relationship Type="http://schemas.openxmlformats.org/officeDocument/2006/relationships/image" Target="/ppt/media/image18.svg" Id="Ra9e7a2efebeb4557" /><Relationship Type="http://schemas.openxmlformats.org/officeDocument/2006/relationships/image" Target="/ppt/media/image19.png" Id="Rca83bd5accea4a33" /><Relationship Type="http://schemas.openxmlformats.org/officeDocument/2006/relationships/image" Target="/ppt/media/image19.svg" Id="R9585f144a39b4d54" /><Relationship Type="http://schemas.openxmlformats.org/officeDocument/2006/relationships/image" Target="/ppt/media/image20.png" Id="Rab4f73990fe84994" /><Relationship Type="http://schemas.openxmlformats.org/officeDocument/2006/relationships/image" Target="/ppt/media/image20.svg" Id="R60aed382a893460c" /><Relationship Type="http://schemas.openxmlformats.org/officeDocument/2006/relationships/image" Target="/ppt/media/image21.png" Id="Rbab8b2cce7854c39" /><Relationship Type="http://schemas.openxmlformats.org/officeDocument/2006/relationships/image" Target="/ppt/media/image21.svg" Id="R5da61aeb3f3e49c7" /><Relationship Type="http://schemas.openxmlformats.org/officeDocument/2006/relationships/notesSlide" Target="/ppt/notesSlides/notesSlide4.xml" Id="Rb17719400c8649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e4e7ee0b4087" /><Relationship Type="http://schemas.openxmlformats.org/officeDocument/2006/relationships/image" Target="/ppt/media/image22.png" Id="R740d98e6f7ea4b22" /><Relationship Type="http://schemas.openxmlformats.org/officeDocument/2006/relationships/image" Target="/ppt/media/image22.svg" Id="R2ad82ef1fbb0458e" /><Relationship Type="http://schemas.openxmlformats.org/officeDocument/2006/relationships/image" Target="/ppt/media/image23.png" Id="Rf4bb24c4af674f80" /><Relationship Type="http://schemas.openxmlformats.org/officeDocument/2006/relationships/image" Target="/ppt/media/image23.svg" Id="R814f08a5c7d4474f" /><Relationship Type="http://schemas.openxmlformats.org/officeDocument/2006/relationships/image" Target="/ppt/media/image24.png" Id="R9028728b45db4947" /><Relationship Type="http://schemas.openxmlformats.org/officeDocument/2006/relationships/image" Target="/ppt/media/image24.svg" Id="Rf4bab979efa44df1" /><Relationship Type="http://schemas.openxmlformats.org/officeDocument/2006/relationships/image" Target="/ppt/media/image25.png" Id="Rb6fb4a29d6764a65" /><Relationship Type="http://schemas.openxmlformats.org/officeDocument/2006/relationships/image" Target="/ppt/media/image25.svg" Id="R59e2c6428f0d45f1" /><Relationship Type="http://schemas.openxmlformats.org/officeDocument/2006/relationships/image" Target="/ppt/media/image26.png" Id="R4fcb5a28d1344fd6" /><Relationship Type="http://schemas.openxmlformats.org/officeDocument/2006/relationships/image" Target="/ppt/media/image26.svg" Id="Rf4828362a5dd462a" /><Relationship Type="http://schemas.openxmlformats.org/officeDocument/2006/relationships/image" Target="/ppt/media/image27.png" Id="R0994a4c137dc454d" /><Relationship Type="http://schemas.openxmlformats.org/officeDocument/2006/relationships/image" Target="/ppt/media/image27.svg" Id="R7620e6bd7d024652" /><Relationship Type="http://schemas.openxmlformats.org/officeDocument/2006/relationships/notesSlide" Target="/ppt/notesSlides/notesSlide5.xml" Id="R1066a720be75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10243768e4cb4" /><Relationship Type="http://schemas.openxmlformats.org/officeDocument/2006/relationships/image" Target="/ppt/media/image28.png" Id="R5e8d8063689c4518" /><Relationship Type="http://schemas.openxmlformats.org/officeDocument/2006/relationships/image" Target="/ppt/media/image28.svg" Id="Rcbf4369b8da64972" /><Relationship Type="http://schemas.openxmlformats.org/officeDocument/2006/relationships/image" Target="/ppt/media/image29.png" Id="R74b1fd4d82344996" /><Relationship Type="http://schemas.openxmlformats.org/officeDocument/2006/relationships/image" Target="/ppt/media/image29.svg" Id="R655cc50bb2a64983" /><Relationship Type="http://schemas.openxmlformats.org/officeDocument/2006/relationships/image" Target="/ppt/media/image30.png" Id="Red0a3291c96c4e62" /><Relationship Type="http://schemas.openxmlformats.org/officeDocument/2006/relationships/image" Target="/ppt/media/image30.svg" Id="R5b15aacf86b54154" /><Relationship Type="http://schemas.openxmlformats.org/officeDocument/2006/relationships/image" Target="/ppt/media/image31.png" Id="R39fdcc8e0ef44cd2" /><Relationship Type="http://schemas.openxmlformats.org/officeDocument/2006/relationships/image" Target="/ppt/media/image31.svg" Id="Re76cef27d1c74b1c" /><Relationship Type="http://schemas.openxmlformats.org/officeDocument/2006/relationships/image" Target="/ppt/media/image32.png" Id="R071da4473eae4bfb" /><Relationship Type="http://schemas.openxmlformats.org/officeDocument/2006/relationships/image" Target="/ppt/media/image32.svg" Id="R9587953ce7c746cb" /><Relationship Type="http://schemas.openxmlformats.org/officeDocument/2006/relationships/image" Target="/ppt/media/image33.png" Id="R598f7bd248034e83" /><Relationship Type="http://schemas.openxmlformats.org/officeDocument/2006/relationships/image" Target="/ppt/media/image33.svg" Id="R21d1dc0109a14cce" /><Relationship Type="http://schemas.openxmlformats.org/officeDocument/2006/relationships/image" Target="/ppt/media/image34.png" Id="Rb6aca2bb0141408b" /><Relationship Type="http://schemas.openxmlformats.org/officeDocument/2006/relationships/image" Target="/ppt/media/image34.svg" Id="Ra7e053a960a947c6" /><Relationship Type="http://schemas.openxmlformats.org/officeDocument/2006/relationships/notesSlide" Target="/ppt/notesSlides/notesSlide6.xml" Id="R405ebcff0aa4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971334f134b2d" /><Relationship Type="http://schemas.openxmlformats.org/officeDocument/2006/relationships/image" Target="/ppt/media/image35.png" Id="R119a755c613e45df" /><Relationship Type="http://schemas.openxmlformats.org/officeDocument/2006/relationships/image" Target="/ppt/media/image35.svg" Id="R9664bd078fbd4c51" /><Relationship Type="http://schemas.openxmlformats.org/officeDocument/2006/relationships/image" Target="/ppt/media/image36.png" Id="R2ca42e5cd66a4d0b" /><Relationship Type="http://schemas.openxmlformats.org/officeDocument/2006/relationships/image" Target="/ppt/media/image36.svg" Id="Reee693f6947a4178" /><Relationship Type="http://schemas.openxmlformats.org/officeDocument/2006/relationships/image" Target="/ppt/media/image37.png" Id="R2c1c20cf9f114312" /><Relationship Type="http://schemas.openxmlformats.org/officeDocument/2006/relationships/image" Target="/ppt/media/image37.svg" Id="R7f8436df424e4502" /><Relationship Type="http://schemas.openxmlformats.org/officeDocument/2006/relationships/image" Target="/ppt/media/image38.png" Id="R6ad18ea685d94417" /><Relationship Type="http://schemas.openxmlformats.org/officeDocument/2006/relationships/image" Target="/ppt/media/image38.svg" Id="R2d23205fa2af412e" /><Relationship Type="http://schemas.openxmlformats.org/officeDocument/2006/relationships/image" Target="/ppt/media/image39.png" Id="R644d375e0f2c4e64" /><Relationship Type="http://schemas.openxmlformats.org/officeDocument/2006/relationships/image" Target="/ppt/media/image39.svg" Id="R38c2f39d4939437a" /><Relationship Type="http://schemas.openxmlformats.org/officeDocument/2006/relationships/image" Target="/ppt/media/image40.png" Id="R975ace5c2ddd4933" /><Relationship Type="http://schemas.openxmlformats.org/officeDocument/2006/relationships/image" Target="/ppt/media/image40.svg" Id="R60664d9a1878463a" /><Relationship Type="http://schemas.openxmlformats.org/officeDocument/2006/relationships/image" Target="/ppt/media/image41.png" Id="R062eeea7a5a64176" /><Relationship Type="http://schemas.openxmlformats.org/officeDocument/2006/relationships/image" Target="/ppt/media/image41.svg" Id="R9bb6c44291fd4bd8" /><Relationship Type="http://schemas.openxmlformats.org/officeDocument/2006/relationships/image" Target="/ppt/media/image42.png" Id="Rdbb384e49dd8477a" /><Relationship Type="http://schemas.openxmlformats.org/officeDocument/2006/relationships/image" Target="/ppt/media/image42.svg" Id="R1776e771c1e64931" /><Relationship Type="http://schemas.openxmlformats.org/officeDocument/2006/relationships/notesSlide" Target="/ppt/notesSlides/notesSlide7.xml" Id="R936765d5c86e4a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7616c180b410b" /><Relationship Type="http://schemas.openxmlformats.org/officeDocument/2006/relationships/image" Target="/ppt/media/image43.png" Id="R030f5ce621b24c23" /><Relationship Type="http://schemas.openxmlformats.org/officeDocument/2006/relationships/image" Target="/ppt/media/image43.svg" Id="R1611cb241e6c44d0" /><Relationship Type="http://schemas.openxmlformats.org/officeDocument/2006/relationships/image" Target="/ppt/media/image44.png" Id="Reb4a48b7dafe4da1" /><Relationship Type="http://schemas.openxmlformats.org/officeDocument/2006/relationships/image" Target="/ppt/media/image44.svg" Id="R7e83f356092f4fa3" /><Relationship Type="http://schemas.openxmlformats.org/officeDocument/2006/relationships/image" Target="/ppt/media/image45.png" Id="R1a0c5051c7a54978" /><Relationship Type="http://schemas.openxmlformats.org/officeDocument/2006/relationships/image" Target="/ppt/media/image45.svg" Id="R4eb0bb1e476a4bf3" /><Relationship Type="http://schemas.openxmlformats.org/officeDocument/2006/relationships/image" Target="/ppt/media/image46.png" Id="Rbf65ffab75ef491a" /><Relationship Type="http://schemas.openxmlformats.org/officeDocument/2006/relationships/image" Target="/ppt/media/image46.svg" Id="Rda6fbdd8380140f4" /><Relationship Type="http://schemas.openxmlformats.org/officeDocument/2006/relationships/image" Target="/ppt/media/image47.png" Id="R5f4a62da918d44ab" /><Relationship Type="http://schemas.openxmlformats.org/officeDocument/2006/relationships/image" Target="/ppt/media/image47.svg" Id="Rf5a374dbedb84fb1" /><Relationship Type="http://schemas.openxmlformats.org/officeDocument/2006/relationships/image" Target="/ppt/media/image48.png" Id="Rbb8e79300e824e67" /><Relationship Type="http://schemas.openxmlformats.org/officeDocument/2006/relationships/image" Target="/ppt/media/image48.svg" Id="R44beeced127a46c3" /><Relationship Type="http://schemas.openxmlformats.org/officeDocument/2006/relationships/image" Target="/ppt/media/image49.png" Id="R62d9d22f60bd4910" /><Relationship Type="http://schemas.openxmlformats.org/officeDocument/2006/relationships/image" Target="/ppt/media/image49.svg" Id="R665e0d76061e470e" /><Relationship Type="http://schemas.openxmlformats.org/officeDocument/2006/relationships/notesSlide" Target="/ppt/notesSlides/notesSlide8.xml" Id="Rdd7ffe52504142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f37933e924ac4" /><Relationship Type="http://schemas.openxmlformats.org/officeDocument/2006/relationships/image" Target="/ppt/media/image50.png" Id="Rab13c021df2043dd" /><Relationship Type="http://schemas.openxmlformats.org/officeDocument/2006/relationships/image" Target="/ppt/media/image50.svg" Id="R8305cb5e41064d15" /><Relationship Type="http://schemas.openxmlformats.org/officeDocument/2006/relationships/image" Target="/ppt/media/image51.png" Id="R229068ece3294817" /><Relationship Type="http://schemas.openxmlformats.org/officeDocument/2006/relationships/image" Target="/ppt/media/image51.svg" Id="Radc89f7b93074162" /><Relationship Type="http://schemas.openxmlformats.org/officeDocument/2006/relationships/image" Target="/ppt/media/image52.png" Id="Rb9b58384256848f3" /><Relationship Type="http://schemas.openxmlformats.org/officeDocument/2006/relationships/image" Target="/ppt/media/image52.svg" Id="R47f78ceb2eb24529" /><Relationship Type="http://schemas.openxmlformats.org/officeDocument/2006/relationships/image" Target="/ppt/media/image53.png" Id="Radb0e9f3715440b3" /><Relationship Type="http://schemas.openxmlformats.org/officeDocument/2006/relationships/image" Target="/ppt/media/image53.svg" Id="R30daaec90b594be0" /><Relationship Type="http://schemas.openxmlformats.org/officeDocument/2006/relationships/image" Target="/ppt/media/image54.png" Id="Ra17a73de852a4fc3" /><Relationship Type="http://schemas.openxmlformats.org/officeDocument/2006/relationships/image" Target="/ppt/media/image54.svg" Id="Ra10d9e6082334dab" /><Relationship Type="http://schemas.openxmlformats.org/officeDocument/2006/relationships/image" Target="/ppt/media/image55.png" Id="Rde5a1ddd5d9e4155" /><Relationship Type="http://schemas.openxmlformats.org/officeDocument/2006/relationships/image" Target="/ppt/media/image55.svg" Id="R163783ccf02f4c60" /><Relationship Type="http://schemas.openxmlformats.org/officeDocument/2006/relationships/image" Target="/ppt/media/image56.png" Id="Rde8e7e2aa0a5423e" /><Relationship Type="http://schemas.openxmlformats.org/officeDocument/2006/relationships/image" Target="/ppt/media/image56.svg" Id="Rbbfe76b3c6964954" /><Relationship Type="http://schemas.openxmlformats.org/officeDocument/2006/relationships/image" Target="/ppt/media/image57.png" Id="R428082e0abbb4e2f" /><Relationship Type="http://schemas.openxmlformats.org/officeDocument/2006/relationships/image" Target="/ppt/media/image57.svg" Id="R23206c72644740df" /><Relationship Type="http://schemas.openxmlformats.org/officeDocument/2006/relationships/image" Target="/ppt/media/image58.png" Id="R6d74ba36f84d4702" /><Relationship Type="http://schemas.openxmlformats.org/officeDocument/2006/relationships/image" Target="/ppt/media/image58.svg" Id="Rdd2dc84bd33b4d3d" /><Relationship Type="http://schemas.openxmlformats.org/officeDocument/2006/relationships/notesSlide" Target="/ppt/notesSlides/notesSlide9.xml" Id="Rbcc7890d944d4c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39d7cb5494e33" /><Relationship Type="http://schemas.openxmlformats.org/officeDocument/2006/relationships/notesSlide" Target="/ppt/notesSlides/notesSlide10.xml" Id="R9d7489ad0bcf4a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ver-right-panel">
            <a:extLst xmlns:a="http://schemas.openxmlformats.org/drawingml/2006/main">
              <a:ext uri="{FF2B5EF4-FFF2-40B4-BE49-F238E27FC236}">
                <a16:creationId xmlns:a16="http://schemas.microsoft.com/office/drawing/2014/main" id="{C2E32A17-1C0F-4B40-B85C-291A390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3450" y="0"/>
            <a:ext cx="3638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mountain-back">
            <a:extLst xmlns:a="http://schemas.openxmlformats.org/drawingml/2006/main">
              <a:ext uri="{FF2B5EF4-FFF2-40B4-BE49-F238E27FC236}">
                <a16:creationId xmlns:a16="http://schemas.microsoft.com/office/drawing/2014/main" id="{8DB45DF5-C2B3-49BC-9825-73F5A9A3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286000"/>
            <a:ext cx="3619500" cy="34671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mountain-front">
            <a:extLst xmlns:a="http://schemas.openxmlformats.org/drawingml/2006/main">
              <a:ext uri="{FF2B5EF4-FFF2-40B4-BE49-F238E27FC236}">
                <a16:creationId xmlns:a16="http://schemas.microsoft.com/office/drawing/2014/main" id="{84AB4EE1-1814-4082-9D56-B2DBC0F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257550"/>
            <a:ext cx="2667000" cy="2495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gold-peak">
            <a:extLst xmlns:a="http://schemas.openxmlformats.org/drawingml/2006/main">
              <a:ext uri="{FF2B5EF4-FFF2-40B4-BE49-F238E27FC236}">
                <a16:creationId xmlns:a16="http://schemas.microsoft.com/office/drawing/2014/main" id="{EBBA83CA-9949-4466-96A5-4370037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4010025"/>
            <a:ext cx="1619250" cy="17430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ask-bottom">
            <a:extLst xmlns:a="http://schemas.openxmlformats.org/drawingml/2006/main">
              <a:ext uri="{FF2B5EF4-FFF2-40B4-BE49-F238E27FC236}">
                <a16:creationId xmlns:a16="http://schemas.microsoft.com/office/drawing/2014/main" id="{78E9A51A-93BE-440E-8BE2-D12A40E8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5753100"/>
            <a:ext cx="385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ag-line">
            <a:extLst xmlns:a="http://schemas.openxmlformats.org/drawingml/2006/main">
              <a:ext uri="{FF2B5EF4-FFF2-40B4-BE49-F238E27FC236}">
                <a16:creationId xmlns:a16="http://schemas.microsoft.com/office/drawing/2014/main" id="{5667847F-F445-4A7A-8A8A-E13BD17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286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463BFEB-1080-42C9-B106-83A372DD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EB1EB9-6E74-4885-887A-6924728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9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780A866A-A9ED-4EB2-A5C5-A3583E5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7813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EB7803-13ED-423D-B571-B2711AAB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1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203D9FE8-4FD0-4AB4-B785-43413BA9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2" name="cover-role">
            <a:extLst xmlns:a="http://schemas.openxmlformats.org/drawingml/2006/main">
              <a:ext uri="{FF2B5EF4-FFF2-40B4-BE49-F238E27FC236}">
                <a16:creationId xmlns:a16="http://schemas.microsoft.com/office/drawing/2014/main" id="{B0BA2EA3-C7BB-468F-97D9-C276836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3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B9F48D-C3A3-4840-A46D-68EF17F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4" name="cover-tnr-mark">
            <a:extLst xmlns:a="http://schemas.openxmlformats.org/drawingml/2006/main">
              <a:ext uri="{FF2B5EF4-FFF2-40B4-BE49-F238E27FC236}">
                <a16:creationId xmlns:a16="http://schemas.microsoft.com/office/drawing/2014/main" id="{5557673C-3D98-49EF-8563-255B80E5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</a:p>
        </p:txBody>
      </p:sp>
      <p:sp>
        <p:nvSpPr>
          <p:cNvPr id="15" name="cover-platform-mark">
            <a:extLst xmlns:a="http://schemas.openxmlformats.org/drawingml/2006/main">
              <a:ext uri="{FF2B5EF4-FFF2-40B4-BE49-F238E27FC236}">
                <a16:creationId xmlns:a16="http://schemas.microsoft.com/office/drawing/2014/main" id="{9070577B-D65E-49CA-8F12-88C673A8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95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DIGITAL PLATFORM</a:t>
            </a:r>
          </a:p>
        </p:txBody>
      </p:sp>
    </p:spTree>
    <p:extLst>
      <p:ext uri="{BB962C8B-B14F-4D97-AF65-F5344CB8AC3E}">
        <p14:creationId xmlns:p14="http://schemas.microsoft.com/office/powerpoint/2010/main" val="1777180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C2453D18-AE97-47DD-887C-0C190A2C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D2FD2495-7B82-4A66-AEBD-CDBE36A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E43878-9F16-4A9B-BF84-06DB7F5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698959-6862-4A51-BA57-905F5206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 xmlns:a="http://schemas.openxmlformats.org/drawingml/2006/main">
              <a:ext uri="{FF2B5EF4-FFF2-40B4-BE49-F238E27FC236}">
                <a16:creationId xmlns:a16="http://schemas.microsoft.com/office/drawing/2014/main" id="{D16976BC-3B8A-40C3-8653-B79BC15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24050"/>
            <a:ext cx="361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y-kicker">
            <a:extLst xmlns:a="http://schemas.openxmlformats.org/drawingml/2006/main">
              <a:ext uri="{FF2B5EF4-FFF2-40B4-BE49-F238E27FC236}">
                <a16:creationId xmlns:a16="http://schemas.microsoft.com/office/drawing/2014/main" id="{892168A8-10D9-4AFD-828E-4CF3786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D35CFE61-148C-4874-A4B4-DA11282D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28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Community trust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needs one reliable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 xmlns:a="http://schemas.openxmlformats.org/drawingml/2006/main">
              <a:ext uri="{FF2B5EF4-FFF2-40B4-BE49-F238E27FC236}">
                <a16:creationId xmlns:a16="http://schemas.microsoft.com/office/drawing/2014/main" id="{10F28A23-754C-4D33-8C86-B1EB3012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gold-rule">
            <a:extLst xmlns:a="http://schemas.openxmlformats.org/drawingml/2006/main">
              <a:ext uri="{FF2B5EF4-FFF2-40B4-BE49-F238E27FC236}">
                <a16:creationId xmlns:a16="http://schemas.microsoft.com/office/drawing/2014/main" id="{659EAA51-7FDA-44F1-BD50-7651768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55721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0" name="why-item-0-disc">
            <a:extLst xmlns:a="http://schemas.openxmlformats.org/drawingml/2006/main">
              <a:ext uri="{FF2B5EF4-FFF2-40B4-BE49-F238E27FC236}">
                <a16:creationId xmlns:a16="http://schemas.microsoft.com/office/drawing/2014/main" id="{00396252-CB08-4A84-B7B7-EBFC26E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1145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476e18c5e4a7e">
            <a:extLst>
              <a:ext uri="{96DAC541-7B7A-43D3-8B79-37D633B846F1}">
                <asvg:svgBlip xmlns:asvg="http://schemas.microsoft.com/office/drawing/2016/SVG/main" r:embed="R9b7496d7d3dd4c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22336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" name="why-label-0">
            <a:extLst xmlns:a="http://schemas.openxmlformats.org/drawingml/2006/main">
              <a:ext uri="{FF2B5EF4-FFF2-40B4-BE49-F238E27FC236}">
                <a16:creationId xmlns:a16="http://schemas.microsoft.com/office/drawing/2014/main" id="{6C6299B7-6BCB-44CE-A5A1-FE1C38E3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05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3" name="why-desc-0">
            <a:extLst xmlns:a="http://schemas.openxmlformats.org/drawingml/2006/main">
              <a:ext uri="{FF2B5EF4-FFF2-40B4-BE49-F238E27FC236}">
                <a16:creationId xmlns:a16="http://schemas.microsoft.com/office/drawing/2014/main" id="{AB5E4B9E-230E-4B8E-906E-6D9BB44E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90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One recognized community</a:t>
            </a:r>
          </a:p>
        </p:txBody>
      </p:sp>
      <p:sp>
        <p:nvSpPr>
          <p:cNvPr id="14" name="why-link-0">
            <a:extLst xmlns:a="http://schemas.openxmlformats.org/drawingml/2006/main">
              <a:ext uri="{FF2B5EF4-FFF2-40B4-BE49-F238E27FC236}">
                <a16:creationId xmlns:a16="http://schemas.microsoft.com/office/drawing/2014/main" id="{9608D47E-DF3A-42E7-B297-7D534956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3526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5" name="why-item-1-disc">
            <a:extLst xmlns:a="http://schemas.openxmlformats.org/drawingml/2006/main">
              <a:ext uri="{FF2B5EF4-FFF2-40B4-BE49-F238E27FC236}">
                <a16:creationId xmlns:a16="http://schemas.microsoft.com/office/drawing/2014/main" id="{0925D465-09DE-497A-B8EB-D980A373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095f4254b4ad0">
            <a:extLst>
              <a:ext uri="{96DAC541-7B7A-43D3-8B79-37D633B846F1}">
                <asvg:svgBlip xmlns:asvg="http://schemas.microsoft.com/office/drawing/2016/SVG/main" r:embed="R3e4a6448766c41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297656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7" name="why-label-1">
            <a:extLst xmlns:a="http://schemas.openxmlformats.org/drawingml/2006/main">
              <a:ext uri="{FF2B5EF4-FFF2-40B4-BE49-F238E27FC236}">
                <a16:creationId xmlns:a16="http://schemas.microsoft.com/office/drawing/2014/main" id="{7C14A0A7-7E39-47E5-9219-B853318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47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8" name="why-desc-1">
            <a:extLst xmlns:a="http://schemas.openxmlformats.org/drawingml/2006/main">
              <a:ext uri="{FF2B5EF4-FFF2-40B4-BE49-F238E27FC236}">
                <a16:creationId xmlns:a16="http://schemas.microsoft.com/office/drawing/2014/main" id="{35BC8A48-6E7E-4FDB-AEF6-968CB415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33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Structured and secure</a:t>
            </a:r>
          </a:p>
        </p:txBody>
      </p:sp>
      <p:sp>
        <p:nvSpPr>
          <p:cNvPr id="19" name="why-link-1">
            <a:extLst xmlns:a="http://schemas.openxmlformats.org/drawingml/2006/main">
              <a:ext uri="{FF2B5EF4-FFF2-40B4-BE49-F238E27FC236}">
                <a16:creationId xmlns:a16="http://schemas.microsoft.com/office/drawing/2014/main" id="{88CE1774-4C6D-4ADD-A636-FD983594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30956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20" name="why-item-2-disc">
            <a:extLst xmlns:a="http://schemas.openxmlformats.org/drawingml/2006/main">
              <a:ext uri="{FF2B5EF4-FFF2-40B4-BE49-F238E27FC236}">
                <a16:creationId xmlns:a16="http://schemas.microsoft.com/office/drawing/2014/main" id="{CD88725F-5195-40A1-B2D4-5D79AE9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600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1fa330a41473a">
            <a:extLst>
              <a:ext uri="{96DAC541-7B7A-43D3-8B79-37D633B846F1}">
                <asvg:svgBlip xmlns:asvg="http://schemas.microsoft.com/office/drawing/2016/SVG/main" r:embed="R223521c34c484d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37195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2" name="why-label-2">
            <a:extLst xmlns:a="http://schemas.openxmlformats.org/drawingml/2006/main">
              <a:ext uri="{FF2B5EF4-FFF2-40B4-BE49-F238E27FC236}">
                <a16:creationId xmlns:a16="http://schemas.microsoft.com/office/drawing/2014/main" id="{295F5533-7BBE-4CB6-8538-6CDD79B4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90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23" name="why-desc-2">
            <a:extLst xmlns:a="http://schemas.openxmlformats.org/drawingml/2006/main">
              <a:ext uri="{FF2B5EF4-FFF2-40B4-BE49-F238E27FC236}">
                <a16:creationId xmlns:a16="http://schemas.microsoft.com/office/drawing/2014/main" id="{A0E8B4AF-8726-41A8-AD43-3CBC6EE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76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Available from one place</a:t>
            </a:r>
          </a:p>
        </p:txBody>
      </p:sp>
      <p:sp>
        <p:nvSpPr>
          <p:cNvPr id="24" name="why-link-2">
            <a:extLst xmlns:a="http://schemas.openxmlformats.org/drawingml/2006/main">
              <a:ext uri="{FF2B5EF4-FFF2-40B4-BE49-F238E27FC236}">
                <a16:creationId xmlns:a16="http://schemas.microsoft.com/office/drawing/2014/main" id="{E33466E2-CC0C-4B1B-AA1A-8BCBABF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38385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25" name="why-item-3-disc">
            <a:extLst xmlns:a="http://schemas.openxmlformats.org/drawingml/2006/main">
              <a:ext uri="{FF2B5EF4-FFF2-40B4-BE49-F238E27FC236}">
                <a16:creationId xmlns:a16="http://schemas.microsoft.com/office/drawing/2014/main" id="{C800F043-E9BD-437A-B338-0DFDE2F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434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857835fff4b4b">
            <a:extLst>
              <a:ext uri="{96DAC541-7B7A-43D3-8B79-37D633B846F1}">
                <asvg:svgBlip xmlns:asvg="http://schemas.microsoft.com/office/drawing/2016/SVG/main" r:embed="R23a760a4124942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446246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7" name="why-label-3">
            <a:extLst xmlns:a="http://schemas.openxmlformats.org/drawingml/2006/main">
              <a:ext uri="{FF2B5EF4-FFF2-40B4-BE49-F238E27FC236}">
                <a16:creationId xmlns:a16="http://schemas.microsoft.com/office/drawing/2014/main" id="{D2C31F8C-B4C7-4D47-9B43-9F6A31D2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33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28" name="why-desc-3">
            <a:extLst xmlns:a="http://schemas.openxmlformats.org/drawingml/2006/main">
              <a:ext uri="{FF2B5EF4-FFF2-40B4-BE49-F238E27FC236}">
                <a16:creationId xmlns:a16="http://schemas.microsoft.com/office/drawing/2014/main" id="{0A905124-0B24-45B8-9610-7F102C30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19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Clear and consistent</a:t>
            </a:r>
          </a:p>
        </p:txBody>
      </p:sp>
      <p:sp>
        <p:nvSpPr>
          <p:cNvPr id="29" name="why-link-3">
            <a:extLst xmlns:a="http://schemas.openxmlformats.org/drawingml/2006/main">
              <a:ext uri="{FF2B5EF4-FFF2-40B4-BE49-F238E27FC236}">
                <a16:creationId xmlns:a16="http://schemas.microsoft.com/office/drawing/2014/main" id="{5A9E4795-44E0-4772-909D-AF2E5CE7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45815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30" name="why-item-4-disc">
            <a:extLst xmlns:a="http://schemas.openxmlformats.org/drawingml/2006/main">
              <a:ext uri="{FF2B5EF4-FFF2-40B4-BE49-F238E27FC236}">
                <a16:creationId xmlns:a16="http://schemas.microsoft.com/office/drawing/2014/main" id="{014279B6-D2B6-42E9-A5A2-3DBC10C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08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494d074004c5d">
            <a:extLst>
              <a:ext uri="{96DAC541-7B7A-43D3-8B79-37D633B846F1}">
                <asvg:svgBlip xmlns:asvg="http://schemas.microsoft.com/office/drawing/2016/SVG/main" r:embed="Ra0f16f0f69f941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1013" y="5205413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why-label-4">
            <a:extLst xmlns:a="http://schemas.openxmlformats.org/drawingml/2006/main">
              <a:ext uri="{FF2B5EF4-FFF2-40B4-BE49-F238E27FC236}">
                <a16:creationId xmlns:a16="http://schemas.microsoft.com/office/drawing/2014/main" id="{2FF2540A-1E8C-473C-8FA8-6551B8A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768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3" name="why-desc-4">
            <a:extLst xmlns:a="http://schemas.openxmlformats.org/drawingml/2006/main">
              <a:ext uri="{FF2B5EF4-FFF2-40B4-BE49-F238E27FC236}">
                <a16:creationId xmlns:a16="http://schemas.microsoft.com/office/drawing/2014/main" id="{9FA5BA90-0507-49FA-AEB6-1C405616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625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Visible processes and status</a:t>
            </a:r>
          </a:p>
        </p:txBody>
      </p:sp>
      <p:sp>
        <p:nvSpPr>
          <p:cNvPr id="34" name="why-link-4">
            <a:extLst xmlns:a="http://schemas.openxmlformats.org/drawingml/2006/main">
              <a:ext uri="{FF2B5EF4-FFF2-40B4-BE49-F238E27FC236}">
                <a16:creationId xmlns:a16="http://schemas.microsoft.com/office/drawing/2014/main" id="{BABF1C4A-74C7-4935-933D-4159BC7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532447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35" name="why-core-shadow">
            <a:extLst xmlns:a="http://schemas.openxmlformats.org/drawingml/2006/main">
              <a:ext uri="{FF2B5EF4-FFF2-40B4-BE49-F238E27FC236}">
                <a16:creationId xmlns:a16="http://schemas.microsoft.com/office/drawing/2014/main" id="{24552106-8BC0-4730-95C9-92EDDEE9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241935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627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hy-core-outer">
            <a:extLst xmlns:a="http://schemas.openxmlformats.org/drawingml/2006/main">
              <a:ext uri="{FF2B5EF4-FFF2-40B4-BE49-F238E27FC236}">
                <a16:creationId xmlns:a16="http://schemas.microsoft.com/office/drawing/2014/main" id="{171EDB9E-A707-4F14-BD20-9F18004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286000"/>
            <a:ext cx="2647950" cy="2647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37" name="why-core-inner">
            <a:extLst xmlns:a="http://schemas.openxmlformats.org/drawingml/2006/main">
              <a:ext uri="{FF2B5EF4-FFF2-40B4-BE49-F238E27FC236}">
                <a16:creationId xmlns:a16="http://schemas.microsoft.com/office/drawing/2014/main" id="{1DF46025-5746-46B2-90B9-4766E4A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2686050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48e38d0374119">
            <a:extLst>
              <a:ext uri="{96DAC541-7B7A-43D3-8B79-37D633B846F1}">
                <asvg:svgBlip xmlns:asvg="http://schemas.microsoft.com/office/drawing/2016/SVG/main" r:embed="Rf68c9f274b7846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15450" y="30384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9" name="why-core-title">
            <a:extLst xmlns:a="http://schemas.openxmlformats.org/drawingml/2006/main">
              <a:ext uri="{FF2B5EF4-FFF2-40B4-BE49-F238E27FC236}">
                <a16:creationId xmlns:a16="http://schemas.microsoft.com/office/drawing/2014/main" id="{E64F6A13-1249-4E7B-8698-932E4B7B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1200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40" name="why-core-caption">
            <a:extLst xmlns:a="http://schemas.openxmlformats.org/drawingml/2006/main">
              <a:ext uri="{FF2B5EF4-FFF2-40B4-BE49-F238E27FC236}">
                <a16:creationId xmlns:a16="http://schemas.microsoft.com/office/drawing/2014/main" id="{6167FDDC-98E9-4685-BBDC-B2383039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Connected • Trusted • Accountable</a:t>
            </a:r>
          </a:p>
        </p:txBody>
      </p:sp>
      <p:sp>
        <p:nvSpPr>
          <p:cNvPr id="4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45FD17D-99F0-487E-9277-59896A2E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2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00C4D7B-8BBC-4858-9304-9574E472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0DF8706-ED38-469C-A06B-442FE3F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457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BC561203-1FD6-4A2D-815F-E70B4E71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BA1857EE-B263-444D-AF08-817FF77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A748B-D8AF-43F2-9784-AEA15028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03802C-2835-4061-8A56-AD399C40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 xmlns:a="http://schemas.openxmlformats.org/drawingml/2006/main">
              <a:ext uri="{FF2B5EF4-FFF2-40B4-BE49-F238E27FC236}">
                <a16:creationId xmlns:a16="http://schemas.microsoft.com/office/drawing/2014/main" id="{D4A20F39-170F-4CDD-80BB-31C036FF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81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 xmlns:a="http://schemas.openxmlformats.org/drawingml/2006/main">
              <a:ext uri="{FF2B5EF4-FFF2-40B4-BE49-F238E27FC236}">
                <a16:creationId xmlns:a16="http://schemas.microsoft.com/office/drawing/2014/main" id="{A6680EFF-80F2-46C9-BD37-4CECF5D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 xmlns:a="http://schemas.openxmlformats.org/drawingml/2006/main">
              <a:ext uri="{FF2B5EF4-FFF2-40B4-BE49-F238E27FC236}">
                <a16:creationId xmlns:a16="http://schemas.microsoft.com/office/drawing/2014/main" id="{F1237A46-569D-49F6-999B-B994C15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86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 xmlns:a="http://schemas.openxmlformats.org/drawingml/2006/main">
              <a:ext uri="{FF2B5EF4-FFF2-40B4-BE49-F238E27FC236}">
                <a16:creationId xmlns:a16="http://schemas.microsoft.com/office/drawing/2014/main" id="{01E0ED57-D49A-4B76-AE19-9D8AEBC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 xmlns:a="http://schemas.openxmlformats.org/drawingml/2006/main">
              <a:ext uri="{FF2B5EF4-FFF2-40B4-BE49-F238E27FC236}">
                <a16:creationId xmlns:a16="http://schemas.microsoft.com/office/drawing/2014/main" id="{04A8E1AD-C203-451B-BA09-ACBC009D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 xmlns:a="http://schemas.openxmlformats.org/drawingml/2006/main">
              <a:ext uri="{FF2B5EF4-FFF2-40B4-BE49-F238E27FC236}">
                <a16:creationId xmlns:a16="http://schemas.microsoft.com/office/drawing/2014/main" id="{136C8E4D-57B4-4F3B-8A25-4C9C583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 xmlns:a="http://schemas.openxmlformats.org/drawingml/2006/main">
              <a:ext uri="{FF2B5EF4-FFF2-40B4-BE49-F238E27FC236}">
                <a16:creationId xmlns:a16="http://schemas.microsoft.com/office/drawing/2014/main" id="{22FAC859-B375-4EE0-B6FB-45DFA6A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be745209d48a1">
            <a:extLst>
              <a:ext uri="{96DAC541-7B7A-43D3-8B79-37D633B846F1}">
                <asvg:svgBlip xmlns:asvg="http://schemas.microsoft.com/office/drawing/2016/SVG/main" r:embed="R7b735b71998046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124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vision-label-0">
            <a:extLst xmlns:a="http://schemas.openxmlformats.org/drawingml/2006/main">
              <a:ext uri="{FF2B5EF4-FFF2-40B4-BE49-F238E27FC236}">
                <a16:creationId xmlns:a16="http://schemas.microsoft.com/office/drawing/2014/main" id="{F027CDFE-D592-4415-BA41-3740771D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 xmlns:a="http://schemas.openxmlformats.org/drawingml/2006/main">
              <a:ext uri="{FF2B5EF4-FFF2-40B4-BE49-F238E27FC236}">
                <a16:creationId xmlns:a16="http://schemas.microsoft.com/office/drawing/2014/main" id="{838F65E0-8105-4367-89D2-846E1C9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 xmlns:a="http://schemas.openxmlformats.org/drawingml/2006/main">
              <a:ext uri="{FF2B5EF4-FFF2-40B4-BE49-F238E27FC236}">
                <a16:creationId xmlns:a16="http://schemas.microsoft.com/office/drawing/2014/main" id="{98F17321-7AAB-46A5-A44C-0FDE4E8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 xmlns:a="http://schemas.openxmlformats.org/drawingml/2006/main">
              <a:ext uri="{FF2B5EF4-FFF2-40B4-BE49-F238E27FC236}">
                <a16:creationId xmlns:a16="http://schemas.microsoft.com/office/drawing/2014/main" id="{E01260EA-7AE9-4F87-9110-A2E9FEDA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78b1ec22a4955">
            <a:extLst>
              <a:ext uri="{96DAC541-7B7A-43D3-8B79-37D633B846F1}">
                <asvg:svgBlip xmlns:asvg="http://schemas.microsoft.com/office/drawing/2016/SVG/main" r:embed="R32ec3198547b4f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vision-label-1">
            <a:extLst xmlns:a="http://schemas.openxmlformats.org/drawingml/2006/main">
              <a:ext uri="{FF2B5EF4-FFF2-40B4-BE49-F238E27FC236}">
                <a16:creationId xmlns:a16="http://schemas.microsoft.com/office/drawing/2014/main" id="{57FAE800-2EF7-4452-B089-A985A815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 xmlns:a="http://schemas.openxmlformats.org/drawingml/2006/main">
              <a:ext uri="{FF2B5EF4-FFF2-40B4-BE49-F238E27FC236}">
                <a16:creationId xmlns:a16="http://schemas.microsoft.com/office/drawing/2014/main" id="{337073C3-B011-4C32-BDDA-85CDF34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 xmlns:a="http://schemas.openxmlformats.org/drawingml/2006/main">
              <a:ext uri="{FF2B5EF4-FFF2-40B4-BE49-F238E27FC236}">
                <a16:creationId xmlns:a16="http://schemas.microsoft.com/office/drawing/2014/main" id="{FF987362-6931-412F-A55A-4D763707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 xmlns:a="http://schemas.openxmlformats.org/drawingml/2006/main">
              <a:ext uri="{FF2B5EF4-FFF2-40B4-BE49-F238E27FC236}">
                <a16:creationId xmlns:a16="http://schemas.microsoft.com/office/drawing/2014/main" id="{2790A3F6-29A3-41C5-A4A9-180DE8D6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ec1a00be049b7">
            <a:extLst>
              <a:ext uri="{96DAC541-7B7A-43D3-8B79-37D633B846F1}">
                <asvg:svgBlip xmlns:asvg="http://schemas.microsoft.com/office/drawing/2016/SVG/main" r:embed="Rd5f35a3de08e40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3705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3" name="vision-label-2">
            <a:extLst xmlns:a="http://schemas.openxmlformats.org/drawingml/2006/main">
              <a:ext uri="{FF2B5EF4-FFF2-40B4-BE49-F238E27FC236}">
                <a16:creationId xmlns:a16="http://schemas.microsoft.com/office/drawing/2014/main" id="{BAB61720-E18E-4C54-8278-6435DB5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 xmlns:a="http://schemas.openxmlformats.org/drawingml/2006/main">
              <a:ext uri="{FF2B5EF4-FFF2-40B4-BE49-F238E27FC236}">
                <a16:creationId xmlns:a16="http://schemas.microsoft.com/office/drawing/2014/main" id="{5F3426C1-87E1-4E99-8538-EDB9149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 xmlns:a="http://schemas.openxmlformats.org/drawingml/2006/main">
              <a:ext uri="{FF2B5EF4-FFF2-40B4-BE49-F238E27FC236}">
                <a16:creationId xmlns:a16="http://schemas.microsoft.com/office/drawing/2014/main" id="{F2AB3125-E177-4F1E-AD1C-176FF3B9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 xmlns:a="http://schemas.openxmlformats.org/drawingml/2006/main">
              <a:ext uri="{FF2B5EF4-FFF2-40B4-BE49-F238E27FC236}">
                <a16:creationId xmlns:a16="http://schemas.microsoft.com/office/drawing/2014/main" id="{D4D58B56-5433-47C2-BC71-1A1B803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48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89a3e6c31425d">
            <a:extLst>
              <a:ext uri="{96DAC541-7B7A-43D3-8B79-37D633B846F1}">
                <asvg:svgBlip xmlns:asvg="http://schemas.microsoft.com/office/drawing/2016/SVG/main" r:embed="Rd444d4406ba444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4495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vision-label-3">
            <a:extLst xmlns:a="http://schemas.openxmlformats.org/drawingml/2006/main">
              <a:ext uri="{FF2B5EF4-FFF2-40B4-BE49-F238E27FC236}">
                <a16:creationId xmlns:a16="http://schemas.microsoft.com/office/drawing/2014/main" id="{8A6D3DFF-E958-4E0C-9639-ACFF7915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 xmlns:a="http://schemas.openxmlformats.org/drawingml/2006/main">
              <a:ext uri="{FF2B5EF4-FFF2-40B4-BE49-F238E27FC236}">
                <a16:creationId xmlns:a16="http://schemas.microsoft.com/office/drawing/2014/main" id="{9B264537-B7E0-4FA6-90F8-58B0BFC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 xmlns:a="http://schemas.openxmlformats.org/drawingml/2006/main">
              <a:ext uri="{FF2B5EF4-FFF2-40B4-BE49-F238E27FC236}">
                <a16:creationId xmlns:a16="http://schemas.microsoft.com/office/drawing/2014/main" id="{7666B8D1-ED70-4D85-834F-2BECDCF8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 xmlns:a="http://schemas.openxmlformats.org/drawingml/2006/main">
              <a:ext uri="{FF2B5EF4-FFF2-40B4-BE49-F238E27FC236}">
                <a16:creationId xmlns:a16="http://schemas.microsoft.com/office/drawing/2014/main" id="{6567A746-6925-458D-AF42-A8AF2B7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1736be13a400e">
            <a:extLst>
              <a:ext uri="{96DAC541-7B7A-43D3-8B79-37D633B846F1}">
                <asvg:svgBlip xmlns:asvg="http://schemas.microsoft.com/office/drawing/2016/SVG/main" r:embed="R92a893179b454f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528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vision-label-4">
            <a:extLst xmlns:a="http://schemas.openxmlformats.org/drawingml/2006/main">
              <a:ext uri="{FF2B5EF4-FFF2-40B4-BE49-F238E27FC236}">
                <a16:creationId xmlns:a16="http://schemas.microsoft.com/office/drawing/2014/main" id="{10C8136A-1122-436C-923E-DD48493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29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 xmlns:a="http://schemas.openxmlformats.org/drawingml/2006/main">
              <a:ext uri="{FF2B5EF4-FFF2-40B4-BE49-F238E27FC236}">
                <a16:creationId xmlns:a16="http://schemas.microsoft.com/office/drawing/2014/main" id="{12C4F204-305F-4FC1-A936-1D3796E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3152E52-1B09-415F-B7EC-69271A0C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F41D92E-E246-4019-850C-89C228D9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30200DA-96E3-4C6B-8834-D5C1D087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5476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8C97652-A2D3-4D62-8043-7E73DFF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F36DBCCF-B260-4479-8C6C-3C884FC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F21716-55DE-4D8B-87A3-FD8542E2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Ten completed modules form one operating layer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2B7D99-C133-42D8-AC93-699A2A8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 experience, trusted verification, organizational management and shared data.</a:t>
            </a:r>
          </a:p>
        </p:txBody>
      </p:sp>
      <p:sp>
        <p:nvSpPr>
          <p:cNvPr id="5" name="modules-stat-band">
            <a:extLst xmlns:a="http://schemas.openxmlformats.org/drawingml/2006/main">
              <a:ext uri="{FF2B5EF4-FFF2-40B4-BE49-F238E27FC236}">
                <a16:creationId xmlns:a16="http://schemas.microsoft.com/office/drawing/2014/main" id="{A295B461-ECAD-4BD9-BA49-16B0125D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14525"/>
            <a:ext cx="31432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ules-big-number">
            <a:extLst xmlns:a="http://schemas.openxmlformats.org/drawingml/2006/main">
              <a:ext uri="{FF2B5EF4-FFF2-40B4-BE49-F238E27FC236}">
                <a16:creationId xmlns:a16="http://schemas.microsoft.com/office/drawing/2014/main" id="{65CD9571-AC1C-4F4B-B0CE-1C6484E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09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76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modules-stat-title">
            <a:extLst xmlns:a="http://schemas.openxmlformats.org/drawingml/2006/main">
              <a:ext uri="{FF2B5EF4-FFF2-40B4-BE49-F238E27FC236}">
                <a16:creationId xmlns:a16="http://schemas.microsoft.com/office/drawing/2014/main" id="{1E2D8833-8ADF-472F-AA4D-57B351B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COMPLETED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MODULES</a:t>
            </a:r>
          </a:p>
        </p:txBody>
      </p:sp>
      <p:sp>
        <p:nvSpPr>
          <p:cNvPr id="8" name="modules-stat-rule">
            <a:extLst xmlns:a="http://schemas.openxmlformats.org/drawingml/2006/main">
              <a:ext uri="{FF2B5EF4-FFF2-40B4-BE49-F238E27FC236}">
                <a16:creationId xmlns:a16="http://schemas.microsoft.com/office/drawing/2014/main" id="{612D6F36-4AA5-403E-BDBD-D91566D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45243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9" name="modules-stat-copy">
            <a:extLst xmlns:a="http://schemas.openxmlformats.org/drawingml/2006/main">
              <a:ext uri="{FF2B5EF4-FFF2-40B4-BE49-F238E27FC236}">
                <a16:creationId xmlns:a16="http://schemas.microsoft.com/office/drawing/2014/main" id="{EEC47F42-BB14-4FA5-A66B-CE19B7AB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Designed to work together as one digital ecosystem.</a:t>
            </a:r>
          </a:p>
        </p:txBody>
      </p:sp>
      <p:sp>
        <p:nvSpPr>
          <p:cNvPr id="10" name="modules-left-header">
            <a:extLst xmlns:a="http://schemas.openxmlformats.org/drawingml/2006/main">
              <a:ext uri="{FF2B5EF4-FFF2-40B4-BE49-F238E27FC236}">
                <a16:creationId xmlns:a16="http://schemas.microsoft.com/office/drawing/2014/main" id="{272299B2-1B4A-4653-B10B-52AF44F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CONNECTED EXPERIENCE</a:t>
            </a:r>
          </a:p>
        </p:txBody>
      </p:sp>
      <p:sp>
        <p:nvSpPr>
          <p:cNvPr id="11" name="modules-right-header">
            <a:extLst xmlns:a="http://schemas.openxmlformats.org/drawingml/2006/main">
              <a:ext uri="{FF2B5EF4-FFF2-40B4-BE49-F238E27FC236}">
                <a16:creationId xmlns:a16="http://schemas.microsoft.com/office/drawing/2014/main" id="{B690D68D-D31C-40AE-B051-D7AEF44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TRUSTED OPERATIONS</a:t>
            </a:r>
          </a:p>
        </p:txBody>
      </p:sp>
      <p:sp>
        <p:nvSpPr>
          <p:cNvPr id="12" name="modules-divider">
            <a:extLst xmlns:a="http://schemas.openxmlformats.org/drawingml/2006/main">
              <a:ext uri="{FF2B5EF4-FFF2-40B4-BE49-F238E27FC236}">
                <a16:creationId xmlns:a16="http://schemas.microsoft.com/office/drawing/2014/main" id="{8275721B-6BE4-4A43-9BBC-F9D64664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0" y="20955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3" name="module-left-0-disc">
            <a:extLst xmlns:a="http://schemas.openxmlformats.org/drawingml/2006/main">
              <a:ext uri="{FF2B5EF4-FFF2-40B4-BE49-F238E27FC236}">
                <a16:creationId xmlns:a16="http://schemas.microsoft.com/office/drawing/2014/main" id="{9CFE7360-1FE9-4F06-82CD-400105B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dd4eb9d4f4253">
            <a:extLst>
              <a:ext uri="{96DAC541-7B7A-43D3-8B79-37D633B846F1}">
                <asvg:svgBlip xmlns:asvg="http://schemas.microsoft.com/office/drawing/2016/SVG/main" r:embed="Rd40d484e2a5e4b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5" name="module-left-0-label">
            <a:extLst xmlns:a="http://schemas.openxmlformats.org/drawingml/2006/main">
              <a:ext uri="{FF2B5EF4-FFF2-40B4-BE49-F238E27FC236}">
                <a16:creationId xmlns:a16="http://schemas.microsoft.com/office/drawing/2014/main" id="{2D001786-48FF-4AF7-A215-A451AE2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479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Portal</a:t>
            </a:r>
          </a:p>
        </p:txBody>
      </p:sp>
      <p:sp>
        <p:nvSpPr>
          <p:cNvPr id="16" name="module-left-1-disc">
            <a:extLst xmlns:a="http://schemas.openxmlformats.org/drawingml/2006/main">
              <a:ext uri="{FF2B5EF4-FFF2-40B4-BE49-F238E27FC236}">
                <a16:creationId xmlns:a16="http://schemas.microsoft.com/office/drawing/2014/main" id="{A19AE531-7D4C-48C6-BB46-5035487F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2e1ee941f4cd9">
            <a:extLst>
              <a:ext uri="{96DAC541-7B7A-43D3-8B79-37D633B846F1}">
                <asvg:svgBlip xmlns:asvg="http://schemas.microsoft.com/office/drawing/2016/SVG/main" r:embed="R4c36c6740d8f48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module-left-1-label">
            <a:extLst xmlns:a="http://schemas.openxmlformats.org/drawingml/2006/main">
              <a:ext uri="{FF2B5EF4-FFF2-40B4-BE49-F238E27FC236}">
                <a16:creationId xmlns:a16="http://schemas.microsoft.com/office/drawing/2014/main" id="{5EC699DB-9DFC-448F-9FE3-566F92F4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Membership Card</a:t>
            </a:r>
          </a:p>
        </p:txBody>
      </p:sp>
      <p:sp>
        <p:nvSpPr>
          <p:cNvPr id="19" name="module-left-2-disc">
            <a:extLst xmlns:a="http://schemas.openxmlformats.org/drawingml/2006/main">
              <a:ext uri="{FF2B5EF4-FFF2-40B4-BE49-F238E27FC236}">
                <a16:creationId xmlns:a16="http://schemas.microsoft.com/office/drawing/2014/main" id="{467D8068-9E86-4F53-AE47-D470855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0ead5944f441b">
            <a:extLst>
              <a:ext uri="{96DAC541-7B7A-43D3-8B79-37D633B846F1}">
                <asvg:svgBlip xmlns:asvg="http://schemas.microsoft.com/office/drawing/2016/SVG/main" r:embed="R523cc96a586c41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1" name="module-left-2-label">
            <a:extLst xmlns:a="http://schemas.openxmlformats.org/drawingml/2006/main">
              <a:ext uri="{FF2B5EF4-FFF2-40B4-BE49-F238E27FC236}">
                <a16:creationId xmlns:a16="http://schemas.microsoft.com/office/drawing/2014/main" id="{1C15663C-F5AB-41C1-A2BF-E8DCE35E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433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Verification</a:t>
            </a:r>
          </a:p>
        </p:txBody>
      </p:sp>
      <p:sp>
        <p:nvSpPr>
          <p:cNvPr id="22" name="module-left-3-disc">
            <a:extLst xmlns:a="http://schemas.openxmlformats.org/drawingml/2006/main">
              <a:ext uri="{FF2B5EF4-FFF2-40B4-BE49-F238E27FC236}">
                <a16:creationId xmlns:a16="http://schemas.microsoft.com/office/drawing/2014/main" id="{4EC50B4E-E0B0-4C38-B0B4-C99ABB9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ba8ad3a324313">
            <a:extLst>
              <a:ext uri="{96DAC541-7B7A-43D3-8B79-37D633B846F1}">
                <asvg:svgBlip xmlns:asvg="http://schemas.microsoft.com/office/drawing/2016/SVG/main" r:embed="Ra69631cdfe8f44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4" name="module-left-3-label">
            <a:extLst xmlns:a="http://schemas.openxmlformats.org/drawingml/2006/main">
              <a:ext uri="{FF2B5EF4-FFF2-40B4-BE49-F238E27FC236}">
                <a16:creationId xmlns:a16="http://schemas.microsoft.com/office/drawing/2014/main" id="{05E6A3F9-1AED-472E-989E-55266E51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5" name="module-left-4-disc">
            <a:extLst xmlns:a="http://schemas.openxmlformats.org/drawingml/2006/main">
              <a:ext uri="{FF2B5EF4-FFF2-40B4-BE49-F238E27FC236}">
                <a16:creationId xmlns:a16="http://schemas.microsoft.com/office/drawing/2014/main" id="{27AC664D-708A-46F4-8EA1-B369B0C2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d3ca340ce4db6">
            <a:extLst>
              <a:ext uri="{96DAC541-7B7A-43D3-8B79-37D633B846F1}">
                <asvg:svgBlip xmlns:asvg="http://schemas.microsoft.com/office/drawing/2016/SVG/main" r:embed="Rcfef2e0815d54b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385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module-left-4-label">
            <a:extLst xmlns:a="http://schemas.openxmlformats.org/drawingml/2006/main">
              <a:ext uri="{FF2B5EF4-FFF2-40B4-BE49-F238E27FC236}">
                <a16:creationId xmlns:a16="http://schemas.microsoft.com/office/drawing/2014/main" id="{19A1B454-68AE-4941-929D-6FF52197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8" name="module-right-0-disc">
            <a:extLst xmlns:a="http://schemas.openxmlformats.org/drawingml/2006/main">
              <a:ext uri="{FF2B5EF4-FFF2-40B4-BE49-F238E27FC236}">
                <a16:creationId xmlns:a16="http://schemas.microsoft.com/office/drawing/2014/main" id="{3879B29F-1561-4059-937E-CAAFBD4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1969437f44536">
            <a:extLst>
              <a:ext uri="{96DAC541-7B7A-43D3-8B79-37D633B846F1}">
                <asvg:svgBlip xmlns:asvg="http://schemas.microsoft.com/office/drawing/2016/SVG/main" r:embed="R3b3ae5aca97f4f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2557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0" name="module-right-0-label">
            <a:extLst xmlns:a="http://schemas.openxmlformats.org/drawingml/2006/main">
              <a:ext uri="{FF2B5EF4-FFF2-40B4-BE49-F238E27FC236}">
                <a16:creationId xmlns:a16="http://schemas.microsoft.com/office/drawing/2014/main" id="{B5BA25B0-8840-4AF9-B9F9-7DD5B6C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479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31" name="module-right-1-disc">
            <a:extLst xmlns:a="http://schemas.openxmlformats.org/drawingml/2006/main">
              <a:ext uri="{FF2B5EF4-FFF2-40B4-BE49-F238E27FC236}">
                <a16:creationId xmlns:a16="http://schemas.microsoft.com/office/drawing/2014/main" id="{EC2EFAC2-BA07-43E5-8C78-589E795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019488add485e">
            <a:extLst>
              <a:ext uri="{96DAC541-7B7A-43D3-8B79-37D633B846F1}">
                <asvg:svgBlip xmlns:asvg="http://schemas.microsoft.com/office/drawing/2016/SVG/main" r:embed="Ra9e7a2efebeb45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2051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module-right-1-label">
            <a:extLst xmlns:a="http://schemas.openxmlformats.org/drawingml/2006/main">
              <a:ext uri="{FF2B5EF4-FFF2-40B4-BE49-F238E27FC236}">
                <a16:creationId xmlns:a16="http://schemas.microsoft.com/office/drawing/2014/main" id="{8D367725-A383-45EA-887B-214D9D5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34" name="module-right-2-disc">
            <a:extLst xmlns:a="http://schemas.openxmlformats.org/drawingml/2006/main">
              <a:ext uri="{FF2B5EF4-FFF2-40B4-BE49-F238E27FC236}">
                <a16:creationId xmlns:a16="http://schemas.microsoft.com/office/drawing/2014/main" id="{A8AC99BA-4319-4DE0-8C01-8E548A6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bd5accea4a33">
            <a:extLst>
              <a:ext uri="{96DAC541-7B7A-43D3-8B79-37D633B846F1}">
                <asvg:svgBlip xmlns:asvg="http://schemas.microsoft.com/office/drawing/2016/SVG/main" r:embed="R9585f144a39b4d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38528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6" name="module-right-2-label">
            <a:extLst xmlns:a="http://schemas.openxmlformats.org/drawingml/2006/main">
              <a:ext uri="{FF2B5EF4-FFF2-40B4-BE49-F238E27FC236}">
                <a16:creationId xmlns:a16="http://schemas.microsoft.com/office/drawing/2014/main" id="{51F6270C-6B82-4929-AB71-0B1082A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Portal</a:t>
            </a:r>
          </a:p>
        </p:txBody>
      </p:sp>
      <p:sp>
        <p:nvSpPr>
          <p:cNvPr id="37" name="module-right-3-disc">
            <a:extLst xmlns:a="http://schemas.openxmlformats.org/drawingml/2006/main">
              <a:ext uri="{FF2B5EF4-FFF2-40B4-BE49-F238E27FC236}">
                <a16:creationId xmlns:a16="http://schemas.microsoft.com/office/drawing/2014/main" id="{2C67CA5D-3766-4B0F-8201-AFEDC204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73990fe84994">
            <a:extLst>
              <a:ext uri="{96DAC541-7B7A-43D3-8B79-37D633B846F1}">
                <asvg:svgBlip xmlns:asvg="http://schemas.microsoft.com/office/drawing/2016/SVG/main" r:embed="R60aed382a89346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45005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9" name="module-right-3-label">
            <a:extLst xmlns:a="http://schemas.openxmlformats.org/drawingml/2006/main">
              <a:ext uri="{FF2B5EF4-FFF2-40B4-BE49-F238E27FC236}">
                <a16:creationId xmlns:a16="http://schemas.microsoft.com/office/drawing/2014/main" id="{9E311649-3893-4620-AB55-9DA5F16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910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Portal</a:t>
            </a:r>
          </a:p>
        </p:txBody>
      </p:sp>
      <p:sp>
        <p:nvSpPr>
          <p:cNvPr id="40" name="module-right-4-disc">
            <a:extLst xmlns:a="http://schemas.openxmlformats.org/drawingml/2006/main">
              <a:ext uri="{FF2B5EF4-FFF2-40B4-BE49-F238E27FC236}">
                <a16:creationId xmlns:a16="http://schemas.microsoft.com/office/drawing/2014/main" id="{8CF8D5CB-0D4C-4B0F-86FA-37FCFF0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8b2cce7854c39">
            <a:extLst>
              <a:ext uri="{96DAC541-7B7A-43D3-8B79-37D633B846F1}">
                <asvg:svgBlip xmlns:asvg="http://schemas.microsoft.com/office/drawing/2016/SVG/main" r:embed="R5da61aeb3f3e49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00963" y="51482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42" name="module-right-4-label">
            <a:extLst xmlns:a="http://schemas.openxmlformats.org/drawingml/2006/main">
              <a:ext uri="{FF2B5EF4-FFF2-40B4-BE49-F238E27FC236}">
                <a16:creationId xmlns:a16="http://schemas.microsoft.com/office/drawing/2014/main" id="{76571F95-0CDC-4607-B868-0EC8AA23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387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Community Database</a:t>
            </a:r>
          </a:p>
        </p:txBody>
      </p:sp>
      <p:sp>
        <p:nvSpPr>
          <p:cNvPr id="4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B0F929C-4809-4807-9939-4702B031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BEB3A040-1611-4C72-B0C6-785B520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2B85B34-B271-4DF2-8779-80F5915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59296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E618FD41-8632-4D73-B7E4-EEF96BC5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C3DFB561-4DE1-418F-8D5A-2E8C004C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B17706-910A-45D7-AB8D-FAF25BD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61979B-414B-4A64-9B42-583BC8CE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 xmlns:a="http://schemas.openxmlformats.org/drawingml/2006/main">
              <a:ext uri="{FF2B5EF4-FFF2-40B4-BE49-F238E27FC236}">
                <a16:creationId xmlns:a16="http://schemas.microsoft.com/office/drawing/2014/main" id="{4A728513-1AFC-4C61-9C5E-91BF0FEA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347662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AEED84DD-404A-4CE0-BF77-FB8B1C54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2FA87557-6BC1-4099-8D94-EF3501C5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5E8C56A2-4C9D-4B78-9F52-2031AF9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0E62CE4C-8001-41B8-ABD4-94B4729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arrow-4">
            <a:extLst xmlns:a="http://schemas.openxmlformats.org/drawingml/2006/main">
              <a:ext uri="{FF2B5EF4-FFF2-40B4-BE49-F238E27FC236}">
                <a16:creationId xmlns:a16="http://schemas.microsoft.com/office/drawing/2014/main" id="{A1D0836B-2690-4B05-8002-B18AB720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07B1EFCC-31DD-4528-8362-9BB0DFF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67495D3C-0463-4FEC-B18A-3C17A7E4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d98e6f7ea4b22">
            <a:extLst>
              <a:ext uri="{96DAC541-7B7A-43D3-8B79-37D633B846F1}">
                <asvg:svgBlip xmlns:asvg="http://schemas.microsoft.com/office/drawing/2016/SVG/main" r:embed="R2ad82ef1fbb045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4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182BF1EB-F297-40BA-841E-3508763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4B5A4732-33C3-4128-9164-D7FCD7F2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8215C2A5-9AED-42CA-ACEB-8B150B5C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D4BEEA69-48A8-4679-A616-E992C01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b24c4af674f80">
            <a:extLst>
              <a:ext uri="{96DAC541-7B7A-43D3-8B79-37D633B846F1}">
                <asvg:svgBlip xmlns:asvg="http://schemas.microsoft.com/office/drawing/2016/SVG/main" r:embed="R814f08a5c7d447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CE013919-E669-4EA7-A5AE-911DAD1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2C7264A9-B3FE-4EC5-940F-A747B63D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8B747C1D-BB81-4CBD-8C0E-6ACB5A5A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8AD3064B-EB9C-495D-8A40-A83D0B3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8728b45db4947">
            <a:extLst>
              <a:ext uri="{96DAC541-7B7A-43D3-8B79-37D633B846F1}">
                <asvg:svgBlip xmlns:asvg="http://schemas.microsoft.com/office/drawing/2016/SVG/main" r:embed="Rf4bab979efa44d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2ACFFEFF-DE93-4D89-8FFC-E1DA969D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8B9D257D-0DEE-4907-B2EA-A1151BCF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CDA2F9C3-2FAC-41DC-9437-936E427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265BCD8D-B34D-454D-8EE7-0E908424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b4a29d6764a65">
            <a:extLst>
              <a:ext uri="{96DAC541-7B7A-43D3-8B79-37D633B846F1}">
                <asvg:svgBlip xmlns:asvg="http://schemas.microsoft.com/office/drawing/2016/SVG/main" r:embed="R59e2c6428f0d45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484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DC1C9FFE-76CE-4141-AD26-683F94ED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658E2C0B-38C8-40C4-B376-D9966211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04D4D13B-4CEB-41EF-9F4E-0C965236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ADCD6B38-8C62-4D20-81F7-E429CD2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b5a28d1344fd6">
            <a:extLst>
              <a:ext uri="{96DAC541-7B7A-43D3-8B79-37D633B846F1}">
                <asvg:svgBlip xmlns:asvg="http://schemas.microsoft.com/office/drawing/2016/SVG/main" r:embed="Rf4828362a5dd46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4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FE1A26FE-1FC6-41CF-ADAC-9781E028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83C9ECD4-1CDA-4CDA-A579-74B0483A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 xmlns:a="http://schemas.openxmlformats.org/drawingml/2006/main">
              <a:ext uri="{FF2B5EF4-FFF2-40B4-BE49-F238E27FC236}">
                <a16:creationId xmlns:a16="http://schemas.microsoft.com/office/drawing/2014/main" id="{225821FF-3B15-452A-97C0-8F03FBA9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DDBC7260-4C35-419A-B83B-0C168357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4a4c137dc454d">
            <a:extLst>
              <a:ext uri="{96DAC541-7B7A-43D3-8B79-37D633B846F1}">
                <asvg:svgBlip xmlns:asvg="http://schemas.microsoft.com/office/drawing/2016/SVG/main" r:embed="R7620e6bd7d0246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203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29740DF1-2D82-43B7-97EC-BA2F7AE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8A711949-DA4E-4E31-9FBA-5FA53C8F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E77CD32D-7D35-4064-B381-CA3A55FC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286375"/>
            <a:ext cx="552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journey-outcome-text">
            <a:extLst xmlns:a="http://schemas.openxmlformats.org/drawingml/2006/main">
              <a:ext uri="{FF2B5EF4-FFF2-40B4-BE49-F238E27FC236}">
                <a16:creationId xmlns:a16="http://schemas.microsoft.com/office/drawing/2014/main" id="{216FC321-3F10-41F1-87E7-BA61EE2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695B5D6-1519-4EA4-B9F4-1DFAAED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617F2AE9-1D54-4C83-BC51-BCC6839E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73114F5-0A27-4414-90C8-3CF657D6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2726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557E187D-3EA1-49B4-8B0F-27FDD0F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D7C2BE93-9DEE-44CB-81A0-AE352A6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967B5C-917A-462D-BB5F-6DE7861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Every credential is built to be trusted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30B79C-B675-4D12-8B13-B6B9AA0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Fast verification for members, administrators and the wider community.</a:t>
            </a:r>
          </a:p>
        </p:txBody>
      </p:sp>
      <p:sp>
        <p:nvSpPr>
          <p:cNvPr id="5" name="identity-card-shadow">
            <a:extLst xmlns:a="http://schemas.openxmlformats.org/drawingml/2006/main">
              <a:ext uri="{FF2B5EF4-FFF2-40B4-BE49-F238E27FC236}">
                <a16:creationId xmlns:a16="http://schemas.microsoft.com/office/drawing/2014/main" id="{207B6AAC-1399-4017-8591-DE9B8E23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209800"/>
            <a:ext cx="5486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dentity-card">
            <a:extLst xmlns:a="http://schemas.openxmlformats.org/drawingml/2006/main">
              <a:ext uri="{FF2B5EF4-FFF2-40B4-BE49-F238E27FC236}">
                <a16:creationId xmlns:a16="http://schemas.microsoft.com/office/drawing/2014/main" id="{D0ECE3EF-FAC5-4A6C-90AE-F2EBF97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95500"/>
            <a:ext cx="5486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dentity-card-gold-band">
            <a:extLst xmlns:a="http://schemas.openxmlformats.org/drawingml/2006/main">
              <a:ext uri="{FF2B5EF4-FFF2-40B4-BE49-F238E27FC236}">
                <a16:creationId xmlns:a16="http://schemas.microsoft.com/office/drawing/2014/main" id="{CEB89E37-7699-462D-B7D3-B6F38FF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095500"/>
            <a:ext cx="152400" cy="335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entity-card-placeholder">
            <a:extLst xmlns:a="http://schemas.openxmlformats.org/drawingml/2006/main">
              <a:ext uri="{FF2B5EF4-FFF2-40B4-BE49-F238E27FC236}">
                <a16:creationId xmlns:a16="http://schemas.microsoft.com/office/drawing/2014/main" id="{889C990E-23A6-4A82-BD59-137BC92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ILLUSTRATIVE DIGITAL CARD LAYOUT</a:t>
            </a:r>
          </a:p>
        </p:txBody>
      </p:sp>
      <p:sp>
        <p:nvSpPr>
          <p:cNvPr id="9" name="identity-card-tnr">
            <a:extLst xmlns:a="http://schemas.openxmlformats.org/drawingml/2006/main">
              <a:ext uri="{FF2B5EF4-FFF2-40B4-BE49-F238E27FC236}">
                <a16:creationId xmlns:a16="http://schemas.microsoft.com/office/drawing/2014/main" id="{C2CC7E09-1AD3-4030-B1D6-D97A2EB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</a:p>
        </p:txBody>
      </p:sp>
      <p:sp>
        <p:nvSpPr>
          <p:cNvPr id="10" name="identity-card-platform">
            <a:extLst xmlns:a="http://schemas.openxmlformats.org/drawingml/2006/main">
              <a:ext uri="{FF2B5EF4-FFF2-40B4-BE49-F238E27FC236}">
                <a16:creationId xmlns:a16="http://schemas.microsoft.com/office/drawing/2014/main" id="{B78DCF76-A48E-4239-B7F5-3AF9363D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289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</p:txBody>
      </p:sp>
      <p:sp>
        <p:nvSpPr>
          <p:cNvPr id="11" name="identity-photo">
            <a:extLst xmlns:a="http://schemas.openxmlformats.org/drawingml/2006/main">
              <a:ext uri="{FF2B5EF4-FFF2-40B4-BE49-F238E27FC236}">
                <a16:creationId xmlns:a16="http://schemas.microsoft.com/office/drawing/2014/main" id="{DEE23C6D-4E8E-426E-B626-8D1AEC4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743325"/>
            <a:ext cx="895350" cy="106680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74E3B"/>
          </a:solidFill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d8063689c4518">
            <a:extLst>
              <a:ext uri="{96DAC541-7B7A-43D3-8B79-37D633B846F1}">
                <asvg:svgBlip xmlns:asvg="http://schemas.microsoft.com/office/drawing/2016/SVG/main" r:embed="Rcbf4369b8da649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14450" y="39814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" name="identity-member-name">
            <a:extLst xmlns:a="http://schemas.openxmlformats.org/drawingml/2006/main">
              <a:ext uri="{FF2B5EF4-FFF2-40B4-BE49-F238E27FC236}">
                <a16:creationId xmlns:a16="http://schemas.microsoft.com/office/drawing/2014/main" id="{BCA8F9E3-4126-4EB4-8E56-A6EB7457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433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NAME</a:t>
            </a:r>
          </a:p>
        </p:txBody>
      </p:sp>
      <p:sp>
        <p:nvSpPr>
          <p:cNvPr id="14" name="identity-member-id-label">
            <a:extLst xmlns:a="http://schemas.openxmlformats.org/drawingml/2006/main">
              <a:ext uri="{FF2B5EF4-FFF2-40B4-BE49-F238E27FC236}">
                <a16:creationId xmlns:a16="http://schemas.microsoft.com/office/drawing/2014/main" id="{7A6DC4E0-30D1-41EE-AB18-20F3518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15" name="identity-member-id">
            <a:extLst xmlns:a="http://schemas.openxmlformats.org/drawingml/2006/main">
              <a:ext uri="{FF2B5EF4-FFF2-40B4-BE49-F238E27FC236}">
                <a16:creationId xmlns:a16="http://schemas.microsoft.com/office/drawing/2014/main" id="{14C80DA1-2653-42A4-8454-71262344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TNR-XXXXXX</a:t>
            </a:r>
          </a:p>
        </p:txBody>
      </p:sp>
      <p:sp>
        <p:nvSpPr>
          <p:cNvPr id="16" name="identity-qr-frame">
            <a:extLst xmlns:a="http://schemas.openxmlformats.org/drawingml/2006/main">
              <a:ext uri="{FF2B5EF4-FFF2-40B4-BE49-F238E27FC236}">
                <a16:creationId xmlns:a16="http://schemas.microsoft.com/office/drawing/2014/main" id="{ACDAF400-E224-495F-A4E2-3FC7F97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54330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1fd4d82344996">
            <a:extLst>
              <a:ext uri="{96DAC541-7B7A-43D3-8B79-37D633B846F1}">
                <asvg:svgBlip xmlns:asvg="http://schemas.microsoft.com/office/drawing/2016/SVG/main" r:embed="R655cc50bb2a649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9650" y="376237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8" name="identity-verified">
            <a:extLst xmlns:a="http://schemas.openxmlformats.org/drawingml/2006/main">
              <a:ext uri="{FF2B5EF4-FFF2-40B4-BE49-F238E27FC236}">
                <a16:creationId xmlns:a16="http://schemas.microsoft.com/office/drawing/2014/main" id="{321B4910-3079-49FF-82E8-B036DA1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05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QR VERIFIED</a:t>
            </a:r>
          </a:p>
        </p:txBody>
      </p:sp>
      <p:sp>
        <p:nvSpPr>
          <p:cNvPr id="19" name="identity-list-header">
            <a:extLst xmlns:a="http://schemas.openxmlformats.org/drawingml/2006/main">
              <a:ext uri="{FF2B5EF4-FFF2-40B4-BE49-F238E27FC236}">
                <a16:creationId xmlns:a16="http://schemas.microsoft.com/office/drawing/2014/main" id="{F2E8B137-4210-40A5-911F-BA06F24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VERIFICATION LAYER</a:t>
            </a:r>
          </a:p>
        </p:txBody>
      </p:sp>
      <p:sp>
        <p:nvSpPr>
          <p:cNvPr id="20" name="identity-item-0-disc">
            <a:extLst xmlns:a="http://schemas.openxmlformats.org/drawingml/2006/main">
              <a:ext uri="{FF2B5EF4-FFF2-40B4-BE49-F238E27FC236}">
                <a16:creationId xmlns:a16="http://schemas.microsoft.com/office/drawing/2014/main" id="{C7CCE743-BF40-4BCA-A5F9-9100689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590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a3291c96c4e62">
            <a:extLst>
              <a:ext uri="{96DAC541-7B7A-43D3-8B79-37D633B846F1}">
                <asvg:svgBlip xmlns:asvg="http://schemas.microsoft.com/office/drawing/2016/SVG/main" r:embed="R5b15aacf86b541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26908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2" name="identity-item-label-0">
            <a:extLst xmlns:a="http://schemas.openxmlformats.org/drawingml/2006/main">
              <a:ext uri="{FF2B5EF4-FFF2-40B4-BE49-F238E27FC236}">
                <a16:creationId xmlns:a16="http://schemas.microsoft.com/office/drawing/2014/main" id="{D40BB4DF-D5BB-4B67-BEB0-351F90D1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812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Unique Membership ID</a:t>
            </a:r>
          </a:p>
        </p:txBody>
      </p:sp>
      <p:sp>
        <p:nvSpPr>
          <p:cNvPr id="23" name="identity-item-1-disc">
            <a:extLst xmlns:a="http://schemas.openxmlformats.org/drawingml/2006/main">
              <a:ext uri="{FF2B5EF4-FFF2-40B4-BE49-F238E27FC236}">
                <a16:creationId xmlns:a16="http://schemas.microsoft.com/office/drawing/2014/main" id="{E2B0357F-5A72-4FBA-84C7-2A1071D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dcc8e0ef44cd2">
            <a:extLst>
              <a:ext uri="{96DAC541-7B7A-43D3-8B79-37D633B846F1}">
                <asvg:svgBlip xmlns:asvg="http://schemas.microsoft.com/office/drawing/2016/SVG/main" r:embed="Re76cef27d1c74b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32813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5" name="identity-item-label-1">
            <a:extLst xmlns:a="http://schemas.openxmlformats.org/drawingml/2006/main">
              <a:ext uri="{FF2B5EF4-FFF2-40B4-BE49-F238E27FC236}">
                <a16:creationId xmlns:a16="http://schemas.microsoft.com/office/drawing/2014/main" id="{FB20A231-61FC-4BEA-A4F5-92606721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7182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QR-verified Digital Card</a:t>
            </a:r>
          </a:p>
        </p:txBody>
      </p:sp>
      <p:sp>
        <p:nvSpPr>
          <p:cNvPr id="26" name="identity-item-2-disc">
            <a:extLst xmlns:a="http://schemas.openxmlformats.org/drawingml/2006/main">
              <a:ext uri="{FF2B5EF4-FFF2-40B4-BE49-F238E27FC236}">
                <a16:creationId xmlns:a16="http://schemas.microsoft.com/office/drawing/2014/main" id="{31359AB5-04CF-4E8C-9FC2-98734BFD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771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da4473eae4bfb">
            <a:extLst>
              <a:ext uri="{96DAC541-7B7A-43D3-8B79-37D633B846F1}">
                <asvg:svgBlip xmlns:asvg="http://schemas.microsoft.com/office/drawing/2016/SVG/main" r:embed="R9587953ce7c746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38719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identity-item-label-2">
            <a:extLst xmlns:a="http://schemas.openxmlformats.org/drawingml/2006/main">
              <a:ext uri="{FF2B5EF4-FFF2-40B4-BE49-F238E27FC236}">
                <a16:creationId xmlns:a16="http://schemas.microsoft.com/office/drawing/2014/main" id="{2684C367-A348-4548-A925-E173E6E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623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Verification</a:t>
            </a:r>
          </a:p>
        </p:txBody>
      </p:sp>
      <p:sp>
        <p:nvSpPr>
          <p:cNvPr id="29" name="identity-item-3-disc">
            <a:extLst xmlns:a="http://schemas.openxmlformats.org/drawingml/2006/main">
              <a:ext uri="{FF2B5EF4-FFF2-40B4-BE49-F238E27FC236}">
                <a16:creationId xmlns:a16="http://schemas.microsoft.com/office/drawing/2014/main" id="{92CE26BF-46E0-4A70-A375-BFB42A1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362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f7bd248034e83">
            <a:extLst>
              <a:ext uri="{96DAC541-7B7A-43D3-8B79-37D633B846F1}">
                <asvg:svgBlip xmlns:asvg="http://schemas.microsoft.com/office/drawing/2016/SVG/main" r:embed="R21d1dc0109a14c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446246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identity-item-label-3">
            <a:extLst xmlns:a="http://schemas.openxmlformats.org/drawingml/2006/main">
              <a:ext uri="{FF2B5EF4-FFF2-40B4-BE49-F238E27FC236}">
                <a16:creationId xmlns:a16="http://schemas.microsoft.com/office/drawing/2014/main" id="{99693054-61EC-4A4F-B4A9-A3414D46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35292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Reference Number Verification</a:t>
            </a:r>
          </a:p>
        </p:txBody>
      </p:sp>
      <p:sp>
        <p:nvSpPr>
          <p:cNvPr id="32" name="identity-item-4-disc">
            <a:extLst xmlns:a="http://schemas.openxmlformats.org/drawingml/2006/main">
              <a:ext uri="{FF2B5EF4-FFF2-40B4-BE49-F238E27FC236}">
                <a16:creationId xmlns:a16="http://schemas.microsoft.com/office/drawing/2014/main" id="{7714CD85-F4D4-44A6-AE00-DBED26F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953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ca2bb0141408b">
            <a:extLst>
              <a:ext uri="{96DAC541-7B7A-43D3-8B79-37D633B846F1}">
                <asvg:svgBlip xmlns:asvg="http://schemas.microsoft.com/office/drawing/2016/SVG/main" r:embed="Ra7e053a960a947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8013" y="5053013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4" name="identity-item-label-4">
            <a:extLst xmlns:a="http://schemas.openxmlformats.org/drawingml/2006/main">
              <a:ext uri="{FF2B5EF4-FFF2-40B4-BE49-F238E27FC236}">
                <a16:creationId xmlns:a16="http://schemas.microsoft.com/office/drawing/2014/main" id="{163F493F-9566-4A46-8CEE-64F0E1A4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43475"/>
            <a:ext cx="369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Secure Member Records</a:t>
            </a:r>
          </a:p>
        </p:txBody>
      </p:sp>
      <p:sp>
        <p:nvSpPr>
          <p:cNvPr id="35" name="identity-trust">
            <a:extLst xmlns:a="http://schemas.openxmlformats.org/drawingml/2006/main">
              <a:ext uri="{FF2B5EF4-FFF2-40B4-BE49-F238E27FC236}">
                <a16:creationId xmlns:a16="http://schemas.microsoft.com/office/drawing/2014/main" id="{AF0C33A0-7F19-42BC-A73C-D700A261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57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TRUST, CONFIRMED IN SECONDS</a:t>
            </a:r>
          </a:p>
        </p:txBody>
      </p:sp>
      <p:sp>
        <p:nvSpPr>
          <p:cNvPr id="36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10871F9-8292-49A0-BCFE-1CFB3CA4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37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7857DE17-EC7F-4D16-9AE2-B6186D03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8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50276EC-F1DE-4912-B1AE-D3C6341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1595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E6F38697-E92D-4AAB-A5B9-0937B9FC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3B5B9840-E57D-4BB9-BD03-2CEEF1B4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663468-50A8-400A-A8DC-4F2F44C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A734A6-27A0-476C-8797-BE14F8F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 xmlns:a="http://schemas.openxmlformats.org/drawingml/2006/main">
              <a:ext uri="{FF2B5EF4-FFF2-40B4-BE49-F238E27FC236}">
                <a16:creationId xmlns:a16="http://schemas.microsoft.com/office/drawing/2014/main" id="{7CEA11B4-F717-40DF-A0F7-F40CF048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866900"/>
            <a:ext cx="6096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0D364F6E-354E-4CF5-AA95-D2C713A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browser-shadow">
            <a:extLst xmlns:a="http://schemas.openxmlformats.org/drawingml/2006/main">
              <a:ext uri="{FF2B5EF4-FFF2-40B4-BE49-F238E27FC236}">
                <a16:creationId xmlns:a16="http://schemas.microsoft.com/office/drawing/2014/main" id="{DDEA3405-BFFA-4E6A-80BD-F80E50F4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5270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i-browser-frame">
            <a:extLst xmlns:a="http://schemas.openxmlformats.org/drawingml/2006/main">
              <a:ext uri="{FF2B5EF4-FFF2-40B4-BE49-F238E27FC236}">
                <a16:creationId xmlns:a16="http://schemas.microsoft.com/office/drawing/2014/main" id="{4E53EAE6-AF85-42D1-B640-1BE2F588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9" name="ai-browser-chrome">
            <a:extLst xmlns:a="http://schemas.openxmlformats.org/drawingml/2006/main">
              <a:ext uri="{FF2B5EF4-FFF2-40B4-BE49-F238E27FC236}">
                <a16:creationId xmlns:a16="http://schemas.microsoft.com/office/drawing/2014/main" id="{1AF73B5B-3D38-46EF-AF87-9A1DFEDE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457450"/>
            <a:ext cx="4533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AF87BC3D-1568-4662-ACC1-F3C131C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95575"/>
            <a:ext cx="453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browser-dot-0">
            <a:extLst xmlns:a="http://schemas.openxmlformats.org/drawingml/2006/main">
              <a:ext uri="{FF2B5EF4-FFF2-40B4-BE49-F238E27FC236}">
                <a16:creationId xmlns:a16="http://schemas.microsoft.com/office/drawing/2014/main" id="{AD3FD459-C2E0-4F0F-A018-5482E3D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i-browser-dot-1">
            <a:extLst xmlns:a="http://schemas.openxmlformats.org/drawingml/2006/main">
              <a:ext uri="{FF2B5EF4-FFF2-40B4-BE49-F238E27FC236}">
                <a16:creationId xmlns:a16="http://schemas.microsoft.com/office/drawing/2014/main" id="{8933C6A5-C17A-4672-8F1F-40712E1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i-browser-dot-2">
            <a:extLst xmlns:a="http://schemas.openxmlformats.org/drawingml/2006/main">
              <a:ext uri="{FF2B5EF4-FFF2-40B4-BE49-F238E27FC236}">
                <a16:creationId xmlns:a16="http://schemas.microsoft.com/office/drawing/2014/main" id="{360C27AD-1820-49A7-8B6A-3606061D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browser-label">
            <a:extLst xmlns:a="http://schemas.openxmlformats.org/drawingml/2006/main">
              <a:ext uri="{FF2B5EF4-FFF2-40B4-BE49-F238E27FC236}">
                <a16:creationId xmlns:a16="http://schemas.microsoft.com/office/drawing/2014/main" id="{BE458EEA-D341-494A-BF84-EDB1661C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AI ASSISTANT</a:t>
            </a:r>
          </a:p>
        </p:txBody>
      </p:sp>
      <p:sp>
        <p:nvSpPr>
          <p:cNvPr id="15" name="ai-avatar">
            <a:extLst xmlns:a="http://schemas.openxmlformats.org/drawingml/2006/main">
              <a:ext uri="{FF2B5EF4-FFF2-40B4-BE49-F238E27FC236}">
                <a16:creationId xmlns:a16="http://schemas.microsoft.com/office/drawing/2014/main" id="{FD773D28-1847-4645-B9F6-2F3375C8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a755c613e45df">
            <a:extLst>
              <a:ext uri="{96DAC541-7B7A-43D3-8B79-37D633B846F1}">
                <asvg:svgBlip xmlns:asvg="http://schemas.microsoft.com/office/drawing/2016/SVG/main" r:embed="R9664bd078fbd4c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2004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ai-bubble-1">
            <a:extLst xmlns:a="http://schemas.openxmlformats.org/drawingml/2006/main">
              <a:ext uri="{FF2B5EF4-FFF2-40B4-BE49-F238E27FC236}">
                <a16:creationId xmlns:a16="http://schemas.microsoft.com/office/drawing/2014/main" id="{07E18A46-874D-4244-BB86-16322C3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067050"/>
            <a:ext cx="314325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bubble-1-text">
            <a:extLst xmlns:a="http://schemas.openxmlformats.org/drawingml/2006/main">
              <a:ext uri="{FF2B5EF4-FFF2-40B4-BE49-F238E27FC236}">
                <a16:creationId xmlns:a16="http://schemas.microsoft.com/office/drawing/2014/main" id="{C2FFB511-F40B-40CB-BED4-EE2DB5D7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99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442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4423B"/>
                </a:solidFill>
                <a:latin typeface="Aptos"/>
                <a:ea typeface="Aptos"/>
                <a:cs typeface="Aptos"/>
              </a:rPr>
              <a:t>How can I help with your TNR membership?</a:t>
            </a:r>
          </a:p>
        </p:txBody>
      </p:sp>
      <p:sp>
        <p:nvSpPr>
          <p:cNvPr id="19" name="ai-bubble-2">
            <a:extLst xmlns:a="http://schemas.openxmlformats.org/drawingml/2006/main">
              <a:ext uri="{FF2B5EF4-FFF2-40B4-BE49-F238E27FC236}">
                <a16:creationId xmlns:a16="http://schemas.microsoft.com/office/drawing/2014/main" id="{137E296C-F740-48A3-B357-2E2C7D94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800475"/>
            <a:ext cx="2381250" cy="4572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i-bubble-2-text">
            <a:extLst xmlns:a="http://schemas.openxmlformats.org/drawingml/2006/main">
              <a:ext uri="{FF2B5EF4-FFF2-40B4-BE49-F238E27FC236}">
                <a16:creationId xmlns:a16="http://schemas.microsoft.com/office/drawing/2014/main" id="{868D04E1-AB08-4144-8D0E-5E048422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243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 me to member services.</a:t>
            </a:r>
          </a:p>
        </p:txBody>
      </p:sp>
      <p:sp>
        <p:nvSpPr>
          <p:cNvPr id="21" name="ai-input">
            <a:extLst xmlns:a="http://schemas.openxmlformats.org/drawingml/2006/main">
              <a:ext uri="{FF2B5EF4-FFF2-40B4-BE49-F238E27FC236}">
                <a16:creationId xmlns:a16="http://schemas.microsoft.com/office/drawing/2014/main" id="{559AD14A-DD7E-4682-89C6-0703D3BF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43865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i-check-1-dot">
            <a:extLst xmlns:a="http://schemas.openxmlformats.org/drawingml/2006/main">
              <a:ext uri="{FF2B5EF4-FFF2-40B4-BE49-F238E27FC236}">
                <a16:creationId xmlns:a16="http://schemas.microsoft.com/office/drawing/2014/main" id="{1AB3E072-F4B3-45A6-BCF3-A5441E59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42e5cd66a4d0b">
            <a:extLst>
              <a:ext uri="{96DAC541-7B7A-43D3-8B79-37D633B846F1}">
                <asvg:svgBlip xmlns:asvg="http://schemas.microsoft.com/office/drawing/2016/SVG/main" r:embed="Reee693f6947a41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ai-check-1-text">
            <a:extLst xmlns:a="http://schemas.openxmlformats.org/drawingml/2006/main">
              <a:ext uri="{FF2B5EF4-FFF2-40B4-BE49-F238E27FC236}">
                <a16:creationId xmlns:a16="http://schemas.microsoft.com/office/drawing/2014/main" id="{9DC43E11-DE12-4A10-B526-4635518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25" name="ai-check-2-dot">
            <a:extLst xmlns:a="http://schemas.openxmlformats.org/drawingml/2006/main">
              <a:ext uri="{FF2B5EF4-FFF2-40B4-BE49-F238E27FC236}">
                <a16:creationId xmlns:a16="http://schemas.microsoft.com/office/drawing/2014/main" id="{96E1546E-0E6C-4819-A9C7-9321F41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c20cf9f114312">
            <a:extLst>
              <a:ext uri="{96DAC541-7B7A-43D3-8B79-37D633B846F1}">
                <asvg:svgBlip xmlns:asvg="http://schemas.microsoft.com/office/drawing/2016/SVG/main" r:embed="R7f8436df424e45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147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7" name="ai-check-2-text">
            <a:extLst xmlns:a="http://schemas.openxmlformats.org/drawingml/2006/main">
              <a:ext uri="{FF2B5EF4-FFF2-40B4-BE49-F238E27FC236}">
                <a16:creationId xmlns:a16="http://schemas.microsoft.com/office/drawing/2014/main" id="{43B368CD-7499-44E0-B774-263E18A7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6255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28" name="ai-check-3-dot">
            <a:extLst xmlns:a="http://schemas.openxmlformats.org/drawingml/2006/main">
              <a:ext uri="{FF2B5EF4-FFF2-40B4-BE49-F238E27FC236}">
                <a16:creationId xmlns:a16="http://schemas.microsoft.com/office/drawing/2014/main" id="{B87CAE82-BC2A-49D2-8142-114EC64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18ea685d94417">
            <a:extLst>
              <a:ext uri="{96DAC541-7B7A-43D3-8B79-37D633B846F1}">
                <asvg:svgBlip xmlns:asvg="http://schemas.microsoft.com/office/drawing/2016/SVG/main" r:embed="R2d23205fa2af41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0" name="ai-check-3-text">
            <a:extLst xmlns:a="http://schemas.openxmlformats.org/drawingml/2006/main">
              <a:ext uri="{FF2B5EF4-FFF2-40B4-BE49-F238E27FC236}">
                <a16:creationId xmlns:a16="http://schemas.microsoft.com/office/drawing/2014/main" id="{E73FA072-14FA-46BC-AC1B-BEFE86CA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816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31" name="cv-right-label">
            <a:extLst xmlns:a="http://schemas.openxmlformats.org/drawingml/2006/main">
              <a:ext uri="{FF2B5EF4-FFF2-40B4-BE49-F238E27FC236}">
                <a16:creationId xmlns:a16="http://schemas.microsoft.com/office/drawing/2014/main" id="{6B9D5D47-6774-4179-9CF6-97342F61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32" name="cv-browser-shadow">
            <a:extLst xmlns:a="http://schemas.openxmlformats.org/drawingml/2006/main">
              <a:ext uri="{FF2B5EF4-FFF2-40B4-BE49-F238E27FC236}">
                <a16:creationId xmlns:a16="http://schemas.microsoft.com/office/drawing/2014/main" id="{1A9F83F0-14E8-4EE1-9380-900AEE1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5270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v-browser-frame">
            <a:extLst xmlns:a="http://schemas.openxmlformats.org/drawingml/2006/main">
              <a:ext uri="{FF2B5EF4-FFF2-40B4-BE49-F238E27FC236}">
                <a16:creationId xmlns:a16="http://schemas.microsoft.com/office/drawing/2014/main" id="{B07DB950-4F59-4CB5-8939-C73C0B7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34" name="cv-browser-chrome">
            <a:extLst xmlns:a="http://schemas.openxmlformats.org/drawingml/2006/main">
              <a:ext uri="{FF2B5EF4-FFF2-40B4-BE49-F238E27FC236}">
                <a16:creationId xmlns:a16="http://schemas.microsoft.com/office/drawing/2014/main" id="{F36170F9-DE27-4868-85B5-8324233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v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BC6EB851-4535-4CB4-B95F-33C36AA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95575"/>
            <a:ext cx="476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v-browser-dot-0">
            <a:extLst xmlns:a="http://schemas.openxmlformats.org/drawingml/2006/main">
              <a:ext uri="{FF2B5EF4-FFF2-40B4-BE49-F238E27FC236}">
                <a16:creationId xmlns:a16="http://schemas.microsoft.com/office/drawing/2014/main" id="{E7236237-E60A-4F2C-9E86-72032B38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v-browser-dot-1">
            <a:extLst xmlns:a="http://schemas.openxmlformats.org/drawingml/2006/main">
              <a:ext uri="{FF2B5EF4-FFF2-40B4-BE49-F238E27FC236}">
                <a16:creationId xmlns:a16="http://schemas.microsoft.com/office/drawing/2014/main" id="{36D4D2AE-72BF-483F-B7D5-1EC9A19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v-browser-dot-2">
            <a:extLst xmlns:a="http://schemas.openxmlformats.org/drawingml/2006/main">
              <a:ext uri="{FF2B5EF4-FFF2-40B4-BE49-F238E27FC236}">
                <a16:creationId xmlns:a16="http://schemas.microsoft.com/office/drawing/2014/main" id="{0E71E0D8-E98F-4A9E-8A16-761B12E1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v-browser-label">
            <a:extLst xmlns:a="http://schemas.openxmlformats.org/drawingml/2006/main">
              <a:ext uri="{FF2B5EF4-FFF2-40B4-BE49-F238E27FC236}">
                <a16:creationId xmlns:a16="http://schemas.microsoft.com/office/drawing/2014/main" id="{35FF118F-276B-469A-9F1F-D1792F4A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40" name="cv-page">
            <a:extLst xmlns:a="http://schemas.openxmlformats.org/drawingml/2006/main">
              <a:ext uri="{FF2B5EF4-FFF2-40B4-BE49-F238E27FC236}">
                <a16:creationId xmlns:a16="http://schemas.microsoft.com/office/drawing/2014/main" id="{381B1568-32D1-4026-B84A-33836570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52750"/>
            <a:ext cx="1447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cv-photo">
            <a:extLst xmlns:a="http://schemas.openxmlformats.org/drawingml/2006/main">
              <a:ext uri="{FF2B5EF4-FFF2-40B4-BE49-F238E27FC236}">
                <a16:creationId xmlns:a16="http://schemas.microsoft.com/office/drawing/2014/main" id="{5FAC1033-B2C6-40B9-8B8F-A79E93A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d375e0f2c4e64">
            <a:extLst>
              <a:ext uri="{96DAC541-7B7A-43D3-8B79-37D633B846F1}">
                <asvg:svgBlip xmlns:asvg="http://schemas.microsoft.com/office/drawing/2016/SVG/main" r:embed="R38c2f39d493943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cv-name-line">
            <a:extLst xmlns:a="http://schemas.openxmlformats.org/drawingml/2006/main">
              <a:ext uri="{FF2B5EF4-FFF2-40B4-BE49-F238E27FC236}">
                <a16:creationId xmlns:a16="http://schemas.microsoft.com/office/drawing/2014/main" id="{CFDA2116-569C-42D7-B254-131F536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1432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v-sub-line">
            <a:extLst xmlns:a="http://schemas.openxmlformats.org/drawingml/2006/main">
              <a:ext uri="{FF2B5EF4-FFF2-40B4-BE49-F238E27FC236}">
                <a16:creationId xmlns:a16="http://schemas.microsoft.com/office/drawing/2014/main" id="{57935D60-5B17-40D4-B88B-C498F1F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86125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v-line-0">
            <a:extLst xmlns:a="http://schemas.openxmlformats.org/drawingml/2006/main">
              <a:ext uri="{FF2B5EF4-FFF2-40B4-BE49-F238E27FC236}">
                <a16:creationId xmlns:a16="http://schemas.microsoft.com/office/drawing/2014/main" id="{36C618B8-EF60-4480-B3F4-CA98FDC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6766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v-line-1">
            <a:extLst xmlns:a="http://schemas.openxmlformats.org/drawingml/2006/main">
              <a:ext uri="{FF2B5EF4-FFF2-40B4-BE49-F238E27FC236}">
                <a16:creationId xmlns:a16="http://schemas.microsoft.com/office/drawing/2014/main" id="{7256DAAE-246E-4471-B7F8-E73E8024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95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v-line-2">
            <a:extLst xmlns:a="http://schemas.openxmlformats.org/drawingml/2006/main">
              <a:ext uri="{FF2B5EF4-FFF2-40B4-BE49-F238E27FC236}">
                <a16:creationId xmlns:a16="http://schemas.microsoft.com/office/drawing/2014/main" id="{9695F4D5-AAA1-42A4-9A81-76354D10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624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v-line-3">
            <a:extLst xmlns:a="http://schemas.openxmlformats.org/drawingml/2006/main">
              <a:ext uri="{FF2B5EF4-FFF2-40B4-BE49-F238E27FC236}">
                <a16:creationId xmlns:a16="http://schemas.microsoft.com/office/drawing/2014/main" id="{9D11561A-A103-4AC1-B0E2-9F4350A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1052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v-line-4">
            <a:extLst xmlns:a="http://schemas.openxmlformats.org/drawingml/2006/main">
              <a:ext uri="{FF2B5EF4-FFF2-40B4-BE49-F238E27FC236}">
                <a16:creationId xmlns:a16="http://schemas.microsoft.com/office/drawing/2014/main" id="{DEF380B7-EAB7-40E3-9F7F-855DA4C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v-arrow-copy">
            <a:extLst xmlns:a="http://schemas.openxmlformats.org/drawingml/2006/main">
              <a:ext uri="{FF2B5EF4-FFF2-40B4-BE49-F238E27FC236}">
                <a16:creationId xmlns:a16="http://schemas.microsoft.com/office/drawing/2014/main" id="{5B053E20-FADA-42CF-8409-AD2B1D57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ce5c2ddd4933">
            <a:extLst>
              <a:ext uri="{96DAC541-7B7A-43D3-8B79-37D633B846F1}">
                <asvg:svgBlip xmlns:asvg="http://schemas.microsoft.com/office/drawing/2016/SVG/main" r:embed="R60664d9a187846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4766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2" name="cv-output-copy">
            <a:extLst xmlns:a="http://schemas.openxmlformats.org/drawingml/2006/main">
              <a:ext uri="{FF2B5EF4-FFF2-40B4-BE49-F238E27FC236}">
                <a16:creationId xmlns:a16="http://schemas.microsoft.com/office/drawing/2014/main" id="{5F567191-1F4A-499A-8D29-D0A819DF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53" name="cv-check-1-dot">
            <a:extLst xmlns:a="http://schemas.openxmlformats.org/drawingml/2006/main">
              <a:ext uri="{FF2B5EF4-FFF2-40B4-BE49-F238E27FC236}">
                <a16:creationId xmlns:a16="http://schemas.microsoft.com/office/drawing/2014/main" id="{05F38544-3100-459E-A2EB-ED4B592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eeea7a5a64176">
            <a:extLst>
              <a:ext uri="{96DAC541-7B7A-43D3-8B79-37D633B846F1}">
                <asvg:svgBlip xmlns:asvg="http://schemas.microsoft.com/office/drawing/2016/SVG/main" r:embed="R9bb6c44291fd4b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5" name="cv-check-1-text">
            <a:extLst xmlns:a="http://schemas.openxmlformats.org/drawingml/2006/main">
              <a:ext uri="{FF2B5EF4-FFF2-40B4-BE49-F238E27FC236}">
                <a16:creationId xmlns:a16="http://schemas.microsoft.com/office/drawing/2014/main" id="{A17577D5-8C00-4D17-BD32-B823885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56" name="cv-check-2-dot">
            <a:extLst xmlns:a="http://schemas.openxmlformats.org/drawingml/2006/main">
              <a:ext uri="{FF2B5EF4-FFF2-40B4-BE49-F238E27FC236}">
                <a16:creationId xmlns:a16="http://schemas.microsoft.com/office/drawing/2014/main" id="{F7EC49EE-2E9A-404F-8395-01779CA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384e49dd8477a">
            <a:extLst>
              <a:ext uri="{96DAC541-7B7A-43D3-8B79-37D633B846F1}">
                <asvg:svgBlip xmlns:asvg="http://schemas.microsoft.com/office/drawing/2016/SVG/main" r:embed="R1776e771c1e649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8" name="cv-check-2-text">
            <a:extLst xmlns:a="http://schemas.openxmlformats.org/drawingml/2006/main">
              <a:ext uri="{FF2B5EF4-FFF2-40B4-BE49-F238E27FC236}">
                <a16:creationId xmlns:a16="http://schemas.microsoft.com/office/drawing/2014/main" id="{43748772-38D3-4141-A572-2FBBC6E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9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5A016BE2-D9D4-4424-B6FD-1A50D9A5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60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89157F21-BAE0-4FA5-A452-AB1D317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9E3F69F-22DC-48FB-A3A1-3AEA0052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3811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BE4A427-E3DE-4797-85E0-09241D6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609F8D69-8E1B-4603-B515-6105EE29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860AEA-9FB1-4E70-A9E7-1FC7457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9C464C-16E0-4E49-AAC1-9E0A227C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divider-band">
            <a:extLst xmlns:a="http://schemas.openxmlformats.org/drawingml/2006/main">
              <a:ext uri="{FF2B5EF4-FFF2-40B4-BE49-F238E27FC236}">
                <a16:creationId xmlns:a16="http://schemas.microsoft.com/office/drawing/2014/main" id="{A91CD7E0-E8D7-4926-8EB4-9A73E47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92405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ction-left-header">
            <a:extLst xmlns:a="http://schemas.openxmlformats.org/drawingml/2006/main">
              <a:ext uri="{FF2B5EF4-FFF2-40B4-BE49-F238E27FC236}">
                <a16:creationId xmlns:a16="http://schemas.microsoft.com/office/drawing/2014/main" id="{F24E7389-56CA-43E9-8C30-2F2A2266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 xmlns:a="http://schemas.openxmlformats.org/drawingml/2006/main">
              <a:ext uri="{FF2B5EF4-FFF2-40B4-BE49-F238E27FC236}">
                <a16:creationId xmlns:a16="http://schemas.microsoft.com/office/drawing/2014/main" id="{F186580E-6CDE-4546-8085-F6763D7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vote-item-0-disc">
            <a:extLst xmlns:a="http://schemas.openxmlformats.org/drawingml/2006/main">
              <a:ext uri="{FF2B5EF4-FFF2-40B4-BE49-F238E27FC236}">
                <a16:creationId xmlns:a16="http://schemas.microsoft.com/office/drawing/2014/main" id="{C0C7928A-88EB-4B90-A2DD-BEA1642E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f5ce621b24c23">
            <a:extLst>
              <a:ext uri="{96DAC541-7B7A-43D3-8B79-37D633B846F1}">
                <asvg:svgBlip xmlns:asvg="http://schemas.microsoft.com/office/drawing/2016/SVG/main" r:embed="R1611cb241e6c44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" name="vote-label-0">
            <a:extLst xmlns:a="http://schemas.openxmlformats.org/drawingml/2006/main">
              <a:ext uri="{FF2B5EF4-FFF2-40B4-BE49-F238E27FC236}">
                <a16:creationId xmlns:a16="http://schemas.microsoft.com/office/drawing/2014/main" id="{7C0905C9-E75A-4500-9731-5219356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1" name="vote-item-1-disc">
            <a:extLst xmlns:a="http://schemas.openxmlformats.org/drawingml/2006/main">
              <a:ext uri="{FF2B5EF4-FFF2-40B4-BE49-F238E27FC236}">
                <a16:creationId xmlns:a16="http://schemas.microsoft.com/office/drawing/2014/main" id="{4065E2BA-0AAC-4B33-9D8F-CAEBBB8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a48b7dafe4da1">
            <a:extLst>
              <a:ext uri="{96DAC541-7B7A-43D3-8B79-37D633B846F1}">
                <asvg:svgBlip xmlns:asvg="http://schemas.microsoft.com/office/drawing/2016/SVG/main" r:embed="R7e83f356092f4f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3838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vote-label-1">
            <a:extLst xmlns:a="http://schemas.openxmlformats.org/drawingml/2006/main">
              <a:ext uri="{FF2B5EF4-FFF2-40B4-BE49-F238E27FC236}">
                <a16:creationId xmlns:a16="http://schemas.microsoft.com/office/drawing/2014/main" id="{3AFB13EF-59D6-467F-A40D-B6CD1E6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4" name="vote-item-2-disc">
            <a:extLst xmlns:a="http://schemas.openxmlformats.org/drawingml/2006/main">
              <a:ext uri="{FF2B5EF4-FFF2-40B4-BE49-F238E27FC236}">
                <a16:creationId xmlns:a16="http://schemas.microsoft.com/office/drawing/2014/main" id="{38B6F31A-4071-4943-9A30-58B38BF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c5051c7a54978">
            <a:extLst>
              <a:ext uri="{96DAC541-7B7A-43D3-8B79-37D633B846F1}">
                <asvg:svgBlip xmlns:asvg="http://schemas.microsoft.com/office/drawing/2016/SVG/main" r:embed="R4eb0bb1e476a4b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vote-label-2">
            <a:extLst xmlns:a="http://schemas.openxmlformats.org/drawingml/2006/main">
              <a:ext uri="{FF2B5EF4-FFF2-40B4-BE49-F238E27FC236}">
                <a16:creationId xmlns:a16="http://schemas.microsoft.com/office/drawing/2014/main" id="{081B9739-E51C-4462-8C2F-E590FF30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7" name="vote-item-3-disc">
            <a:extLst xmlns:a="http://schemas.openxmlformats.org/drawingml/2006/main">
              <a:ext uri="{FF2B5EF4-FFF2-40B4-BE49-F238E27FC236}">
                <a16:creationId xmlns:a16="http://schemas.microsoft.com/office/drawing/2014/main" id="{F4484F0B-AB78-4CE4-85A1-9404EBB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4686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5ffab75ef491a">
            <a:extLst>
              <a:ext uri="{96DAC541-7B7A-43D3-8B79-37D633B846F1}">
                <asvg:svgBlip xmlns:asvg="http://schemas.microsoft.com/office/drawing/2016/SVG/main" r:embed="Rda6fbdd8380140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86125" y="4810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" name="vote-label-3">
            <a:extLst xmlns:a="http://schemas.openxmlformats.org/drawingml/2006/main">
              <a:ext uri="{FF2B5EF4-FFF2-40B4-BE49-F238E27FC236}">
                <a16:creationId xmlns:a16="http://schemas.microsoft.com/office/drawing/2014/main" id="{341B9162-6DA4-4524-B179-3D3838C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0" name="org-right-header">
            <a:extLst xmlns:a="http://schemas.openxmlformats.org/drawingml/2006/main">
              <a:ext uri="{FF2B5EF4-FFF2-40B4-BE49-F238E27FC236}">
                <a16:creationId xmlns:a16="http://schemas.microsoft.com/office/drawing/2014/main" id="{9B82D72B-167F-4971-A341-F0C21BF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1" name="org-right-big">
            <a:extLst xmlns:a="http://schemas.openxmlformats.org/drawingml/2006/main">
              <a:ext uri="{FF2B5EF4-FFF2-40B4-BE49-F238E27FC236}">
                <a16:creationId xmlns:a16="http://schemas.microsoft.com/office/drawing/2014/main" id="{0029F4C4-A324-40D0-97A3-AA4C3F58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workflows.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Visible responsibility.</a:t>
            </a:r>
          </a:p>
        </p:txBody>
      </p:sp>
      <p:sp>
        <p:nvSpPr>
          <p:cNvPr id="22" name="org-item-0-disc">
            <a:extLst xmlns:a="http://schemas.openxmlformats.org/drawingml/2006/main">
              <a:ext uri="{FF2B5EF4-FFF2-40B4-BE49-F238E27FC236}">
                <a16:creationId xmlns:a16="http://schemas.microsoft.com/office/drawing/2014/main" id="{3F438D07-4615-43E6-9676-D64C72FB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648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a62da918d44ab">
            <a:extLst>
              <a:ext uri="{96DAC541-7B7A-43D3-8B79-37D633B846F1}">
                <asvg:svgBlip xmlns:asvg="http://schemas.microsoft.com/office/drawing/2016/SVG/main" r:embed="Rf5a374dbedb84f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3762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" name="org-label-0">
            <a:extLst xmlns:a="http://schemas.openxmlformats.org/drawingml/2006/main">
              <a:ext uri="{FF2B5EF4-FFF2-40B4-BE49-F238E27FC236}">
                <a16:creationId xmlns:a16="http://schemas.microsoft.com/office/drawing/2014/main" id="{127FA6E7-5465-422F-8835-B214A87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5" name="org-desc-0">
            <a:extLst xmlns:a="http://schemas.openxmlformats.org/drawingml/2006/main">
              <a:ext uri="{FF2B5EF4-FFF2-40B4-BE49-F238E27FC236}">
                <a16:creationId xmlns:a16="http://schemas.microsoft.com/office/drawing/2014/main" id="{08D8BA3E-322A-49F5-80A3-86B110B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Structured evaluation</a:t>
            </a:r>
          </a:p>
        </p:txBody>
      </p:sp>
      <p:sp>
        <p:nvSpPr>
          <p:cNvPr id="26" name="org-item-1-disc">
            <a:extLst xmlns:a="http://schemas.openxmlformats.org/drawingml/2006/main">
              <a:ext uri="{FF2B5EF4-FFF2-40B4-BE49-F238E27FC236}">
                <a16:creationId xmlns:a16="http://schemas.microsoft.com/office/drawing/2014/main" id="{BC9BA9CA-874B-4BAA-AACC-70B38175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e79300e824e67">
            <a:extLst>
              <a:ext uri="{96DAC541-7B7A-43D3-8B79-37D633B846F1}">
                <asvg:svgBlip xmlns:asvg="http://schemas.microsoft.com/office/drawing/2016/SVG/main" r:embed="R44beeced127a46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44672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org-label-1">
            <a:extLst xmlns:a="http://schemas.openxmlformats.org/drawingml/2006/main">
              <a:ext uri="{FF2B5EF4-FFF2-40B4-BE49-F238E27FC236}">
                <a16:creationId xmlns:a16="http://schemas.microsoft.com/office/drawing/2014/main" id="{11B9AAD1-A765-4502-A425-A25DCDD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9" name="org-desc-1">
            <a:extLst xmlns:a="http://schemas.openxmlformats.org/drawingml/2006/main">
              <a:ext uri="{FF2B5EF4-FFF2-40B4-BE49-F238E27FC236}">
                <a16:creationId xmlns:a16="http://schemas.microsoft.com/office/drawing/2014/main" id="{F92AD7D7-307C-4540-A1C0-F185DC2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Central executive coordination</a:t>
            </a:r>
          </a:p>
        </p:txBody>
      </p:sp>
      <p:sp>
        <p:nvSpPr>
          <p:cNvPr id="30" name="org-item-2-disc">
            <a:extLst xmlns:a="http://schemas.openxmlformats.org/drawingml/2006/main">
              <a:ext uri="{FF2B5EF4-FFF2-40B4-BE49-F238E27FC236}">
                <a16:creationId xmlns:a16="http://schemas.microsoft.com/office/drawing/2014/main" id="{43199608-0708-4051-9051-FFB3D58E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50577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9d22f60bd4910">
            <a:extLst>
              <a:ext uri="{96DAC541-7B7A-43D3-8B79-37D633B846F1}">
                <asvg:svgBlip xmlns:asvg="http://schemas.microsoft.com/office/drawing/2016/SVG/main" r:embed="R665e0d76061e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5172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org-label-2">
            <a:extLst xmlns:a="http://schemas.openxmlformats.org/drawingml/2006/main">
              <a:ext uri="{FF2B5EF4-FFF2-40B4-BE49-F238E27FC236}">
                <a16:creationId xmlns:a16="http://schemas.microsoft.com/office/drawing/2014/main" id="{6FD33A5D-A0F1-420D-8235-706337AA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482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33" name="org-desc-2">
            <a:extLst xmlns:a="http://schemas.openxmlformats.org/drawingml/2006/main">
              <a:ext uri="{FF2B5EF4-FFF2-40B4-BE49-F238E27FC236}">
                <a16:creationId xmlns:a16="http://schemas.microsoft.com/office/drawing/2014/main" id="{22D36C53-5F5E-4F3F-AC12-5579A71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Connected oversight</a:t>
            </a:r>
          </a:p>
        </p:txBody>
      </p:sp>
      <p:sp>
        <p:nvSpPr>
          <p:cNvPr id="3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69AC574E-45BD-4518-827C-6E380319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56AFAA1C-8025-4DE9-AE6C-3080036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FC597822-6D90-4D90-9893-B086A0E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4926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92D99738-521D-4C53-ADFA-FB187ED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A9A349F3-A80E-4A16-B8F9-96CF469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07B37C-0F61-4C9C-9466-80F3956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223D1B-0D32-411B-BB09-30093554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 xmlns:a="http://schemas.openxmlformats.org/drawingml/2006/main">
              <a:ext uri="{FF2B5EF4-FFF2-40B4-BE49-F238E27FC236}">
                <a16:creationId xmlns:a16="http://schemas.microsoft.com/office/drawing/2014/main" id="{7BADABB7-7DDE-449B-AD4D-82B0BDF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25146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 xmlns:a="http://schemas.openxmlformats.org/drawingml/2006/main">
              <a:ext uri="{FF2B5EF4-FFF2-40B4-BE49-F238E27FC236}">
                <a16:creationId xmlns:a16="http://schemas.microsoft.com/office/drawing/2014/main" id="{D79BB468-580D-441D-BF56-232778C8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34099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 xmlns:a="http://schemas.openxmlformats.org/drawingml/2006/main">
              <a:ext uri="{FF2B5EF4-FFF2-40B4-BE49-F238E27FC236}">
                <a16:creationId xmlns:a16="http://schemas.microsoft.com/office/drawing/2014/main" id="{B991EA3D-48AF-4473-A4E1-D62D9D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3053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 xmlns:a="http://schemas.openxmlformats.org/drawingml/2006/main">
              <a:ext uri="{FF2B5EF4-FFF2-40B4-BE49-F238E27FC236}">
                <a16:creationId xmlns:a16="http://schemas.microsoft.com/office/drawing/2014/main" id="{C72DD6FC-AEAB-4C56-B313-F2353A31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5200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 xmlns:a="http://schemas.openxmlformats.org/drawingml/2006/main">
              <a:ext uri="{FF2B5EF4-FFF2-40B4-BE49-F238E27FC236}">
                <a16:creationId xmlns:a16="http://schemas.microsoft.com/office/drawing/2014/main" id="{0660D0CC-3C3C-4D45-A565-B1AC606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25146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 xmlns:a="http://schemas.openxmlformats.org/drawingml/2006/main">
              <a:ext uri="{FF2B5EF4-FFF2-40B4-BE49-F238E27FC236}">
                <a16:creationId xmlns:a16="http://schemas.microsoft.com/office/drawing/2014/main" id="{989D0ABE-0C19-46E8-B7C8-6FEB0DF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9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 xmlns:a="http://schemas.openxmlformats.org/drawingml/2006/main">
              <a:ext uri="{FF2B5EF4-FFF2-40B4-BE49-F238E27FC236}">
                <a16:creationId xmlns:a16="http://schemas.microsoft.com/office/drawing/2014/main" id="{EED709AA-4318-4FA3-B153-AC73CC09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43053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 xmlns:a="http://schemas.openxmlformats.org/drawingml/2006/main">
              <a:ext uri="{FF2B5EF4-FFF2-40B4-BE49-F238E27FC236}">
                <a16:creationId xmlns:a16="http://schemas.microsoft.com/office/drawing/2014/main" id="{52119CC6-DEA3-417A-836B-2B869152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5200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 xmlns:a="http://schemas.openxmlformats.org/drawingml/2006/main">
              <a:ext uri="{FF2B5EF4-FFF2-40B4-BE49-F238E27FC236}">
                <a16:creationId xmlns:a16="http://schemas.microsoft.com/office/drawing/2014/main" id="{8F91CCD0-6AFC-4FA2-8EA1-2C22A69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365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nefit-core">
            <a:extLst xmlns:a="http://schemas.openxmlformats.org/drawingml/2006/main">
              <a:ext uri="{FF2B5EF4-FFF2-40B4-BE49-F238E27FC236}">
                <a16:creationId xmlns:a16="http://schemas.microsoft.com/office/drawing/2014/main" id="{4582CDCF-E747-4E9E-A00D-43DAD632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40030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3c021df2043dd">
            <a:extLst>
              <a:ext uri="{96DAC541-7B7A-43D3-8B79-37D633B846F1}">
                <asvg:svgBlip xmlns:asvg="http://schemas.microsoft.com/office/drawing/2016/SVG/main" r:embed="R8305cb5e41064d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956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benefit-core-label">
            <a:extLst xmlns:a="http://schemas.openxmlformats.org/drawingml/2006/main">
              <a:ext uri="{FF2B5EF4-FFF2-40B4-BE49-F238E27FC236}">
                <a16:creationId xmlns:a16="http://schemas.microsoft.com/office/drawing/2014/main" id="{AA856473-652A-4B41-9AA9-55C4611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 xmlns:a="http://schemas.openxmlformats.org/drawingml/2006/main">
              <a:ext uri="{FF2B5EF4-FFF2-40B4-BE49-F238E27FC236}">
                <a16:creationId xmlns:a16="http://schemas.microsoft.com/office/drawing/2014/main" id="{765A5FB1-602E-4C96-8260-0A74BC3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 xmlns:a="http://schemas.openxmlformats.org/drawingml/2006/main">
              <a:ext uri="{FF2B5EF4-FFF2-40B4-BE49-F238E27FC236}">
                <a16:creationId xmlns:a16="http://schemas.microsoft.com/office/drawing/2014/main" id="{5DFF8CE1-956A-4D08-ADF8-81B889F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068ece3294817">
            <a:extLst>
              <a:ext uri="{96DAC541-7B7A-43D3-8B79-37D633B846F1}">
                <asvg:svgBlip xmlns:asvg="http://schemas.microsoft.com/office/drawing/2016/SVG/main" r:embed="Radc89f7b930741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benefit-left-label-0">
            <a:extLst xmlns:a="http://schemas.openxmlformats.org/drawingml/2006/main">
              <a:ext uri="{FF2B5EF4-FFF2-40B4-BE49-F238E27FC236}">
                <a16:creationId xmlns:a16="http://schemas.microsoft.com/office/drawing/2014/main" id="{533A9189-8222-4893-8684-DA36713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 xmlns:a="http://schemas.openxmlformats.org/drawingml/2006/main">
              <a:ext uri="{FF2B5EF4-FFF2-40B4-BE49-F238E27FC236}">
                <a16:creationId xmlns:a16="http://schemas.microsoft.com/office/drawing/2014/main" id="{E2DB19D6-83EE-4B61-A408-973A0158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58384256848f3">
            <a:extLst>
              <a:ext uri="{96DAC541-7B7A-43D3-8B79-37D633B846F1}">
                <asvg:svgBlip xmlns:asvg="http://schemas.microsoft.com/office/drawing/2016/SVG/main" r:embed="R47f78ceb2eb245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benefit-left-label-1">
            <a:extLst xmlns:a="http://schemas.openxmlformats.org/drawingml/2006/main">
              <a:ext uri="{FF2B5EF4-FFF2-40B4-BE49-F238E27FC236}">
                <a16:creationId xmlns:a16="http://schemas.microsoft.com/office/drawing/2014/main" id="{5F0D547F-5B6D-4145-8610-348B809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 xmlns:a="http://schemas.openxmlformats.org/drawingml/2006/main">
              <a:ext uri="{FF2B5EF4-FFF2-40B4-BE49-F238E27FC236}">
                <a16:creationId xmlns:a16="http://schemas.microsoft.com/office/drawing/2014/main" id="{D6780A3B-BD4E-4DD1-B526-3BDEA4A2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0e9f3715440b3">
            <a:extLst>
              <a:ext uri="{96DAC541-7B7A-43D3-8B79-37D633B846F1}">
                <asvg:svgBlip xmlns:asvg="http://schemas.microsoft.com/office/drawing/2016/SVG/main" r:embed="R30daaec90b594b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benefit-left-label-2">
            <a:extLst xmlns:a="http://schemas.openxmlformats.org/drawingml/2006/main">
              <a:ext uri="{FF2B5EF4-FFF2-40B4-BE49-F238E27FC236}">
                <a16:creationId xmlns:a16="http://schemas.microsoft.com/office/drawing/2014/main" id="{058AA163-58DB-432E-B803-223F957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 xmlns:a="http://schemas.openxmlformats.org/drawingml/2006/main">
              <a:ext uri="{FF2B5EF4-FFF2-40B4-BE49-F238E27FC236}">
                <a16:creationId xmlns:a16="http://schemas.microsoft.com/office/drawing/2014/main" id="{49EAB9CC-53A7-449F-A423-8FD375E2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a73de852a4fc3">
            <a:extLst>
              <a:ext uri="{96DAC541-7B7A-43D3-8B79-37D633B846F1}">
                <asvg:svgBlip xmlns:asvg="http://schemas.microsoft.com/office/drawing/2016/SVG/main" r:embed="Ra10d9e6082334d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benefit-left-label-3">
            <a:extLst xmlns:a="http://schemas.openxmlformats.org/drawingml/2006/main">
              <a:ext uri="{FF2B5EF4-FFF2-40B4-BE49-F238E27FC236}">
                <a16:creationId xmlns:a16="http://schemas.microsoft.com/office/drawing/2014/main" id="{090F48AC-0DD0-41DD-9DD6-5AE757F1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 xmlns:a="http://schemas.openxmlformats.org/drawingml/2006/main">
              <a:ext uri="{FF2B5EF4-FFF2-40B4-BE49-F238E27FC236}">
                <a16:creationId xmlns:a16="http://schemas.microsoft.com/office/drawing/2014/main" id="{59C9B6CA-58A2-48AB-9720-57F08860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a1ddd5d9e4155">
            <a:extLst>
              <a:ext uri="{96DAC541-7B7A-43D3-8B79-37D633B846F1}">
                <asvg:svgBlip xmlns:asvg="http://schemas.microsoft.com/office/drawing/2016/SVG/main" r:embed="R163783ccf02f4c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benefit-right-label-0">
            <a:extLst xmlns:a="http://schemas.openxmlformats.org/drawingml/2006/main">
              <a:ext uri="{FF2B5EF4-FFF2-40B4-BE49-F238E27FC236}">
                <a16:creationId xmlns:a16="http://schemas.microsoft.com/office/drawing/2014/main" id="{09869897-2428-4502-8D82-DA9DC70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 xmlns:a="http://schemas.openxmlformats.org/drawingml/2006/main">
              <a:ext uri="{FF2B5EF4-FFF2-40B4-BE49-F238E27FC236}">
                <a16:creationId xmlns:a16="http://schemas.microsoft.com/office/drawing/2014/main" id="{C27D0C34-DE31-425A-A221-5B87D699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e7e2aa0a5423e">
            <a:extLst>
              <a:ext uri="{96DAC541-7B7A-43D3-8B79-37D633B846F1}">
                <asvg:svgBlip xmlns:asvg="http://schemas.microsoft.com/office/drawing/2016/SVG/main" r:embed="Rbbfe76b3c69649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benefit-right-label-1">
            <a:extLst xmlns:a="http://schemas.openxmlformats.org/drawingml/2006/main">
              <a:ext uri="{FF2B5EF4-FFF2-40B4-BE49-F238E27FC236}">
                <a16:creationId xmlns:a16="http://schemas.microsoft.com/office/drawing/2014/main" id="{1787B5E8-64CA-415C-8F34-43FE98A1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 xmlns:a="http://schemas.openxmlformats.org/drawingml/2006/main">
              <a:ext uri="{FF2B5EF4-FFF2-40B4-BE49-F238E27FC236}">
                <a16:creationId xmlns:a16="http://schemas.microsoft.com/office/drawing/2014/main" id="{AE1063CC-808D-48D8-A7C5-3B9F7EC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082e0abbb4e2f">
            <a:extLst>
              <a:ext uri="{96DAC541-7B7A-43D3-8B79-37D633B846F1}">
                <asvg:svgBlip xmlns:asvg="http://schemas.microsoft.com/office/drawing/2016/SVG/main" r:embed="R23206c72644740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benefit-right-label-2">
            <a:extLst xmlns:a="http://schemas.openxmlformats.org/drawingml/2006/main">
              <a:ext uri="{FF2B5EF4-FFF2-40B4-BE49-F238E27FC236}">
                <a16:creationId xmlns:a16="http://schemas.microsoft.com/office/drawing/2014/main" id="{7E4AB6A0-72F3-4C6D-B827-12CEE805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 xmlns:a="http://schemas.openxmlformats.org/drawingml/2006/main">
              <a:ext uri="{FF2B5EF4-FFF2-40B4-BE49-F238E27FC236}">
                <a16:creationId xmlns:a16="http://schemas.microsoft.com/office/drawing/2014/main" id="{451ABF7F-83BF-4E0D-A13A-389CF7E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4ba36f84d4702">
            <a:extLst>
              <a:ext uri="{96DAC541-7B7A-43D3-8B79-37D633B846F1}">
                <asvg:svgBlip xmlns:asvg="http://schemas.microsoft.com/office/drawing/2016/SVG/main" r:embed="Rdd2dc84bd33b4d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benefit-right-label-3">
            <a:extLst xmlns:a="http://schemas.openxmlformats.org/drawingml/2006/main">
              <a:ext uri="{FF2B5EF4-FFF2-40B4-BE49-F238E27FC236}">
                <a16:creationId xmlns:a16="http://schemas.microsoft.com/office/drawing/2014/main" id="{6CAA54D9-3531-4BB1-B046-A98FC58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28E9A1B3-EF57-439E-B984-11C5AF1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6948F2D0-347D-4C78-9FDF-4DC76E02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40742D57-B088-4248-8A69-B461F88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7371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ing-side-panel">
            <a:extLst xmlns:a="http://schemas.openxmlformats.org/drawingml/2006/main">
              <a:ext uri="{FF2B5EF4-FFF2-40B4-BE49-F238E27FC236}">
                <a16:creationId xmlns:a16="http://schemas.microsoft.com/office/drawing/2014/main" id="{8430DA2F-C2F3-432C-A33F-C52C6208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mountain-1">
            <a:extLst xmlns:a="http://schemas.openxmlformats.org/drawingml/2006/main">
              <a:ext uri="{FF2B5EF4-FFF2-40B4-BE49-F238E27FC236}">
                <a16:creationId xmlns:a16="http://schemas.microsoft.com/office/drawing/2014/main" id="{1D4F31FC-74CD-4CFC-8E31-3F2D0802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3429000"/>
            <a:ext cx="3295650" cy="2724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ing-mountain-2">
            <a:extLst xmlns:a="http://schemas.openxmlformats.org/drawingml/2006/main">
              <a:ext uri="{FF2B5EF4-FFF2-40B4-BE49-F238E27FC236}">
                <a16:creationId xmlns:a16="http://schemas.microsoft.com/office/drawing/2014/main" id="{FF1833D5-63CC-4310-95DE-AEF2CB97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4495800"/>
            <a:ext cx="2286000" cy="1657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65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gold-peak">
            <a:extLst xmlns:a="http://schemas.openxmlformats.org/drawingml/2006/main">
              <a:ext uri="{FF2B5EF4-FFF2-40B4-BE49-F238E27FC236}">
                <a16:creationId xmlns:a16="http://schemas.microsoft.com/office/drawing/2014/main" id="{58149689-73D7-43AC-9ADC-BD41498B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5105400"/>
            <a:ext cx="1257300" cy="1047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bottom-mask">
            <a:extLst xmlns:a="http://schemas.openxmlformats.org/drawingml/2006/main">
              <a:ext uri="{FF2B5EF4-FFF2-40B4-BE49-F238E27FC236}">
                <a16:creationId xmlns:a16="http://schemas.microsoft.com/office/drawing/2014/main" id="{C60972B5-113F-44EF-A2C3-B884A0B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61531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rule-top">
            <a:extLst xmlns:a="http://schemas.openxmlformats.org/drawingml/2006/main">
              <a:ext uri="{FF2B5EF4-FFF2-40B4-BE49-F238E27FC236}">
                <a16:creationId xmlns:a16="http://schemas.microsoft.com/office/drawing/2014/main" id="{426D12F4-66C4-410F-9853-16D0514E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2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3DD53A9E-A32D-4940-B584-DE2B6A7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8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74B79AF7-A3AD-4477-BAD6-5FB0743F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781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Digital Future of TNR.</a:t>
            </a:r>
          </a:p>
        </p:txBody>
      </p:sp>
      <p:sp>
        <p:nvSpPr>
          <p:cNvPr id="9" name="closing-rule-mid">
            <a:extLst xmlns:a="http://schemas.openxmlformats.org/drawingml/2006/main">
              <a:ext uri="{FF2B5EF4-FFF2-40B4-BE49-F238E27FC236}">
                <a16:creationId xmlns:a16="http://schemas.microsoft.com/office/drawing/2014/main" id="{16CF5209-0F26-4712-B357-F781F79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8576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0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5BDF73D4-89B5-4494-AFE6-4E97623D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100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11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48CF78CB-21F9-4ACD-A875-845B178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2" name="closing-tnr">
            <a:extLst xmlns:a="http://schemas.openxmlformats.org/drawingml/2006/main">
              <a:ext uri="{FF2B5EF4-FFF2-40B4-BE49-F238E27FC236}">
                <a16:creationId xmlns:a16="http://schemas.microsoft.com/office/drawing/2014/main" id="{176117F3-E10D-458E-9297-157EDAFD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800100"/>
            <a:ext cx="2019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</a:p>
        </p:txBody>
      </p:sp>
      <p:sp>
        <p:nvSpPr>
          <p:cNvPr id="13" name="closing-connected">
            <a:extLst xmlns:a="http://schemas.openxmlformats.org/drawingml/2006/main">
              <a:ext uri="{FF2B5EF4-FFF2-40B4-BE49-F238E27FC236}">
                <a16:creationId xmlns:a16="http://schemas.microsoft.com/office/drawing/2014/main" id="{9236F72A-D864-4E1D-BCDF-1FE8093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383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1026678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2026-08-04T10:45:00.8160000Z</dcterms:created>
  <dcterms:modified xsi:type="dcterms:W3CDTF">2026-08-04T10:45:00.8160000Z</dcterms:modified>
</coreProperties>
</file>