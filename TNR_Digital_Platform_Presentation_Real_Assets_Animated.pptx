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17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framing the platform as community infrastructure, not simply a website.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Hero artwork: user-provided hero.jpg, also used by the live TNR election portal.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3310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member dashboard to show how identity, services, records and communication meet in one interface.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Member portal dashboard: user-provided tnr portal dashbaoard.png.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5801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5534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5474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7059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card front, QR-enabled back and certificate as one trust system rather than three separate documents.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Membership card: user-provided TNR Card.pdf, rendered from the original PDF.</a:t>
            </a:r>
          </a:p>
          <a:p>
            <a:r>
              <a:t>- Membership certificate: user-provided tnr certificate.pdf, rendered from the original PDF.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4473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6630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live election portal verifies a registered email with a six-digit OTP, confirms member identity, supports a reviewed ballot, and issues a unique receipt code.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TNR Election Portal and process details: https://www.evotegb.com/election-portal, accessed 2026-08-04.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9027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6313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these as proposed next-stage modules, not as already approved delivery commitments.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Roadmap framing informed by the live TNR public platform and current service architecture: https://www.evotegb.com/, accessed 2026-08-04.</a:t>
            </a:r>
          </a:p>
          <a:p>
            <a:r>
              <a:t>- Membership services reviewed at https://www.evotegb.com/membership, accessed 2026-08-04.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7976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community purpose: technology is the enabler, not the destination.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6146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d5ca2d6e90e04bc9" Type="http://schemas.openxmlformats.org/officeDocument/2006/relationships/image" Target="../media/image4.svg"/><Relationship Id="R7ff935c07d664269" Type="http://schemas.openxmlformats.org/officeDocument/2006/relationships/image" Target="../media/image5.svg"/><Relationship Id="rId3" Type="http://schemas.openxmlformats.org/officeDocument/2006/relationships/image" Target="../media/image4.png"/><Relationship Id="R6b7a51629dde4f13" Type="http://schemas.openxmlformats.org/officeDocument/2006/relationships/image" Target="../media/image3.svg"/><Relationship Id="R3a8495ad2b994635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dee9ddf9831545c8" Type="http://schemas.openxmlformats.org/officeDocument/2006/relationships/image" Target="../media/image.svg"/></Relationships>
</file>

<file path=ppt/slides/_rels/slide4.xml.rels><?xml version="1.0" encoding="UTF-8" standalone="yes"?>
<Relationships xmlns="http://schemas.openxmlformats.org/package/2006/relationships"><Relationship Id="Rbf6da167e2b4499f" Type="http://schemas.openxmlformats.org/officeDocument/2006/relationships/image" Target="../media/image14.svg"/><Relationship Id="rId3" Type="http://schemas.openxmlformats.org/officeDocument/2006/relationships/image" Target="../media/image4.png"/><Relationship Id="R9274f4f908054459" Type="http://schemas.openxmlformats.org/officeDocument/2006/relationships/image" Target="../media/image9.svg"/><Relationship Id="Rf1a3e48dd8b641b1" Type="http://schemas.openxmlformats.org/officeDocument/2006/relationships/image" Target="../media/image12.svg"/><Relationship Id="R1c032385abe74194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19e335ff9e674f7b" Type="http://schemas.openxmlformats.org/officeDocument/2006/relationships/image" Target="../media/image10.svg"/><Relationship Id="Rf874dff390444882" Type="http://schemas.openxmlformats.org/officeDocument/2006/relationships/image" Target="../media/image13.svg"/><Relationship Id="Rdbaecc374e11417a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81b08569cad349bb" Type="http://schemas.openxmlformats.org/officeDocument/2006/relationships/image" Target="../media/image11.svg"/><Relationship Id="R83baabcf3be149ad" Type="http://schemas.openxmlformats.org/officeDocument/2006/relationships/image" Target="../media/image6.svg"/><Relationship Id="Rb652279f0bf8439a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335553bb52fb4f91" Type="http://schemas.openxmlformats.org/officeDocument/2006/relationships/image" Target="../media/image19.svg"/><Relationship Id="R57f75523aa6044d3" Type="http://schemas.openxmlformats.org/officeDocument/2006/relationships/image" Target="../media/image20.svg"/><Relationship Id="rId3" Type="http://schemas.openxmlformats.org/officeDocument/2006/relationships/image" Target="../media/image4.png"/><Relationship Id="R78a01b756b8144fc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a24ce5cd4b3a409e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d242c80c692246e1" Type="http://schemas.openxmlformats.org/officeDocument/2006/relationships/image" Target="../media/image16.svg"/><Relationship Id="R129ef9538dfa4d83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5091960ed2eb4737" Type="http://schemas.openxmlformats.org/officeDocument/2006/relationships/image" Target="../media/image22.svg"/><Relationship Id="Rd39cafd85fe0418a" Type="http://schemas.openxmlformats.org/officeDocument/2006/relationships/image" Target="../media/image25.svg"/><Relationship Id="rId3" Type="http://schemas.openxmlformats.org/officeDocument/2006/relationships/image" Target="../media/image4.png"/><Relationship Id="R905638d9269e480c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beea4df78d6f4353" Type="http://schemas.openxmlformats.org/officeDocument/2006/relationships/image" Target="../media/image24.svg"/><Relationship Id="rId1" Type="http://schemas.openxmlformats.org/officeDocument/2006/relationships/slideLayout" Target="../slideLayouts/slideLayout1.xml"/><Relationship Id="R13393a06bbda4beb" Type="http://schemas.openxmlformats.org/officeDocument/2006/relationships/image" Target="../media/image23.svg"/><Relationship Id="R0557c73267914b08" Type="http://schemas.openxmlformats.org/officeDocument/2006/relationships/image" Target="../media/image27.svg"/><Relationship Id="Reebbb1ee02324dee" Type="http://schemas.openxmlformats.org/officeDocument/2006/relationships/image" Target="../media/image28.svg"/><Relationship Id="R3df683a99c294373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201c596ae0274d5f" Type="http://schemas.openxmlformats.org/officeDocument/2006/relationships/image" Target="../media/image35.svg"/><Relationship Id="rId3" Type="http://schemas.openxmlformats.org/officeDocument/2006/relationships/image" Target="../media/image4.png"/><Relationship Id="R87f8dc5e6d684af8" Type="http://schemas.openxmlformats.org/officeDocument/2006/relationships/image" Target="../media/image3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d4da5dd1e6594a7d" Type="http://schemas.openxmlformats.org/officeDocument/2006/relationships/image" Target="../media/image34.svg"/><Relationship Id="Rbef1f2c76fdf42c9" Type="http://schemas.openxmlformats.org/officeDocument/2006/relationships/image" Target="../media/image32.svg"/><Relationship Id="R303b7091b0cd48be" Type="http://schemas.openxmlformats.org/officeDocument/2006/relationships/image" Target="../media/image36.svg"/><Relationship Id="R282d0b660c2e438c" Type="http://schemas.openxmlformats.org/officeDocument/2006/relationships/image" Target="../media/image31.svg"/><Relationship Id="R3479027cc24846e6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72683436bfc44b37" Type="http://schemas.openxmlformats.org/officeDocument/2006/relationships/image" Target="../media/image43.svg"/><Relationship Id="rId3" Type="http://schemas.openxmlformats.org/officeDocument/2006/relationships/image" Target="../media/image4.png"/><Relationship Id="R8a4600ffeebc468d" Type="http://schemas.openxmlformats.org/officeDocument/2006/relationships/image" Target="../media/image40.svg"/><Relationship Id="R9941eb71c38746ba" Type="http://schemas.openxmlformats.org/officeDocument/2006/relationships/image" Target="../media/image42.svg"/><Relationship Id="rId2" Type="http://schemas.openxmlformats.org/officeDocument/2006/relationships/notesSlide" Target="../notesSlides/notesSlide9.xml"/><Relationship Id="Rac43f32ccd4f41cf" Type="http://schemas.openxmlformats.org/officeDocument/2006/relationships/image" Target="../media/image41.svg"/><Relationship Id="R0c827211cacb486a" Type="http://schemas.openxmlformats.org/officeDocument/2006/relationships/image" Target="../media/image45.svg"/><Relationship Id="rId1" Type="http://schemas.openxmlformats.org/officeDocument/2006/relationships/slideLayout" Target="../slideLayouts/slideLayout1.xml"/><Relationship Id="R58571345d8174420" Type="http://schemas.openxmlformats.org/officeDocument/2006/relationships/image" Target="../media/image38.svg"/><Relationship Id="R9ce06ad16321485a" Type="http://schemas.openxmlformats.org/officeDocument/2006/relationships/image" Target="../media/image37.svg"/><Relationship Id="R29c69e1e951241a9" Type="http://schemas.openxmlformats.org/officeDocument/2006/relationships/image" Target="../media/image39.svg"/><Relationship Id="R15f9a81a119c423a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25d3bb1c23354c7b" Type="http://schemas.openxmlformats.org/officeDocument/2006/relationships/image" Target="../media/image50.svg"/><Relationship Id="rId3" Type="http://schemas.openxmlformats.org/officeDocument/2006/relationships/image" Target="../media/image4.png"/><Relationship Id="Rebb7666a00d9482c" Type="http://schemas.openxmlformats.org/officeDocument/2006/relationships/image" Target="../media/image4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7abd1b1687aa4662" Type="http://schemas.openxmlformats.org/officeDocument/2006/relationships/image" Target="../media/image51.svg"/><Relationship Id="R77ccbf0af6cf46ad" Type="http://schemas.openxmlformats.org/officeDocument/2006/relationships/image" Target="../media/image48.svg"/><Relationship Id="Rde45bb7fe7584250" Type="http://schemas.openxmlformats.org/officeDocument/2006/relationships/image" Target="../media/image46.svg"/><Relationship Id="Rbc2a00d6c4e34d17" Type="http://schemas.openxmlformats.org/officeDocument/2006/relationships/image" Target="../media/image4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ver-left-overlay">
            <a:extLst>
              <a:ext uri="{FF2B5EF4-FFF2-40B4-BE49-F238E27FC236}">
                <a16:creationId xmlns:a16="http://schemas.microsoft.com/office/drawing/2014/main" xmlns="" id="{10A4E463-7946-4F41-B21C-E0D126CC4D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29450" cy="6858000"/>
          </a:xfrm>
          <a:prstGeom prst="rect">
            <a:avLst/>
          </a:prstGeom>
          <a:solidFill>
            <a:srgbClr val="071E18">
              <a:alpha val="94902"/>
            </a:srgbClr>
          </a:solidFill>
          <a:ln w="0">
            <a:noFill/>
            <a:prstDash val="solid"/>
          </a:ln>
        </p:spPr>
      </p:sp>
      <p:sp>
        <p:nvSpPr>
          <p:cNvPr id="3" name="cover-image-wash">
            <a:extLst>
              <a:ext uri="{FF2B5EF4-FFF2-40B4-BE49-F238E27FC236}">
                <a16:creationId xmlns:a16="http://schemas.microsoft.com/office/drawing/2014/main" xmlns="" id="{A90FB226-F52B-4FDF-9D58-5799D3D9B25F}"/>
              </a:ext>
            </a:extLst>
          </p:cNvPr>
          <p:cNvSpPr>
            <a:spLocks noGrp="1"/>
          </p:cNvSpPr>
          <p:nvPr/>
        </p:nvSpPr>
        <p:spPr>
          <a:xfrm>
            <a:off x="7029450" y="0"/>
            <a:ext cx="1428750" cy="6858000"/>
          </a:xfrm>
          <a:prstGeom prst="rect">
            <a:avLst/>
          </a:prstGeom>
          <a:solidFill>
            <a:srgbClr val="071E18">
              <a:alpha val="47059"/>
            </a:srgbClr>
          </a:solidFill>
          <a:ln w="0">
            <a:noFill/>
            <a:prstDash val="solid"/>
          </a:ln>
        </p:spPr>
      </p:sp>
      <p:sp>
        <p:nvSpPr>
          <p:cNvPr id="4" name="cover-divider">
            <a:extLst>
              <a:ext uri="{FF2B5EF4-FFF2-40B4-BE49-F238E27FC236}">
                <a16:creationId xmlns:a16="http://schemas.microsoft.com/office/drawing/2014/main" xmlns="" id="{684017A7-F232-4332-A3AC-5675E4E6B11C}"/>
              </a:ext>
            </a:extLst>
          </p:cNvPr>
          <p:cNvSpPr>
            <a:spLocks noGrp="1"/>
          </p:cNvSpPr>
          <p:nvPr/>
        </p:nvSpPr>
        <p:spPr>
          <a:xfrm>
            <a:off x="7010400" y="0"/>
            <a:ext cx="47625" cy="685800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5" name="cover-logo-halo">
            <a:extLst>
              <a:ext uri="{FF2B5EF4-FFF2-40B4-BE49-F238E27FC236}">
                <a16:creationId xmlns:a16="http://schemas.microsoft.com/office/drawing/2014/main" xmlns="" id="{B473B434-F2CC-488F-B4EF-72670F4862D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876300" cy="876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A15B"/>
            </a:solidFill>
            <a:prstDash val="solid"/>
          </a:ln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2475" y="504825"/>
            <a:ext cx="742950" cy="742950"/>
          </a:xfrm>
          <a:prstGeom prst="rect">
            <a:avLst/>
          </a:prstGeom>
        </p:spPr>
      </p:pic>
      <p:sp>
        <p:nvSpPr>
          <p:cNvPr id="7" name="cover-tag-line">
            <a:extLst>
              <a:ext uri="{FF2B5EF4-FFF2-40B4-BE49-F238E27FC236}">
                <a16:creationId xmlns:a16="http://schemas.microsoft.com/office/drawing/2014/main" xmlns="" id="{717A964B-FCE5-46C6-B369-1F4736BA31B6}"/>
              </a:ext>
            </a:extLst>
          </p:cNvPr>
          <p:cNvSpPr>
            <a:spLocks noGrp="1"/>
          </p:cNvSpPr>
          <p:nvPr/>
        </p:nvSpPr>
        <p:spPr>
          <a:xfrm>
            <a:off x="1809750" y="742950"/>
            <a:ext cx="704850" cy="47625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8" name="cover-eyebrow">
            <a:extLst>
              <a:ext uri="{FF2B5EF4-FFF2-40B4-BE49-F238E27FC236}">
                <a16:creationId xmlns:a16="http://schemas.microsoft.com/office/drawing/2014/main" xmlns="" id="{7082FA86-1A67-4B44-AE51-3A6C86AA0528}"/>
              </a:ext>
            </a:extLst>
          </p:cNvPr>
          <p:cNvSpPr>
            <a:spLocks noGrp="1"/>
          </p:cNvSpPr>
          <p:nvPr/>
        </p:nvSpPr>
        <p:spPr>
          <a:xfrm>
            <a:off x="1809750" y="9048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• DIGITAL TRANSFORMATION</a:t>
            </a:r>
          </a:p>
        </p:txBody>
      </p:sp>
      <p:sp>
        <p:nvSpPr>
          <p:cNvPr id="9" name="cover-title">
            <a:extLst>
              <a:ext uri="{FF2B5EF4-FFF2-40B4-BE49-F238E27FC236}">
                <a16:creationId xmlns:a16="http://schemas.microsoft.com/office/drawing/2014/main" xmlns="" id="{050D4A81-F229-499F-8149-0CE81F116BD4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5905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</a:t>
            </a:r>
          </a:p>
          <a:p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PLATFORM</a:t>
            </a:r>
          </a:p>
        </p:txBody>
      </p:sp>
      <p:sp>
        <p:nvSpPr>
          <p:cNvPr id="10" name="cover-title-rule">
            <a:extLst>
              <a:ext uri="{FF2B5EF4-FFF2-40B4-BE49-F238E27FC236}">
                <a16:creationId xmlns:a16="http://schemas.microsoft.com/office/drawing/2014/main" xmlns="" id="{DE0A302A-AF92-418D-BC5D-4277F84AC362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16002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11" name="cover-subtitle">
            <a:extLst>
              <a:ext uri="{FF2B5EF4-FFF2-40B4-BE49-F238E27FC236}">
                <a16:creationId xmlns:a16="http://schemas.microsoft.com/office/drawing/2014/main" xmlns="" id="{1801FE46-13DE-424C-BC7A-D837711043F7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Building a Connected, Transparent and</a:t>
            </a:r>
          </a:p>
          <a:p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Future-Ready Roundu Community</a:t>
            </a:r>
          </a:p>
        </p:txBody>
      </p:sp>
      <p:sp>
        <p:nvSpPr>
          <p:cNvPr id="12" name="cover-presenter">
            <a:extLst>
              <a:ext uri="{FF2B5EF4-FFF2-40B4-BE49-F238E27FC236}">
                <a16:creationId xmlns:a16="http://schemas.microsoft.com/office/drawing/2014/main" xmlns="" id="{5F9362DA-E3AA-4A94-A411-BE81F35B4085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SHABBIR HUSSAIN</a:t>
            </a:r>
          </a:p>
        </p:txBody>
      </p:sp>
      <p:sp>
        <p:nvSpPr>
          <p:cNvPr id="13" name="cover-role">
            <a:extLst>
              <a:ext uri="{FF2B5EF4-FFF2-40B4-BE49-F238E27FC236}">
                <a16:creationId xmlns:a16="http://schemas.microsoft.com/office/drawing/2014/main" xmlns="" id="{D37975B5-AF64-469D-83ED-3075B642ADA5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Technical Coordinator – TNR</a:t>
            </a:r>
          </a:p>
        </p:txBody>
      </p:sp>
      <p:sp>
        <p:nvSpPr>
          <p:cNvPr id="14" name="cover-date">
            <a:extLst>
              <a:ext uri="{FF2B5EF4-FFF2-40B4-BE49-F238E27FC236}">
                <a16:creationId xmlns:a16="http://schemas.microsoft.com/office/drawing/2014/main" xmlns="" id="{8AE3E3D1-EFD3-42B9-90B8-C45E87F28C9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OFFICIAL PLATFORM OVERVIEW</a:t>
            </a:r>
          </a:p>
        </p:txBody>
      </p:sp>
      <p:sp>
        <p:nvSpPr>
          <p:cNvPr id="15" name="cover-site">
            <a:extLst>
              <a:ext uri="{FF2B5EF4-FFF2-40B4-BE49-F238E27FC236}">
                <a16:creationId xmlns:a16="http://schemas.microsoft.com/office/drawing/2014/main" xmlns="" id="{14EF5E6F-5B5B-4085-AD4A-E5425D99BCF9}"/>
              </a:ext>
            </a:extLst>
          </p:cNvPr>
          <p:cNvSpPr>
            <a:spLocks noGrp="1"/>
          </p:cNvSpPr>
          <p:nvPr/>
        </p:nvSpPr>
        <p:spPr>
          <a:xfrm>
            <a:off x="9715500" y="6372225"/>
            <a:ext cx="1790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EVOTEGB.COM</a:t>
            </a:r>
          </a:p>
        </p:txBody>
      </p:sp>
    </p:spTree>
    <p:extLst>
      <p:ext uri="{BB962C8B-B14F-4D97-AF65-F5344CB8AC3E}">
        <p14:creationId xmlns:p14="http://schemas.microsoft.com/office/powerpoint/2010/main" val="130679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rand-gold-square">
            <a:extLst>
              <a:ext uri="{FF2B5EF4-FFF2-40B4-BE49-F238E27FC236}">
                <a16:creationId xmlns:a16="http://schemas.microsoft.com/office/drawing/2014/main" xmlns="" id="{239B36DA-A789-4DA8-87CF-681593D4D2C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70785405-EBF8-4D75-B846-132B9B4F3906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5B91813B-F2B2-4041-9F30-565C1C33CB1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One platform brings TNR into view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4561DBA2-7982-460D-96CD-2AAE4C286457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shared digital foundation replaces fragmented records, tools and communication.</a:t>
            </a:r>
          </a:p>
        </p:txBody>
      </p:sp>
      <p:sp>
        <p:nvSpPr>
          <p:cNvPr id="5" name="why-left-band">
            <a:extLst>
              <a:ext uri="{FF2B5EF4-FFF2-40B4-BE49-F238E27FC236}">
                <a16:creationId xmlns:a16="http://schemas.microsoft.com/office/drawing/2014/main" xmlns="" id="{722342C8-4B79-481A-9ADE-2E51869DAB26}"/>
              </a:ext>
            </a:extLst>
          </p:cNvPr>
          <p:cNvSpPr>
            <a:spLocks noGrp="1"/>
          </p:cNvSpPr>
          <p:nvPr/>
        </p:nvSpPr>
        <p:spPr>
          <a:xfrm>
            <a:off x="0" y="1924050"/>
            <a:ext cx="3714750" cy="409575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why-kicker">
            <a:extLst>
              <a:ext uri="{FF2B5EF4-FFF2-40B4-BE49-F238E27FC236}">
                <a16:creationId xmlns:a16="http://schemas.microsoft.com/office/drawing/2014/main" xmlns="" id="{41E09F91-3B50-4E4A-B897-C93EEAD2FAEA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WHY NOW</a:t>
            </a:r>
          </a:p>
        </p:txBody>
      </p:sp>
      <p:sp>
        <p:nvSpPr>
          <p:cNvPr id="7" name="why-statement">
            <a:extLst>
              <a:ext uri="{FF2B5EF4-FFF2-40B4-BE49-F238E27FC236}">
                <a16:creationId xmlns:a16="http://schemas.microsoft.com/office/drawing/2014/main" xmlns="" id="{28C81205-4B7E-4495-98B5-0ECD75D8D5C7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2476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reliable</a:t>
            </a:r>
          </a:p>
          <a:p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of truth.</a:t>
            </a:r>
          </a:p>
        </p:txBody>
      </p:sp>
      <p:sp>
        <p:nvSpPr>
          <p:cNvPr id="8" name="why-support">
            <a:extLst>
              <a:ext uri="{FF2B5EF4-FFF2-40B4-BE49-F238E27FC236}">
                <a16:creationId xmlns:a16="http://schemas.microsoft.com/office/drawing/2014/main" xmlns="" id="{B6CCB1FF-F2F7-4FC8-B181-842ACFC6C45F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2457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Centralization makes information easier to find, services easier to access, and decisions easier to understand.</a:t>
            </a:r>
          </a:p>
        </p:txBody>
      </p:sp>
      <p:sp>
        <p:nvSpPr>
          <p:cNvPr id="9" name="why-item-0-dot">
            <a:extLst>
              <a:ext uri="{FF2B5EF4-FFF2-40B4-BE49-F238E27FC236}">
                <a16:creationId xmlns:a16="http://schemas.microsoft.com/office/drawing/2014/main" xmlns="" id="{AC83A03B-876C-4E03-91C9-A07611C16604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0" name="why-label-0">
            <a:extLst>
              <a:ext uri="{FF2B5EF4-FFF2-40B4-BE49-F238E27FC236}">
                <a16:creationId xmlns:a16="http://schemas.microsoft.com/office/drawing/2014/main" xmlns="" id="{7796039D-FE71-49F5-AF99-CD489D2DEA81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Members</a:t>
            </a:r>
          </a:p>
        </p:txBody>
      </p:sp>
      <p:sp>
        <p:nvSpPr>
          <p:cNvPr id="11" name="why-item-1-dot">
            <a:extLst>
              <a:ext uri="{FF2B5EF4-FFF2-40B4-BE49-F238E27FC236}">
                <a16:creationId xmlns:a16="http://schemas.microsoft.com/office/drawing/2014/main" xmlns="" id="{B1F04175-21A9-44A6-A120-838FCF7D6444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2" name="why-label-1">
            <a:extLst>
              <a:ext uri="{FF2B5EF4-FFF2-40B4-BE49-F238E27FC236}">
                <a16:creationId xmlns:a16="http://schemas.microsoft.com/office/drawing/2014/main" xmlns="" id="{96DD1F52-966E-4C9B-83F2-5F047EF2857D}"/>
              </a:ext>
            </a:extLst>
          </p:cNvPr>
          <p:cNvSpPr>
            <a:spLocks noGrp="1"/>
          </p:cNvSpPr>
          <p:nvPr/>
        </p:nvSpPr>
        <p:spPr>
          <a:xfrm>
            <a:off x="914400" y="4829175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3" name="why-item-2-dot">
            <a:extLst>
              <a:ext uri="{FF2B5EF4-FFF2-40B4-BE49-F238E27FC236}">
                <a16:creationId xmlns:a16="http://schemas.microsoft.com/office/drawing/2014/main" xmlns="" id="{22034228-1E56-41B2-9EDA-961BC2566A9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4" name="why-label-2">
            <a:extLst>
              <a:ext uri="{FF2B5EF4-FFF2-40B4-BE49-F238E27FC236}">
                <a16:creationId xmlns:a16="http://schemas.microsoft.com/office/drawing/2014/main" xmlns="" id="{D13131DF-A0AC-42DD-98D7-7D3C5AC90945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15" name="why-item-3-dot">
            <a:extLst>
              <a:ext uri="{FF2B5EF4-FFF2-40B4-BE49-F238E27FC236}">
                <a16:creationId xmlns:a16="http://schemas.microsoft.com/office/drawing/2014/main" xmlns="" id="{0B8B0C71-0860-4DB3-9DDB-01104BE62B52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6" name="why-label-3">
            <a:extLst>
              <a:ext uri="{FF2B5EF4-FFF2-40B4-BE49-F238E27FC236}">
                <a16:creationId xmlns:a16="http://schemas.microsoft.com/office/drawing/2014/main" xmlns="" id="{6483C7DC-F545-4306-9BD1-BF29202EBC38}"/>
              </a:ext>
            </a:extLst>
          </p:cNvPr>
          <p:cNvSpPr>
            <a:spLocks noGrp="1"/>
          </p:cNvSpPr>
          <p:nvPr/>
        </p:nvSpPr>
        <p:spPr>
          <a:xfrm>
            <a:off x="914400" y="5381625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17" name="why-item-4-dot">
            <a:extLst>
              <a:ext uri="{FF2B5EF4-FFF2-40B4-BE49-F238E27FC236}">
                <a16:creationId xmlns:a16="http://schemas.microsoft.com/office/drawing/2014/main" xmlns="" id="{111A1A2D-533E-444D-BCF7-996738514F0E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95250" cy="95250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8" name="why-label-4">
            <a:extLst>
              <a:ext uri="{FF2B5EF4-FFF2-40B4-BE49-F238E27FC236}">
                <a16:creationId xmlns:a16="http://schemas.microsoft.com/office/drawing/2014/main" xmlns="" id="{A0D662B0-6592-4C88-AF7B-43F412684B97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19" name="dashboard-live-label">
            <a:extLst>
              <a:ext uri="{FF2B5EF4-FFF2-40B4-BE49-F238E27FC236}">
                <a16:creationId xmlns:a16="http://schemas.microsoft.com/office/drawing/2014/main" xmlns="" id="{EAF84DE9-1D47-4DB1-95A9-D63E2756B503}"/>
              </a:ext>
            </a:extLst>
          </p:cNvPr>
          <p:cNvSpPr>
            <a:spLocks noGrp="1"/>
          </p:cNvSpPr>
          <p:nvPr/>
        </p:nvSpPr>
        <p:spPr>
          <a:xfrm>
            <a:off x="8534400" y="1724025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MEMBER PORTAL VIEW</a:t>
            </a:r>
          </a:p>
        </p:txBody>
      </p:sp>
      <p:sp>
        <p:nvSpPr>
          <p:cNvPr id="20" name="dashboard-shadow">
            <a:extLst>
              <a:ext uri="{FF2B5EF4-FFF2-40B4-BE49-F238E27FC236}">
                <a16:creationId xmlns:a16="http://schemas.microsoft.com/office/drawing/2014/main" xmlns="" id="{576BBAA9-9854-4E1F-88B9-D3CD5EC9872D}"/>
              </a:ext>
            </a:extLst>
          </p:cNvPr>
          <p:cNvSpPr>
            <a:spLocks noGrp="1"/>
          </p:cNvSpPr>
          <p:nvPr/>
        </p:nvSpPr>
        <p:spPr>
          <a:xfrm>
            <a:off x="4476750" y="1962150"/>
            <a:ext cx="7029450" cy="4381500"/>
          </a:xfrm>
          <a:prstGeom prst="roundRect">
            <a:avLst>
              <a:gd name="adj" fmla="val 3913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21" name="dashboard-frame">
            <a:extLst>
              <a:ext uri="{FF2B5EF4-FFF2-40B4-BE49-F238E27FC236}">
                <a16:creationId xmlns:a16="http://schemas.microsoft.com/office/drawing/2014/main" xmlns="" id="{0117537D-A96F-459F-89B7-60D2F711CFD9}"/>
              </a:ext>
            </a:extLst>
          </p:cNvPr>
          <p:cNvSpPr>
            <a:spLocks noGrp="1"/>
          </p:cNvSpPr>
          <p:nvPr/>
        </p:nvSpPr>
        <p:spPr>
          <a:xfrm>
            <a:off x="4343400" y="1828800"/>
            <a:ext cx="7162800" cy="43815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72445" y="1962150"/>
            <a:ext cx="6504709" cy="4114800"/>
          </a:xfrm>
          <a:prstGeom prst="rect">
            <a:avLst/>
          </a:prstGeom>
        </p:spPr>
      </p:pic>
      <p:sp>
        <p:nvSpPr>
          <p:cNvPr id="23" name="footer-rule-2">
            <a:extLst>
              <a:ext uri="{FF2B5EF4-FFF2-40B4-BE49-F238E27FC236}">
                <a16:creationId xmlns:a16="http://schemas.microsoft.com/office/drawing/2014/main" xmlns="" id="{7F7328E9-BEAA-4C28-A123-9D18083C471B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24" name="footer-label-2">
            <a:extLst>
              <a:ext uri="{FF2B5EF4-FFF2-40B4-BE49-F238E27FC236}">
                <a16:creationId xmlns:a16="http://schemas.microsoft.com/office/drawing/2014/main" xmlns="" id="{B5CAF9A5-60DE-44AE-B6F7-F125665528B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25" name="footer-page-2">
            <a:extLst>
              <a:ext uri="{FF2B5EF4-FFF2-40B4-BE49-F238E27FC236}">
                <a16:creationId xmlns:a16="http://schemas.microsoft.com/office/drawing/2014/main" xmlns="" id="{530B70AF-5E28-44D2-B1AE-F0EA88EE889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0717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2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9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6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3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2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10" grpId="0"/>
      <p:bldP spid="12" grpId="0"/>
      <p:bldP spid="14" grpId="0"/>
      <p:bldP spid="16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rand-gold-square">
            <a:extLst>
              <a:ext uri="{FF2B5EF4-FFF2-40B4-BE49-F238E27FC236}">
                <a16:creationId xmlns:a16="http://schemas.microsoft.com/office/drawing/2014/main" xmlns="" id="{2FB052C5-F283-4D22-8F0F-D8A372101B0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2C2C63F8-3BD2-4B94-AE92-A9C3B195F701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D9A75FFC-B5C0-4254-B48E-20B64450AA2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identity connects the whole community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A30E7D43-B1C2-4D53-BEBF-0B9D2843CB07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Every step builds on the one before it—ending in a connected Roundu community.</a:t>
            </a:r>
          </a:p>
        </p:txBody>
      </p:sp>
      <p:sp>
        <p:nvSpPr>
          <p:cNvPr id="5" name="vision-one">
            <a:extLst>
              <a:ext uri="{FF2B5EF4-FFF2-40B4-BE49-F238E27FC236}">
                <a16:creationId xmlns:a16="http://schemas.microsoft.com/office/drawing/2014/main" xmlns="" id="{C9D39FE6-DA8B-4061-B369-CF98E315658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381375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</p:txBody>
      </p:sp>
      <p:sp>
        <p:nvSpPr>
          <p:cNvPr id="6" name="vision-caption">
            <a:extLst>
              <a:ext uri="{FF2B5EF4-FFF2-40B4-BE49-F238E27FC236}">
                <a16:creationId xmlns:a16="http://schemas.microsoft.com/office/drawing/2014/main" xmlns="" id="{C28DF3FB-512C-4C93-A844-595323722771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95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SIMPLE PRINCIPLE.</a:t>
            </a:r>
          </a:p>
          <a:p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COMPLETE DIGITAL FOUNDATION.</a:t>
            </a:r>
          </a:p>
        </p:txBody>
      </p:sp>
      <p:sp>
        <p:nvSpPr>
          <p:cNvPr id="7" name="vision-rule">
            <a:extLst>
              <a:ext uri="{FF2B5EF4-FFF2-40B4-BE49-F238E27FC236}">
                <a16:creationId xmlns:a16="http://schemas.microsoft.com/office/drawing/2014/main" xmlns="" id="{9BE06286-A7C1-4E86-A043-85A512589581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1619250" cy="0"/>
          </a:xfrm>
          <a:prstGeom prst="line">
            <a:avLst/>
          </a:prstGeom>
          <a:noFill/>
          <a:ln w="28575">
            <a:solidFill>
              <a:srgbClr val="2D6552"/>
            </a:solidFill>
            <a:prstDash val="solid"/>
          </a:ln>
        </p:spPr>
      </p:sp>
      <p:sp>
        <p:nvSpPr>
          <p:cNvPr id="8" name="vision-promise">
            <a:extLst>
              <a:ext uri="{FF2B5EF4-FFF2-40B4-BE49-F238E27FC236}">
                <a16:creationId xmlns:a16="http://schemas.microsoft.com/office/drawing/2014/main" xmlns="" id="{F8E2029C-360A-48F6-9351-ED1F2580BF7B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295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Identity becomes the bridge between people, services, governance and opportunity.</a:t>
            </a:r>
          </a:p>
        </p:txBody>
      </p:sp>
      <p:sp>
        <p:nvSpPr>
          <p:cNvPr id="9" name="vision-spine">
            <a:extLst>
              <a:ext uri="{FF2B5EF4-FFF2-40B4-BE49-F238E27FC236}">
                <a16:creationId xmlns:a16="http://schemas.microsoft.com/office/drawing/2014/main" xmlns="" id="{76EA1BF7-669F-4A1A-B4E3-1CAA5422169A}"/>
              </a:ext>
            </a:extLst>
          </p:cNvPr>
          <p:cNvSpPr>
            <a:spLocks noGrp="1"/>
          </p:cNvSpPr>
          <p:nvPr/>
        </p:nvSpPr>
        <p:spPr>
          <a:xfrm>
            <a:off x="4791075" y="2324100"/>
            <a:ext cx="0" cy="314325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10" name="vision-node-0">
            <a:extLst>
              <a:ext uri="{FF2B5EF4-FFF2-40B4-BE49-F238E27FC236}">
                <a16:creationId xmlns:a16="http://schemas.microsoft.com/office/drawing/2014/main" xmlns="" id="{872DAAC2-15E3-44B1-AF27-165C3CA297F7}"/>
              </a:ext>
            </a:extLst>
          </p:cNvPr>
          <p:cNvSpPr>
            <a:spLocks noGrp="1"/>
          </p:cNvSpPr>
          <p:nvPr/>
        </p:nvSpPr>
        <p:spPr>
          <a:xfrm>
            <a:off x="4610100" y="2266950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11" name="vision-num-0">
            <a:extLst>
              <a:ext uri="{FF2B5EF4-FFF2-40B4-BE49-F238E27FC236}">
                <a16:creationId xmlns:a16="http://schemas.microsoft.com/office/drawing/2014/main" xmlns="" id="{6BDD61FC-1764-4F80-A049-EAC54B5951E3}"/>
              </a:ext>
            </a:extLst>
          </p:cNvPr>
          <p:cNvSpPr>
            <a:spLocks noGrp="1"/>
          </p:cNvSpPr>
          <p:nvPr/>
        </p:nvSpPr>
        <p:spPr>
          <a:xfrm>
            <a:off x="5257800" y="2076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dee9ddf9831545c8"/>
              </a:ext>
            </a:extLst>
          </a:blip>
          <a:stretch/>
        </p:blipFill>
        <p:spPr>
          <a:xfrm>
            <a:off x="5838825" y="2124075"/>
            <a:ext cx="304800" cy="304800"/>
          </a:xfrm>
          <a:prstGeom prst="rect">
            <a:avLst/>
          </a:prstGeom>
        </p:spPr>
      </p:pic>
      <p:sp>
        <p:nvSpPr>
          <p:cNvPr id="13" name="vision-label-0">
            <a:extLst>
              <a:ext uri="{FF2B5EF4-FFF2-40B4-BE49-F238E27FC236}">
                <a16:creationId xmlns:a16="http://schemas.microsoft.com/office/drawing/2014/main" xmlns="" id="{9E3FC47C-66FD-4642-B05D-915ED761E520}"/>
              </a:ext>
            </a:extLst>
          </p:cNvPr>
          <p:cNvSpPr>
            <a:spLocks noGrp="1"/>
          </p:cNvSpPr>
          <p:nvPr/>
        </p:nvSpPr>
        <p:spPr>
          <a:xfrm>
            <a:off x="6381750" y="20669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</a:t>
            </a:r>
          </a:p>
        </p:txBody>
      </p:sp>
      <p:sp>
        <p:nvSpPr>
          <p:cNvPr id="14" name="vision-desc-0">
            <a:extLst>
              <a:ext uri="{FF2B5EF4-FFF2-40B4-BE49-F238E27FC236}">
                <a16:creationId xmlns:a16="http://schemas.microsoft.com/office/drawing/2014/main" xmlns="" id="{CE33A7AA-6B3B-485F-8D83-94E1D6FEF8D9}"/>
              </a:ext>
            </a:extLst>
          </p:cNvPr>
          <p:cNvSpPr>
            <a:spLocks noGrp="1"/>
          </p:cNvSpPr>
          <p:nvPr/>
        </p:nvSpPr>
        <p:spPr>
          <a:xfrm>
            <a:off x="6381750" y="24384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Recognized in the community</a:t>
            </a:r>
          </a:p>
        </p:txBody>
      </p:sp>
      <p:sp>
        <p:nvSpPr>
          <p:cNvPr id="15" name="vision-node-1">
            <a:extLst>
              <a:ext uri="{FF2B5EF4-FFF2-40B4-BE49-F238E27FC236}">
                <a16:creationId xmlns:a16="http://schemas.microsoft.com/office/drawing/2014/main" xmlns="" id="{2B7B2790-F5D1-4375-BF3D-AD9224E131D1}"/>
              </a:ext>
            </a:extLst>
          </p:cNvPr>
          <p:cNvSpPr>
            <a:spLocks noGrp="1"/>
          </p:cNvSpPr>
          <p:nvPr/>
        </p:nvSpPr>
        <p:spPr>
          <a:xfrm>
            <a:off x="4610100" y="3057525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16" name="vision-num-1">
            <a:extLst>
              <a:ext uri="{FF2B5EF4-FFF2-40B4-BE49-F238E27FC236}">
                <a16:creationId xmlns:a16="http://schemas.microsoft.com/office/drawing/2014/main" xmlns="" id="{F455FB69-34A4-4B2D-ABD7-B814BBFF4641}"/>
              </a:ext>
            </a:extLst>
          </p:cNvPr>
          <p:cNvSpPr>
            <a:spLocks noGrp="1"/>
          </p:cNvSpPr>
          <p:nvPr/>
        </p:nvSpPr>
        <p:spPr>
          <a:xfrm>
            <a:off x="5257800" y="286702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3a8495ad2b994635"/>
              </a:ext>
            </a:extLst>
          </a:blip>
          <a:stretch/>
        </p:blipFill>
        <p:spPr>
          <a:xfrm>
            <a:off x="5838825" y="2914650"/>
            <a:ext cx="304800" cy="304800"/>
          </a:xfrm>
          <a:prstGeom prst="rect">
            <a:avLst/>
          </a:prstGeom>
        </p:spPr>
      </p:pic>
      <p:sp>
        <p:nvSpPr>
          <p:cNvPr id="18" name="vision-label-1">
            <a:extLst>
              <a:ext uri="{FF2B5EF4-FFF2-40B4-BE49-F238E27FC236}">
                <a16:creationId xmlns:a16="http://schemas.microsoft.com/office/drawing/2014/main" xmlns="" id="{0EB28262-4E78-47B5-91CD-46FD1D943E2A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Profile</a:t>
            </a:r>
          </a:p>
        </p:txBody>
      </p:sp>
      <p:sp>
        <p:nvSpPr>
          <p:cNvPr id="19" name="vision-desc-1">
            <a:extLst>
              <a:ext uri="{FF2B5EF4-FFF2-40B4-BE49-F238E27FC236}">
                <a16:creationId xmlns:a16="http://schemas.microsoft.com/office/drawing/2014/main" xmlns="" id="{758D2F9E-3D82-4B5C-AD05-2B43AF81E0C8}"/>
              </a:ext>
            </a:extLst>
          </p:cNvPr>
          <p:cNvSpPr>
            <a:spLocks noGrp="1"/>
          </p:cNvSpPr>
          <p:nvPr/>
        </p:nvSpPr>
        <p:spPr>
          <a:xfrm>
            <a:off x="6381750" y="32289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Always-current member record</a:t>
            </a:r>
          </a:p>
        </p:txBody>
      </p:sp>
      <p:sp>
        <p:nvSpPr>
          <p:cNvPr id="20" name="vision-node-2">
            <a:extLst>
              <a:ext uri="{FF2B5EF4-FFF2-40B4-BE49-F238E27FC236}">
                <a16:creationId xmlns:a16="http://schemas.microsoft.com/office/drawing/2014/main" xmlns="" id="{6C4A65B8-E6AD-44C4-9F2F-BEBADF98B853}"/>
              </a:ext>
            </a:extLst>
          </p:cNvPr>
          <p:cNvSpPr>
            <a:spLocks noGrp="1"/>
          </p:cNvSpPr>
          <p:nvPr/>
        </p:nvSpPr>
        <p:spPr>
          <a:xfrm>
            <a:off x="4610100" y="3848100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21" name="vision-num-2">
            <a:extLst>
              <a:ext uri="{FF2B5EF4-FFF2-40B4-BE49-F238E27FC236}">
                <a16:creationId xmlns:a16="http://schemas.microsoft.com/office/drawing/2014/main" xmlns="" id="{B785D281-C154-40DA-A468-AA5BBB50E7F3}"/>
              </a:ext>
            </a:extLst>
          </p:cNvPr>
          <p:cNvSpPr>
            <a:spLocks noGrp="1"/>
          </p:cNvSpPr>
          <p:nvPr/>
        </p:nvSpPr>
        <p:spPr>
          <a:xfrm>
            <a:off x="5257800" y="36576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6b7a51629dde4f13"/>
              </a:ext>
            </a:extLst>
          </a:blip>
          <a:stretch/>
        </p:blipFill>
        <p:spPr>
          <a:xfrm>
            <a:off x="5838825" y="3705225"/>
            <a:ext cx="304800" cy="304800"/>
          </a:xfrm>
          <a:prstGeom prst="rect">
            <a:avLst/>
          </a:prstGeom>
        </p:spPr>
      </p:pic>
      <p:sp>
        <p:nvSpPr>
          <p:cNvPr id="23" name="vision-label-2">
            <a:extLst>
              <a:ext uri="{FF2B5EF4-FFF2-40B4-BE49-F238E27FC236}">
                <a16:creationId xmlns:a16="http://schemas.microsoft.com/office/drawing/2014/main" xmlns="" id="{53B33804-4A5F-4F9F-9C7E-E3C377FF4EAC}"/>
              </a:ext>
            </a:extLst>
          </p:cNvPr>
          <p:cNvSpPr>
            <a:spLocks noGrp="1"/>
          </p:cNvSpPr>
          <p:nvPr/>
        </p:nvSpPr>
        <p:spPr>
          <a:xfrm>
            <a:off x="6381750" y="364807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Digital Identity</a:t>
            </a:r>
          </a:p>
        </p:txBody>
      </p:sp>
      <p:sp>
        <p:nvSpPr>
          <p:cNvPr id="24" name="vision-desc-2">
            <a:extLst>
              <a:ext uri="{FF2B5EF4-FFF2-40B4-BE49-F238E27FC236}">
                <a16:creationId xmlns:a16="http://schemas.microsoft.com/office/drawing/2014/main" xmlns="" id="{F04DB357-1CD1-4745-8DFA-B517FB750868}"/>
              </a:ext>
            </a:extLst>
          </p:cNvPr>
          <p:cNvSpPr>
            <a:spLocks noGrp="1"/>
          </p:cNvSpPr>
          <p:nvPr/>
        </p:nvSpPr>
        <p:spPr>
          <a:xfrm>
            <a:off x="6381750" y="40195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Trusted credentials and access</a:t>
            </a:r>
          </a:p>
        </p:txBody>
      </p:sp>
      <p:sp>
        <p:nvSpPr>
          <p:cNvPr id="25" name="vision-node-3">
            <a:extLst>
              <a:ext uri="{FF2B5EF4-FFF2-40B4-BE49-F238E27FC236}">
                <a16:creationId xmlns:a16="http://schemas.microsoft.com/office/drawing/2014/main" xmlns="" id="{6286A025-8CD7-4E51-89E4-2BC30B445647}"/>
              </a:ext>
            </a:extLst>
          </p:cNvPr>
          <p:cNvSpPr>
            <a:spLocks noGrp="1"/>
          </p:cNvSpPr>
          <p:nvPr/>
        </p:nvSpPr>
        <p:spPr>
          <a:xfrm>
            <a:off x="4610100" y="4638675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26" name="vision-num-3">
            <a:extLst>
              <a:ext uri="{FF2B5EF4-FFF2-40B4-BE49-F238E27FC236}">
                <a16:creationId xmlns:a16="http://schemas.microsoft.com/office/drawing/2014/main" xmlns="" id="{81CDE806-C7CE-46D9-89B6-5101B5A47CCF}"/>
              </a:ext>
            </a:extLst>
          </p:cNvPr>
          <p:cNvSpPr>
            <a:spLocks noGrp="1"/>
          </p:cNvSpPr>
          <p:nvPr/>
        </p:nvSpPr>
        <p:spPr>
          <a:xfrm>
            <a:off x="5257800" y="44481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d5ca2d6e90e04bc9"/>
              </a:ext>
            </a:extLst>
          </a:blip>
          <a:stretch/>
        </p:blipFill>
        <p:spPr>
          <a:xfrm>
            <a:off x="5838825" y="4495800"/>
            <a:ext cx="304800" cy="304800"/>
          </a:xfrm>
          <a:prstGeom prst="rect">
            <a:avLst/>
          </a:prstGeom>
        </p:spPr>
      </p:pic>
      <p:sp>
        <p:nvSpPr>
          <p:cNvPr id="28" name="vision-label-3">
            <a:extLst>
              <a:ext uri="{FF2B5EF4-FFF2-40B4-BE49-F238E27FC236}">
                <a16:creationId xmlns:a16="http://schemas.microsoft.com/office/drawing/2014/main" xmlns="" id="{A9DFABAD-F897-4B52-94D2-A4A685847E4D}"/>
              </a:ext>
            </a:extLst>
          </p:cNvPr>
          <p:cNvSpPr>
            <a:spLocks noGrp="1"/>
          </p:cNvSpPr>
          <p:nvPr/>
        </p:nvSpPr>
        <p:spPr>
          <a:xfrm>
            <a:off x="6381750" y="44386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Centralized Database</a:t>
            </a:r>
          </a:p>
        </p:txBody>
      </p:sp>
      <p:sp>
        <p:nvSpPr>
          <p:cNvPr id="29" name="vision-desc-3">
            <a:extLst>
              <a:ext uri="{FF2B5EF4-FFF2-40B4-BE49-F238E27FC236}">
                <a16:creationId xmlns:a16="http://schemas.microsoft.com/office/drawing/2014/main" xmlns="" id="{479C1886-B8E6-4EE7-B8BA-AC490EF0FF2F}"/>
              </a:ext>
            </a:extLst>
          </p:cNvPr>
          <p:cNvSpPr>
            <a:spLocks noGrp="1"/>
          </p:cNvSpPr>
          <p:nvPr/>
        </p:nvSpPr>
        <p:spPr>
          <a:xfrm>
            <a:off x="6381750" y="481012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 shared source of truth</a:t>
            </a:r>
          </a:p>
        </p:txBody>
      </p:sp>
      <p:sp>
        <p:nvSpPr>
          <p:cNvPr id="30" name="vision-node-4">
            <a:extLst>
              <a:ext uri="{FF2B5EF4-FFF2-40B4-BE49-F238E27FC236}">
                <a16:creationId xmlns:a16="http://schemas.microsoft.com/office/drawing/2014/main" xmlns="" id="{49964A63-6A46-43CB-8FBD-F9BFEF4CCFD2}"/>
              </a:ext>
            </a:extLst>
          </p:cNvPr>
          <p:cNvSpPr>
            <a:spLocks noGrp="1"/>
          </p:cNvSpPr>
          <p:nvPr/>
        </p:nvSpPr>
        <p:spPr>
          <a:xfrm>
            <a:off x="4610100" y="5429250"/>
            <a:ext cx="361950" cy="361950"/>
          </a:xfrm>
          <a:prstGeom prst="ellipse">
            <a:avLst/>
          </a:prstGeom>
          <a:solidFill>
            <a:srgbClr val="C6A15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31" name="vision-num-4">
            <a:extLst>
              <a:ext uri="{FF2B5EF4-FFF2-40B4-BE49-F238E27FC236}">
                <a16:creationId xmlns:a16="http://schemas.microsoft.com/office/drawing/2014/main" xmlns="" id="{9D78F1C8-35B9-405A-853C-40A1B8AD0D91}"/>
              </a:ext>
            </a:extLst>
          </p:cNvPr>
          <p:cNvSpPr>
            <a:spLocks noGrp="1"/>
          </p:cNvSpPr>
          <p:nvPr/>
        </p:nvSpPr>
        <p:spPr>
          <a:xfrm>
            <a:off x="5257800" y="5238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ff935c07d664269"/>
              </a:ext>
            </a:extLst>
          </a:blip>
          <a:stretch/>
        </p:blipFill>
        <p:spPr>
          <a:xfrm>
            <a:off x="5838825" y="5286375"/>
            <a:ext cx="304800" cy="304800"/>
          </a:xfrm>
          <a:prstGeom prst="rect">
            <a:avLst/>
          </a:prstGeom>
        </p:spPr>
      </p:pic>
      <p:sp>
        <p:nvSpPr>
          <p:cNvPr id="33" name="vision-label-4">
            <a:extLst>
              <a:ext uri="{FF2B5EF4-FFF2-40B4-BE49-F238E27FC236}">
                <a16:creationId xmlns:a16="http://schemas.microsoft.com/office/drawing/2014/main" xmlns="" id="{3DB0D937-0E94-47CC-BF03-95D3CDC58396}"/>
              </a:ext>
            </a:extLst>
          </p:cNvPr>
          <p:cNvSpPr>
            <a:spLocks noGrp="1"/>
          </p:cNvSpPr>
          <p:nvPr/>
        </p:nvSpPr>
        <p:spPr>
          <a:xfrm>
            <a:off x="6381750" y="52292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  <p:sp>
        <p:nvSpPr>
          <p:cNvPr id="34" name="vision-desc-4">
            <a:extLst>
              <a:ext uri="{FF2B5EF4-FFF2-40B4-BE49-F238E27FC236}">
                <a16:creationId xmlns:a16="http://schemas.microsoft.com/office/drawing/2014/main" xmlns="" id="{7B3D0C2A-6688-46B5-A3DA-67E783450C1B}"/>
              </a:ext>
            </a:extLst>
          </p:cNvPr>
          <p:cNvSpPr>
            <a:spLocks noGrp="1"/>
          </p:cNvSpPr>
          <p:nvPr/>
        </p:nvSpPr>
        <p:spPr>
          <a:xfrm>
            <a:off x="6381750" y="5600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People, services and opportunity</a:t>
            </a:r>
          </a:p>
        </p:txBody>
      </p:sp>
      <p:sp>
        <p:nvSpPr>
          <p:cNvPr id="35" name="footer-rule-3">
            <a:extLst>
              <a:ext uri="{FF2B5EF4-FFF2-40B4-BE49-F238E27FC236}">
                <a16:creationId xmlns:a16="http://schemas.microsoft.com/office/drawing/2014/main" xmlns="" id="{3AE12AAB-F7F6-4C3B-B2E1-AE90AB7E065F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36" name="footer-label-3">
            <a:extLst>
              <a:ext uri="{FF2B5EF4-FFF2-40B4-BE49-F238E27FC236}">
                <a16:creationId xmlns:a16="http://schemas.microsoft.com/office/drawing/2014/main" xmlns="" id="{4F35A833-3463-4F70-B6C6-AA2E6CC13F8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7" name="footer-page-3">
            <a:extLst>
              <a:ext uri="{FF2B5EF4-FFF2-40B4-BE49-F238E27FC236}">
                <a16:creationId xmlns:a16="http://schemas.microsoft.com/office/drawing/2014/main" xmlns="" id="{50930C28-C14D-47D8-8224-2B4C8E289329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8429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3" grpId="0"/>
      <p:bldP spid="14" grpId="0"/>
      <p:bldP spid="18" grpId="0"/>
      <p:bldP spid="19" grpId="0"/>
      <p:bldP spid="23" grpId="0"/>
      <p:bldP spid="24" grpId="0"/>
      <p:bldP spid="28" grpId="0"/>
      <p:bldP spid="29" grpId="0"/>
      <p:bldP spid="33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rand-gold-square">
            <a:extLst>
              <a:ext uri="{FF2B5EF4-FFF2-40B4-BE49-F238E27FC236}">
                <a16:creationId xmlns:a16="http://schemas.microsoft.com/office/drawing/2014/main" xmlns="" id="{8F126ADB-482A-4BE5-8729-5968329388F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0256F93D-33C4-44D5-B1D5-DCC68CE42A20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5C163EF7-32E2-4170-95D4-15FFDC9D8AE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Ten completed modules form one operating layer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F1D27715-5B56-4101-81A0-713590B818D6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 experience, trusted verification, organizational management and shared data.</a:t>
            </a:r>
          </a:p>
        </p:txBody>
      </p:sp>
      <p:sp>
        <p:nvSpPr>
          <p:cNvPr id="5" name="modules-stat-band">
            <a:extLst>
              <a:ext uri="{FF2B5EF4-FFF2-40B4-BE49-F238E27FC236}">
                <a16:creationId xmlns:a16="http://schemas.microsoft.com/office/drawing/2014/main" xmlns="" id="{8368B94F-31EA-4B8F-AB74-3AAEC9EC5FED}"/>
              </a:ext>
            </a:extLst>
          </p:cNvPr>
          <p:cNvSpPr>
            <a:spLocks noGrp="1"/>
          </p:cNvSpPr>
          <p:nvPr/>
        </p:nvSpPr>
        <p:spPr>
          <a:xfrm>
            <a:off x="0" y="1914525"/>
            <a:ext cx="3143250" cy="4105275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modules-big-number">
            <a:extLst>
              <a:ext uri="{FF2B5EF4-FFF2-40B4-BE49-F238E27FC236}">
                <a16:creationId xmlns:a16="http://schemas.microsoft.com/office/drawing/2014/main" xmlns="" id="{37196B9A-53F2-4E69-B6E6-873A46CF55ED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20955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modules-stat-title">
            <a:extLst>
              <a:ext uri="{FF2B5EF4-FFF2-40B4-BE49-F238E27FC236}">
                <a16:creationId xmlns:a16="http://schemas.microsoft.com/office/drawing/2014/main" xmlns="" id="{4E46A899-0B52-4244-A8F6-167B69D772DF}"/>
              </a:ext>
            </a:extLst>
          </p:cNvPr>
          <p:cNvSpPr>
            <a:spLocks noGrp="1"/>
          </p:cNvSpPr>
          <p:nvPr/>
        </p:nvSpPr>
        <p:spPr>
          <a:xfrm>
            <a:off x="666750" y="3533775"/>
            <a:ext cx="200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COMPLETED</a:t>
            </a:r>
          </a:p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MODULES</a:t>
            </a:r>
          </a:p>
        </p:txBody>
      </p:sp>
      <p:sp>
        <p:nvSpPr>
          <p:cNvPr id="8" name="modules-stat-rule">
            <a:extLst>
              <a:ext uri="{FF2B5EF4-FFF2-40B4-BE49-F238E27FC236}">
                <a16:creationId xmlns:a16="http://schemas.microsoft.com/office/drawing/2014/main" xmlns="" id="{22CB8723-5B18-4537-BF29-734E22BEBCDF}"/>
              </a:ext>
            </a:extLst>
          </p:cNvPr>
          <p:cNvSpPr>
            <a:spLocks noGrp="1"/>
          </p:cNvSpPr>
          <p:nvPr/>
        </p:nvSpPr>
        <p:spPr>
          <a:xfrm>
            <a:off x="1047750" y="4524375"/>
            <a:ext cx="104775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9" name="modules-stat-copy">
            <a:extLst>
              <a:ext uri="{FF2B5EF4-FFF2-40B4-BE49-F238E27FC236}">
                <a16:creationId xmlns:a16="http://schemas.microsoft.com/office/drawing/2014/main" xmlns="" id="{6C356090-56AB-48FB-A198-231BCF611D3E}"/>
              </a:ext>
            </a:extLst>
          </p:cNvPr>
          <p:cNvSpPr>
            <a:spLocks noGrp="1"/>
          </p:cNvSpPr>
          <p:nvPr/>
        </p:nvSpPr>
        <p:spPr>
          <a:xfrm>
            <a:off x="628650" y="4819650"/>
            <a:ext cx="209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Designed to work together as one digital ecosystem.</a:t>
            </a:r>
          </a:p>
        </p:txBody>
      </p:sp>
      <p:sp>
        <p:nvSpPr>
          <p:cNvPr id="10" name="modules-left-header">
            <a:extLst>
              <a:ext uri="{FF2B5EF4-FFF2-40B4-BE49-F238E27FC236}">
                <a16:creationId xmlns:a16="http://schemas.microsoft.com/office/drawing/2014/main" xmlns="" id="{629E2187-E109-48CE-87E7-62710A491C9E}"/>
              </a:ext>
            </a:extLst>
          </p:cNvPr>
          <p:cNvSpPr>
            <a:spLocks noGrp="1"/>
          </p:cNvSpPr>
          <p:nvPr/>
        </p:nvSpPr>
        <p:spPr>
          <a:xfrm>
            <a:off x="3638550" y="20764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CONNECTED EXPERIENCE</a:t>
            </a:r>
          </a:p>
        </p:txBody>
      </p:sp>
      <p:sp>
        <p:nvSpPr>
          <p:cNvPr id="11" name="modules-right-header">
            <a:extLst>
              <a:ext uri="{FF2B5EF4-FFF2-40B4-BE49-F238E27FC236}">
                <a16:creationId xmlns:a16="http://schemas.microsoft.com/office/drawing/2014/main" xmlns="" id="{AA2FF9FD-5F3A-4BB9-BEC7-ED26F3EE97C3}"/>
              </a:ext>
            </a:extLst>
          </p:cNvPr>
          <p:cNvSpPr>
            <a:spLocks noGrp="1"/>
          </p:cNvSpPr>
          <p:nvPr/>
        </p:nvSpPr>
        <p:spPr>
          <a:xfrm>
            <a:off x="7600950" y="20764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TRUSTED OPERATIONS</a:t>
            </a:r>
          </a:p>
        </p:txBody>
      </p:sp>
      <p:sp>
        <p:nvSpPr>
          <p:cNvPr id="12" name="modules-divider">
            <a:extLst>
              <a:ext uri="{FF2B5EF4-FFF2-40B4-BE49-F238E27FC236}">
                <a16:creationId xmlns:a16="http://schemas.microsoft.com/office/drawing/2014/main" xmlns="" id="{12A87731-ACF9-4810-94FD-5E8D1BC53C84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0" cy="337185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13" name="module-left-0-disc">
            <a:extLst>
              <a:ext uri="{FF2B5EF4-FFF2-40B4-BE49-F238E27FC236}">
                <a16:creationId xmlns:a16="http://schemas.microsoft.com/office/drawing/2014/main" xmlns="" id="{7147DD51-C3C9-41CE-874D-A6EC0519852B}"/>
              </a:ext>
            </a:extLst>
          </p:cNvPr>
          <p:cNvSpPr>
            <a:spLocks noGrp="1"/>
          </p:cNvSpPr>
          <p:nvPr/>
        </p:nvSpPr>
        <p:spPr>
          <a:xfrm>
            <a:off x="3638550" y="24574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83baabcf3be149ad"/>
              </a:ext>
            </a:extLst>
          </a:blip>
          <a:stretch/>
        </p:blipFill>
        <p:spPr>
          <a:xfrm>
            <a:off x="3738563" y="2557463"/>
            <a:ext cx="200025" cy="200025"/>
          </a:xfrm>
          <a:prstGeom prst="rect">
            <a:avLst/>
          </a:prstGeom>
        </p:spPr>
      </p:pic>
      <p:sp>
        <p:nvSpPr>
          <p:cNvPr id="15" name="module-left-0-label">
            <a:extLst>
              <a:ext uri="{FF2B5EF4-FFF2-40B4-BE49-F238E27FC236}">
                <a16:creationId xmlns:a16="http://schemas.microsoft.com/office/drawing/2014/main" xmlns="" id="{CF30F90C-D4E4-4C9D-9317-C542EC645903}"/>
              </a:ext>
            </a:extLst>
          </p:cNvPr>
          <p:cNvSpPr>
            <a:spLocks noGrp="1"/>
          </p:cNvSpPr>
          <p:nvPr/>
        </p:nvSpPr>
        <p:spPr>
          <a:xfrm>
            <a:off x="4191000" y="24479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Membership Portal</a:t>
            </a:r>
          </a:p>
        </p:txBody>
      </p:sp>
      <p:sp>
        <p:nvSpPr>
          <p:cNvPr id="16" name="module-left-1-disc">
            <a:extLst>
              <a:ext uri="{FF2B5EF4-FFF2-40B4-BE49-F238E27FC236}">
                <a16:creationId xmlns:a16="http://schemas.microsoft.com/office/drawing/2014/main" xmlns="" id="{5D137BDE-0439-4B60-91E6-3B7C4BCCBEE4}"/>
              </a:ext>
            </a:extLst>
          </p:cNvPr>
          <p:cNvSpPr>
            <a:spLocks noGrp="1"/>
          </p:cNvSpPr>
          <p:nvPr/>
        </p:nvSpPr>
        <p:spPr>
          <a:xfrm>
            <a:off x="3638550" y="31051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1c032385abe74194"/>
              </a:ext>
            </a:extLst>
          </a:blip>
          <a:stretch/>
        </p:blipFill>
        <p:spPr>
          <a:xfrm>
            <a:off x="3738563" y="3205163"/>
            <a:ext cx="200025" cy="200025"/>
          </a:xfrm>
          <a:prstGeom prst="rect">
            <a:avLst/>
          </a:prstGeom>
        </p:spPr>
      </p:pic>
      <p:sp>
        <p:nvSpPr>
          <p:cNvPr id="18" name="module-left-1-label">
            <a:extLst>
              <a:ext uri="{FF2B5EF4-FFF2-40B4-BE49-F238E27FC236}">
                <a16:creationId xmlns:a16="http://schemas.microsoft.com/office/drawing/2014/main" xmlns="" id="{31256E28-42AC-4FCB-B1FF-361298BA2201}"/>
              </a:ext>
            </a:extLst>
          </p:cNvPr>
          <p:cNvSpPr>
            <a:spLocks noGrp="1"/>
          </p:cNvSpPr>
          <p:nvPr/>
        </p:nvSpPr>
        <p:spPr>
          <a:xfrm>
            <a:off x="4191000" y="30956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Membership Card</a:t>
            </a:r>
          </a:p>
        </p:txBody>
      </p:sp>
      <p:sp>
        <p:nvSpPr>
          <p:cNvPr id="19" name="module-left-2-disc">
            <a:extLst>
              <a:ext uri="{FF2B5EF4-FFF2-40B4-BE49-F238E27FC236}">
                <a16:creationId xmlns:a16="http://schemas.microsoft.com/office/drawing/2014/main" xmlns="" id="{B6409F8A-51BC-4D4C-8CEE-442F61EBCC86}"/>
              </a:ext>
            </a:extLst>
          </p:cNvPr>
          <p:cNvSpPr>
            <a:spLocks noGrp="1"/>
          </p:cNvSpPr>
          <p:nvPr/>
        </p:nvSpPr>
        <p:spPr>
          <a:xfrm>
            <a:off x="3638550" y="37528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652279f0bf8439a"/>
              </a:ext>
            </a:extLst>
          </a:blip>
          <a:stretch/>
        </p:blipFill>
        <p:spPr>
          <a:xfrm>
            <a:off x="3738563" y="3852863"/>
            <a:ext cx="200025" cy="200025"/>
          </a:xfrm>
          <a:prstGeom prst="rect">
            <a:avLst/>
          </a:prstGeom>
        </p:spPr>
      </p:pic>
      <p:sp>
        <p:nvSpPr>
          <p:cNvPr id="21" name="module-left-2-label">
            <a:extLst>
              <a:ext uri="{FF2B5EF4-FFF2-40B4-BE49-F238E27FC236}">
                <a16:creationId xmlns:a16="http://schemas.microsoft.com/office/drawing/2014/main" xmlns="" id="{F085164F-CEB7-443E-A659-8F964CC87CFA}"/>
              </a:ext>
            </a:extLst>
          </p:cNvPr>
          <p:cNvSpPr>
            <a:spLocks noGrp="1"/>
          </p:cNvSpPr>
          <p:nvPr/>
        </p:nvSpPr>
        <p:spPr>
          <a:xfrm>
            <a:off x="4191000" y="37433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Verification</a:t>
            </a:r>
          </a:p>
        </p:txBody>
      </p:sp>
      <p:sp>
        <p:nvSpPr>
          <p:cNvPr id="22" name="module-left-3-disc">
            <a:extLst>
              <a:ext uri="{FF2B5EF4-FFF2-40B4-BE49-F238E27FC236}">
                <a16:creationId xmlns:a16="http://schemas.microsoft.com/office/drawing/2014/main" xmlns="" id="{97838C93-B892-4D09-BDEA-844AF75AE0DE}"/>
              </a:ext>
            </a:extLst>
          </p:cNvPr>
          <p:cNvSpPr>
            <a:spLocks noGrp="1"/>
          </p:cNvSpPr>
          <p:nvPr/>
        </p:nvSpPr>
        <p:spPr>
          <a:xfrm>
            <a:off x="3638550" y="44005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274f4f908054459"/>
              </a:ext>
            </a:extLst>
          </a:blip>
          <a:stretch/>
        </p:blipFill>
        <p:spPr>
          <a:xfrm>
            <a:off x="3738563" y="4500563"/>
            <a:ext cx="200025" cy="200025"/>
          </a:xfrm>
          <a:prstGeom prst="rect">
            <a:avLst/>
          </a:prstGeom>
        </p:spPr>
      </p:pic>
      <p:sp>
        <p:nvSpPr>
          <p:cNvPr id="24" name="module-left-3-label">
            <a:extLst>
              <a:ext uri="{FF2B5EF4-FFF2-40B4-BE49-F238E27FC236}">
                <a16:creationId xmlns:a16="http://schemas.microsoft.com/office/drawing/2014/main" xmlns="" id="{17AF1288-5A43-4615-BD05-26E049D834E4}"/>
              </a:ext>
            </a:extLst>
          </p:cNvPr>
          <p:cNvSpPr>
            <a:spLocks noGrp="1"/>
          </p:cNvSpPr>
          <p:nvPr/>
        </p:nvSpPr>
        <p:spPr>
          <a:xfrm>
            <a:off x="4191000" y="43910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Verification</a:t>
            </a:r>
          </a:p>
        </p:txBody>
      </p:sp>
      <p:sp>
        <p:nvSpPr>
          <p:cNvPr id="25" name="module-left-4-disc">
            <a:extLst>
              <a:ext uri="{FF2B5EF4-FFF2-40B4-BE49-F238E27FC236}">
                <a16:creationId xmlns:a16="http://schemas.microsoft.com/office/drawing/2014/main" xmlns="" id="{56670BD0-4D84-42CA-BAB8-E685EF80E697}"/>
              </a:ext>
            </a:extLst>
          </p:cNvPr>
          <p:cNvSpPr>
            <a:spLocks noGrp="1"/>
          </p:cNvSpPr>
          <p:nvPr/>
        </p:nvSpPr>
        <p:spPr>
          <a:xfrm>
            <a:off x="3638550" y="50482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19e335ff9e674f7b"/>
              </a:ext>
            </a:extLst>
          </a:blip>
          <a:stretch/>
        </p:blipFill>
        <p:spPr>
          <a:xfrm>
            <a:off x="3738563" y="5148263"/>
            <a:ext cx="200025" cy="200025"/>
          </a:xfrm>
          <a:prstGeom prst="rect">
            <a:avLst/>
          </a:prstGeom>
        </p:spPr>
      </p:pic>
      <p:sp>
        <p:nvSpPr>
          <p:cNvPr id="27" name="module-left-4-label">
            <a:extLst>
              <a:ext uri="{FF2B5EF4-FFF2-40B4-BE49-F238E27FC236}">
                <a16:creationId xmlns:a16="http://schemas.microsoft.com/office/drawing/2014/main" xmlns="" id="{5263C5F8-9F14-49AA-B3B5-BCCEBC6C7264}"/>
              </a:ext>
            </a:extLst>
          </p:cNvPr>
          <p:cNvSpPr>
            <a:spLocks noGrp="1"/>
          </p:cNvSpPr>
          <p:nvPr/>
        </p:nvSpPr>
        <p:spPr>
          <a:xfrm>
            <a:off x="4191000" y="5038725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8" name="module-right-0-disc">
            <a:extLst>
              <a:ext uri="{FF2B5EF4-FFF2-40B4-BE49-F238E27FC236}">
                <a16:creationId xmlns:a16="http://schemas.microsoft.com/office/drawing/2014/main" xmlns="" id="{74855E45-B3D0-4560-BF50-146323EEBF92}"/>
              </a:ext>
            </a:extLst>
          </p:cNvPr>
          <p:cNvSpPr>
            <a:spLocks noGrp="1"/>
          </p:cNvSpPr>
          <p:nvPr/>
        </p:nvSpPr>
        <p:spPr>
          <a:xfrm>
            <a:off x="7600950" y="24574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81b08569cad349bb"/>
              </a:ext>
            </a:extLst>
          </a:blip>
          <a:stretch/>
        </p:blipFill>
        <p:spPr>
          <a:xfrm>
            <a:off x="7700963" y="2557463"/>
            <a:ext cx="200025" cy="200025"/>
          </a:xfrm>
          <a:prstGeom prst="rect">
            <a:avLst/>
          </a:prstGeom>
        </p:spPr>
      </p:pic>
      <p:sp>
        <p:nvSpPr>
          <p:cNvPr id="30" name="module-right-0-label">
            <a:extLst>
              <a:ext uri="{FF2B5EF4-FFF2-40B4-BE49-F238E27FC236}">
                <a16:creationId xmlns:a16="http://schemas.microsoft.com/office/drawing/2014/main" xmlns="" id="{BB06EE52-9E41-4D0C-BB5E-B9F13841C763}"/>
              </a:ext>
            </a:extLst>
          </p:cNvPr>
          <p:cNvSpPr>
            <a:spLocks noGrp="1"/>
          </p:cNvSpPr>
          <p:nvPr/>
        </p:nvSpPr>
        <p:spPr>
          <a:xfrm>
            <a:off x="8153400" y="24479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31" name="module-right-1-disc">
            <a:extLst>
              <a:ext uri="{FF2B5EF4-FFF2-40B4-BE49-F238E27FC236}">
                <a16:creationId xmlns:a16="http://schemas.microsoft.com/office/drawing/2014/main" xmlns="" id="{37CDBD4D-58C4-428C-8234-5D7B0C5901B7}"/>
              </a:ext>
            </a:extLst>
          </p:cNvPr>
          <p:cNvSpPr>
            <a:spLocks noGrp="1"/>
          </p:cNvSpPr>
          <p:nvPr/>
        </p:nvSpPr>
        <p:spPr>
          <a:xfrm>
            <a:off x="7600950" y="31051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1a3e48dd8b641b1"/>
              </a:ext>
            </a:extLst>
          </a:blip>
          <a:stretch/>
        </p:blipFill>
        <p:spPr>
          <a:xfrm>
            <a:off x="7700963" y="3205163"/>
            <a:ext cx="200025" cy="200025"/>
          </a:xfrm>
          <a:prstGeom prst="rect">
            <a:avLst/>
          </a:prstGeom>
        </p:spPr>
      </p:pic>
      <p:sp>
        <p:nvSpPr>
          <p:cNvPr id="33" name="module-right-1-label">
            <a:extLst>
              <a:ext uri="{FF2B5EF4-FFF2-40B4-BE49-F238E27FC236}">
                <a16:creationId xmlns:a16="http://schemas.microsoft.com/office/drawing/2014/main" xmlns="" id="{F8BAEE1E-77CC-43DA-9FA6-925E26560E12}"/>
              </a:ext>
            </a:extLst>
          </p:cNvPr>
          <p:cNvSpPr>
            <a:spLocks noGrp="1"/>
          </p:cNvSpPr>
          <p:nvPr/>
        </p:nvSpPr>
        <p:spPr>
          <a:xfrm>
            <a:off x="8153400" y="30956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Management System</a:t>
            </a:r>
          </a:p>
        </p:txBody>
      </p:sp>
      <p:sp>
        <p:nvSpPr>
          <p:cNvPr id="34" name="module-right-2-disc">
            <a:extLst>
              <a:ext uri="{FF2B5EF4-FFF2-40B4-BE49-F238E27FC236}">
                <a16:creationId xmlns:a16="http://schemas.microsoft.com/office/drawing/2014/main" xmlns="" id="{CE42E330-A0A7-45BE-9D90-330AA1B3141D}"/>
              </a:ext>
            </a:extLst>
          </p:cNvPr>
          <p:cNvSpPr>
            <a:spLocks noGrp="1"/>
          </p:cNvSpPr>
          <p:nvPr/>
        </p:nvSpPr>
        <p:spPr>
          <a:xfrm>
            <a:off x="7600950" y="37528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f874dff390444882"/>
              </a:ext>
            </a:extLst>
          </a:blip>
          <a:stretch/>
        </p:blipFill>
        <p:spPr>
          <a:xfrm>
            <a:off x="7700963" y="3852863"/>
            <a:ext cx="200025" cy="200025"/>
          </a:xfrm>
          <a:prstGeom prst="rect">
            <a:avLst/>
          </a:prstGeom>
        </p:spPr>
      </p:pic>
      <p:sp>
        <p:nvSpPr>
          <p:cNvPr id="36" name="module-right-2-label">
            <a:extLst>
              <a:ext uri="{FF2B5EF4-FFF2-40B4-BE49-F238E27FC236}">
                <a16:creationId xmlns:a16="http://schemas.microsoft.com/office/drawing/2014/main" xmlns="" id="{F9B5AD8E-99A0-483B-AB26-F12B4AB45929}"/>
              </a:ext>
            </a:extLst>
          </p:cNvPr>
          <p:cNvSpPr>
            <a:spLocks noGrp="1"/>
          </p:cNvSpPr>
          <p:nvPr/>
        </p:nvSpPr>
        <p:spPr>
          <a:xfrm>
            <a:off x="8153400" y="37433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CEC Portal</a:t>
            </a:r>
          </a:p>
        </p:txBody>
      </p:sp>
      <p:sp>
        <p:nvSpPr>
          <p:cNvPr id="37" name="module-right-3-disc">
            <a:extLst>
              <a:ext uri="{FF2B5EF4-FFF2-40B4-BE49-F238E27FC236}">
                <a16:creationId xmlns:a16="http://schemas.microsoft.com/office/drawing/2014/main" xmlns="" id="{559FE144-935D-4D53-892A-43789D814CA0}"/>
              </a:ext>
            </a:extLst>
          </p:cNvPr>
          <p:cNvSpPr>
            <a:spLocks noGrp="1"/>
          </p:cNvSpPr>
          <p:nvPr/>
        </p:nvSpPr>
        <p:spPr>
          <a:xfrm>
            <a:off x="7600950" y="44005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f6da167e2b4499f"/>
              </a:ext>
            </a:extLst>
          </a:blip>
          <a:stretch/>
        </p:blipFill>
        <p:spPr>
          <a:xfrm>
            <a:off x="7700963" y="4500563"/>
            <a:ext cx="200025" cy="200025"/>
          </a:xfrm>
          <a:prstGeom prst="rect">
            <a:avLst/>
          </a:prstGeom>
        </p:spPr>
      </p:pic>
      <p:sp>
        <p:nvSpPr>
          <p:cNvPr id="39" name="module-right-3-label">
            <a:extLst>
              <a:ext uri="{FF2B5EF4-FFF2-40B4-BE49-F238E27FC236}">
                <a16:creationId xmlns:a16="http://schemas.microsoft.com/office/drawing/2014/main" xmlns="" id="{B6B08A66-A168-48F6-AED5-AF65912CD5AF}"/>
              </a:ext>
            </a:extLst>
          </p:cNvPr>
          <p:cNvSpPr>
            <a:spLocks noGrp="1"/>
          </p:cNvSpPr>
          <p:nvPr/>
        </p:nvSpPr>
        <p:spPr>
          <a:xfrm>
            <a:off x="8153400" y="43910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Advisory Council Portal</a:t>
            </a:r>
          </a:p>
        </p:txBody>
      </p:sp>
      <p:sp>
        <p:nvSpPr>
          <p:cNvPr id="40" name="module-right-4-disc">
            <a:extLst>
              <a:ext uri="{FF2B5EF4-FFF2-40B4-BE49-F238E27FC236}">
                <a16:creationId xmlns:a16="http://schemas.microsoft.com/office/drawing/2014/main" xmlns="" id="{D5318B6F-7829-4835-AEEE-84DF97CF5A36}"/>
              </a:ext>
            </a:extLst>
          </p:cNvPr>
          <p:cNvSpPr>
            <a:spLocks noGrp="1"/>
          </p:cNvSpPr>
          <p:nvPr/>
        </p:nvSpPr>
        <p:spPr>
          <a:xfrm>
            <a:off x="7600950" y="5048250"/>
            <a:ext cx="400050" cy="40005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dbaecc374e11417a"/>
              </a:ext>
            </a:extLst>
          </a:blip>
          <a:stretch/>
        </p:blipFill>
        <p:spPr>
          <a:xfrm>
            <a:off x="7700963" y="5148263"/>
            <a:ext cx="200025" cy="200025"/>
          </a:xfrm>
          <a:prstGeom prst="rect">
            <a:avLst/>
          </a:prstGeom>
        </p:spPr>
      </p:pic>
      <p:sp>
        <p:nvSpPr>
          <p:cNvPr id="42" name="module-right-4-label">
            <a:extLst>
              <a:ext uri="{FF2B5EF4-FFF2-40B4-BE49-F238E27FC236}">
                <a16:creationId xmlns:a16="http://schemas.microsoft.com/office/drawing/2014/main" xmlns="" id="{DDDD141D-9E96-4C73-930D-0C661A630A85}"/>
              </a:ext>
            </a:extLst>
          </p:cNvPr>
          <p:cNvSpPr>
            <a:spLocks noGrp="1"/>
          </p:cNvSpPr>
          <p:nvPr/>
        </p:nvSpPr>
        <p:spPr>
          <a:xfrm>
            <a:off x="8153400" y="5038725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Community Database</a:t>
            </a:r>
          </a:p>
        </p:txBody>
      </p:sp>
      <p:sp>
        <p:nvSpPr>
          <p:cNvPr id="43" name="footer-rule-4">
            <a:extLst>
              <a:ext uri="{FF2B5EF4-FFF2-40B4-BE49-F238E27FC236}">
                <a16:creationId xmlns:a16="http://schemas.microsoft.com/office/drawing/2014/main" xmlns="" id="{CDDE5AC9-EB6B-47A1-8167-AF4DA70D1A36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4" name="footer-label-4">
            <a:extLst>
              <a:ext uri="{FF2B5EF4-FFF2-40B4-BE49-F238E27FC236}">
                <a16:creationId xmlns:a16="http://schemas.microsoft.com/office/drawing/2014/main" xmlns="" id="{C6D730AF-6DBD-444C-9E6C-692F90397AF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4">
            <a:extLst>
              <a:ext uri="{FF2B5EF4-FFF2-40B4-BE49-F238E27FC236}">
                <a16:creationId xmlns:a16="http://schemas.microsoft.com/office/drawing/2014/main" xmlns="" id="{A6462B2C-DCD4-4E44-BF11-5B61682DF4C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6750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2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8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6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4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2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8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6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34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5" grpId="0"/>
      <p:bldP spid="18" grpId="0"/>
      <p:bldP spid="21" grpId="0"/>
      <p:bldP spid="24" grpId="0"/>
      <p:bldP spid="27" grpId="0"/>
      <p:bldP spid="30" grpId="0"/>
      <p:bldP spid="33" grpId="0"/>
      <p:bldP spid="36" grpId="0"/>
      <p:bldP spid="39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rand-gold-square">
            <a:extLst>
              <a:ext uri="{FF2B5EF4-FFF2-40B4-BE49-F238E27FC236}">
                <a16:creationId xmlns:a16="http://schemas.microsoft.com/office/drawing/2014/main" xmlns="" id="{28820752-A4AE-401C-9461-3C95C96CBF7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22390436-CBDC-41EA-9212-4A4DBDC6B7C0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B95C3017-25F8-40C1-B1FF-FBCD829CA7B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Membership becomes one clear digital journey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EF7AFB23-A9BC-4A60-BB04-7725A2F78848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visible path from first registration to full access.</a:t>
            </a:r>
          </a:p>
        </p:txBody>
      </p:sp>
      <p:sp>
        <p:nvSpPr>
          <p:cNvPr id="5" name="journey-track">
            <a:extLst>
              <a:ext uri="{FF2B5EF4-FFF2-40B4-BE49-F238E27FC236}">
                <a16:creationId xmlns:a16="http://schemas.microsoft.com/office/drawing/2014/main" xmlns="" id="{DAF9F925-AECB-4188-B9E3-1B8AA0FCA5CB}"/>
              </a:ext>
            </a:extLst>
          </p:cNvPr>
          <p:cNvSpPr>
            <a:spLocks noGrp="1"/>
          </p:cNvSpPr>
          <p:nvPr/>
        </p:nvSpPr>
        <p:spPr>
          <a:xfrm>
            <a:off x="1066800" y="3476625"/>
            <a:ext cx="100584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6" name="journey-arrow-0">
            <a:extLst>
              <a:ext uri="{FF2B5EF4-FFF2-40B4-BE49-F238E27FC236}">
                <a16:creationId xmlns:a16="http://schemas.microsoft.com/office/drawing/2014/main" xmlns="" id="{106ACEC2-EE86-4F5E-8D5E-B6A33CAF28F6}"/>
              </a:ext>
            </a:extLst>
          </p:cNvPr>
          <p:cNvSpPr>
            <a:spLocks noGrp="1"/>
          </p:cNvSpPr>
          <p:nvPr/>
        </p:nvSpPr>
        <p:spPr>
          <a:xfrm>
            <a:off x="24003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7" name="journey-arrow-1">
            <a:extLst>
              <a:ext uri="{FF2B5EF4-FFF2-40B4-BE49-F238E27FC236}">
                <a16:creationId xmlns:a16="http://schemas.microsoft.com/office/drawing/2014/main" xmlns="" id="{671079CA-9C8D-476E-BB0B-E2CB81872181}"/>
              </a:ext>
            </a:extLst>
          </p:cNvPr>
          <p:cNvSpPr>
            <a:spLocks noGrp="1"/>
          </p:cNvSpPr>
          <p:nvPr/>
        </p:nvSpPr>
        <p:spPr>
          <a:xfrm>
            <a:off x="428625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8" name="journey-arrow-2">
            <a:extLst>
              <a:ext uri="{FF2B5EF4-FFF2-40B4-BE49-F238E27FC236}">
                <a16:creationId xmlns:a16="http://schemas.microsoft.com/office/drawing/2014/main" xmlns="" id="{856BFF18-8154-4450-8328-D847FE634518}"/>
              </a:ext>
            </a:extLst>
          </p:cNvPr>
          <p:cNvSpPr>
            <a:spLocks noGrp="1"/>
          </p:cNvSpPr>
          <p:nvPr/>
        </p:nvSpPr>
        <p:spPr>
          <a:xfrm>
            <a:off x="61722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9" name="journey-arrow-3">
            <a:extLst>
              <a:ext uri="{FF2B5EF4-FFF2-40B4-BE49-F238E27FC236}">
                <a16:creationId xmlns:a16="http://schemas.microsoft.com/office/drawing/2014/main" xmlns="" id="{C8EA3993-CA35-4201-989B-A00567523705}"/>
              </a:ext>
            </a:extLst>
          </p:cNvPr>
          <p:cNvSpPr>
            <a:spLocks noGrp="1"/>
          </p:cNvSpPr>
          <p:nvPr/>
        </p:nvSpPr>
        <p:spPr>
          <a:xfrm>
            <a:off x="805815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0" name="journey-arrow-4">
            <a:extLst>
              <a:ext uri="{FF2B5EF4-FFF2-40B4-BE49-F238E27FC236}">
                <a16:creationId xmlns:a16="http://schemas.microsoft.com/office/drawing/2014/main" xmlns="" id="{B6357386-DC3C-45D7-B0AB-DA856E415A2F}"/>
              </a:ext>
            </a:extLst>
          </p:cNvPr>
          <p:cNvSpPr>
            <a:spLocks noGrp="1"/>
          </p:cNvSpPr>
          <p:nvPr/>
        </p:nvSpPr>
        <p:spPr>
          <a:xfrm>
            <a:off x="99441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1" name="journey-step-0">
            <a:extLst>
              <a:ext uri="{FF2B5EF4-FFF2-40B4-BE49-F238E27FC236}">
                <a16:creationId xmlns:a16="http://schemas.microsoft.com/office/drawing/2014/main" xmlns="" id="{5E13B43A-DC81-4ECD-8F09-F1D615F6974D}"/>
              </a:ext>
            </a:extLst>
          </p:cNvPr>
          <p:cNvSpPr>
            <a:spLocks noGrp="1"/>
          </p:cNvSpPr>
          <p:nvPr/>
        </p:nvSpPr>
        <p:spPr>
          <a:xfrm>
            <a:off x="9525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journey-node-0">
            <a:extLst>
              <a:ext uri="{FF2B5EF4-FFF2-40B4-BE49-F238E27FC236}">
                <a16:creationId xmlns:a16="http://schemas.microsoft.com/office/drawing/2014/main" xmlns="" id="{99B343C1-6925-44E3-AF81-1A9438BFD149}"/>
              </a:ext>
            </a:extLst>
          </p:cNvPr>
          <p:cNvSpPr>
            <a:spLocks noGrp="1"/>
          </p:cNvSpPr>
          <p:nvPr/>
        </p:nvSpPr>
        <p:spPr>
          <a:xfrm>
            <a:off x="9810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d242c80c692246e1"/>
              </a:ext>
            </a:extLst>
          </a:blip>
          <a:stretch/>
        </p:blipFill>
        <p:spPr>
          <a:xfrm>
            <a:off x="1190625" y="3238500"/>
            <a:ext cx="257175" cy="257175"/>
          </a:xfrm>
          <a:prstGeom prst="rect">
            <a:avLst/>
          </a:prstGeom>
        </p:spPr>
      </p:pic>
      <p:sp>
        <p:nvSpPr>
          <p:cNvPr id="14" name="journey-label-0">
            <a:extLst>
              <a:ext uri="{FF2B5EF4-FFF2-40B4-BE49-F238E27FC236}">
                <a16:creationId xmlns:a16="http://schemas.microsoft.com/office/drawing/2014/main" xmlns="" id="{98826281-14C9-4DD0-877F-6219A6A5C943}"/>
              </a:ext>
            </a:extLst>
          </p:cNvPr>
          <p:cNvSpPr>
            <a:spLocks noGrp="1"/>
          </p:cNvSpPr>
          <p:nvPr/>
        </p:nvSpPr>
        <p:spPr>
          <a:xfrm>
            <a:off x="5524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Registration</a:t>
            </a:r>
          </a:p>
        </p:txBody>
      </p:sp>
      <p:sp>
        <p:nvSpPr>
          <p:cNvPr id="15" name="journey-desc-0">
            <a:extLst>
              <a:ext uri="{FF2B5EF4-FFF2-40B4-BE49-F238E27FC236}">
                <a16:creationId xmlns:a16="http://schemas.microsoft.com/office/drawing/2014/main" xmlns="" id="{75F63811-E4D8-4813-ACC3-B9AA45FBB776}"/>
              </a:ext>
            </a:extLst>
          </p:cNvPr>
          <p:cNvSpPr>
            <a:spLocks noGrp="1"/>
          </p:cNvSpPr>
          <p:nvPr/>
        </p:nvSpPr>
        <p:spPr>
          <a:xfrm>
            <a:off x="5524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16" name="journey-step-1">
            <a:extLst>
              <a:ext uri="{FF2B5EF4-FFF2-40B4-BE49-F238E27FC236}">
                <a16:creationId xmlns:a16="http://schemas.microsoft.com/office/drawing/2014/main" xmlns="" id="{B3C8832C-4AAC-49F3-BB43-5804E6681A8F}"/>
              </a:ext>
            </a:extLst>
          </p:cNvPr>
          <p:cNvSpPr>
            <a:spLocks noGrp="1"/>
          </p:cNvSpPr>
          <p:nvPr/>
        </p:nvSpPr>
        <p:spPr>
          <a:xfrm>
            <a:off x="28384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journey-node-1">
            <a:extLst>
              <a:ext uri="{FF2B5EF4-FFF2-40B4-BE49-F238E27FC236}">
                <a16:creationId xmlns:a16="http://schemas.microsoft.com/office/drawing/2014/main" xmlns="" id="{33A41C42-5D58-44B6-B2E2-5683F9757D6C}"/>
              </a:ext>
            </a:extLst>
          </p:cNvPr>
          <p:cNvSpPr>
            <a:spLocks noGrp="1"/>
          </p:cNvSpPr>
          <p:nvPr/>
        </p:nvSpPr>
        <p:spPr>
          <a:xfrm>
            <a:off x="286702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8a01b756b8144fc"/>
              </a:ext>
            </a:extLst>
          </a:blip>
          <a:stretch/>
        </p:blipFill>
        <p:spPr>
          <a:xfrm>
            <a:off x="3076575" y="3238500"/>
            <a:ext cx="257175" cy="257175"/>
          </a:xfrm>
          <a:prstGeom prst="rect">
            <a:avLst/>
          </a:prstGeom>
        </p:spPr>
      </p:pic>
      <p:sp>
        <p:nvSpPr>
          <p:cNvPr id="19" name="journey-label-1">
            <a:extLst>
              <a:ext uri="{FF2B5EF4-FFF2-40B4-BE49-F238E27FC236}">
                <a16:creationId xmlns:a16="http://schemas.microsoft.com/office/drawing/2014/main" xmlns="" id="{FB2CFBFE-9A53-4127-BCB5-09A70D02791B}"/>
              </a:ext>
            </a:extLst>
          </p:cNvPr>
          <p:cNvSpPr>
            <a:spLocks noGrp="1"/>
          </p:cNvSpPr>
          <p:nvPr/>
        </p:nvSpPr>
        <p:spPr>
          <a:xfrm>
            <a:off x="24384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Completion</a:t>
            </a:r>
          </a:p>
        </p:txBody>
      </p:sp>
      <p:sp>
        <p:nvSpPr>
          <p:cNvPr id="20" name="journey-desc-1">
            <a:extLst>
              <a:ext uri="{FF2B5EF4-FFF2-40B4-BE49-F238E27FC236}">
                <a16:creationId xmlns:a16="http://schemas.microsoft.com/office/drawing/2014/main" xmlns="" id="{CA206963-1078-4929-BDD5-839E7854E424}"/>
              </a:ext>
            </a:extLst>
          </p:cNvPr>
          <p:cNvSpPr>
            <a:spLocks noGrp="1"/>
          </p:cNvSpPr>
          <p:nvPr/>
        </p:nvSpPr>
        <p:spPr>
          <a:xfrm>
            <a:off x="24384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Complete details</a:t>
            </a:r>
          </a:p>
        </p:txBody>
      </p:sp>
      <p:sp>
        <p:nvSpPr>
          <p:cNvPr id="21" name="journey-step-2">
            <a:extLst>
              <a:ext uri="{FF2B5EF4-FFF2-40B4-BE49-F238E27FC236}">
                <a16:creationId xmlns:a16="http://schemas.microsoft.com/office/drawing/2014/main" xmlns="" id="{9CC563EE-29B6-466A-A549-0B1D04F75F2F}"/>
              </a:ext>
            </a:extLst>
          </p:cNvPr>
          <p:cNvSpPr>
            <a:spLocks noGrp="1"/>
          </p:cNvSpPr>
          <p:nvPr/>
        </p:nvSpPr>
        <p:spPr>
          <a:xfrm>
            <a:off x="47244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journey-node-2">
            <a:extLst>
              <a:ext uri="{FF2B5EF4-FFF2-40B4-BE49-F238E27FC236}">
                <a16:creationId xmlns:a16="http://schemas.microsoft.com/office/drawing/2014/main" xmlns="" id="{EDECE672-52F2-444F-9762-BA0DC9842F9E}"/>
              </a:ext>
            </a:extLst>
          </p:cNvPr>
          <p:cNvSpPr>
            <a:spLocks noGrp="1"/>
          </p:cNvSpPr>
          <p:nvPr/>
        </p:nvSpPr>
        <p:spPr>
          <a:xfrm>
            <a:off x="47529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a24ce5cd4b3a409e"/>
              </a:ext>
            </a:extLst>
          </a:blip>
          <a:stretch/>
        </p:blipFill>
        <p:spPr>
          <a:xfrm>
            <a:off x="4962525" y="3238500"/>
            <a:ext cx="257175" cy="257175"/>
          </a:xfrm>
          <a:prstGeom prst="rect">
            <a:avLst/>
          </a:prstGeom>
        </p:spPr>
      </p:pic>
      <p:sp>
        <p:nvSpPr>
          <p:cNvPr id="24" name="journey-label-2">
            <a:extLst>
              <a:ext uri="{FF2B5EF4-FFF2-40B4-BE49-F238E27FC236}">
                <a16:creationId xmlns:a16="http://schemas.microsoft.com/office/drawing/2014/main" xmlns="" id="{3A3EC8C2-A705-41DF-9440-05954C271E69}"/>
              </a:ext>
            </a:extLst>
          </p:cNvPr>
          <p:cNvSpPr>
            <a:spLocks noGrp="1"/>
          </p:cNvSpPr>
          <p:nvPr/>
        </p:nvSpPr>
        <p:spPr>
          <a:xfrm>
            <a:off x="43243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Admin Review</a:t>
            </a:r>
          </a:p>
        </p:txBody>
      </p:sp>
      <p:sp>
        <p:nvSpPr>
          <p:cNvPr id="25" name="journey-desc-2">
            <a:extLst>
              <a:ext uri="{FF2B5EF4-FFF2-40B4-BE49-F238E27FC236}">
                <a16:creationId xmlns:a16="http://schemas.microsoft.com/office/drawing/2014/main" xmlns="" id="{596E9C03-66C0-440A-B097-859D3951DE54}"/>
              </a:ext>
            </a:extLst>
          </p:cNvPr>
          <p:cNvSpPr>
            <a:spLocks noGrp="1"/>
          </p:cNvSpPr>
          <p:nvPr/>
        </p:nvSpPr>
        <p:spPr>
          <a:xfrm>
            <a:off x="43243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Records checked</a:t>
            </a:r>
          </a:p>
        </p:txBody>
      </p:sp>
      <p:sp>
        <p:nvSpPr>
          <p:cNvPr id="26" name="journey-step-3">
            <a:extLst>
              <a:ext uri="{FF2B5EF4-FFF2-40B4-BE49-F238E27FC236}">
                <a16:creationId xmlns:a16="http://schemas.microsoft.com/office/drawing/2014/main" xmlns="" id="{ADF1859A-7CD7-4929-974A-7211DAA1A521}"/>
              </a:ext>
            </a:extLst>
          </p:cNvPr>
          <p:cNvSpPr>
            <a:spLocks noGrp="1"/>
          </p:cNvSpPr>
          <p:nvPr/>
        </p:nvSpPr>
        <p:spPr>
          <a:xfrm>
            <a:off x="66103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journey-node-3">
            <a:extLst>
              <a:ext uri="{FF2B5EF4-FFF2-40B4-BE49-F238E27FC236}">
                <a16:creationId xmlns:a16="http://schemas.microsoft.com/office/drawing/2014/main" xmlns="" id="{C90A606E-0A39-4E8C-BC0F-8DCD509EE48D}"/>
              </a:ext>
            </a:extLst>
          </p:cNvPr>
          <p:cNvSpPr>
            <a:spLocks noGrp="1"/>
          </p:cNvSpPr>
          <p:nvPr/>
        </p:nvSpPr>
        <p:spPr>
          <a:xfrm>
            <a:off x="663892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335553bb52fb4f91"/>
              </a:ext>
            </a:extLst>
          </a:blip>
          <a:stretch/>
        </p:blipFill>
        <p:spPr>
          <a:xfrm>
            <a:off x="6848475" y="3238500"/>
            <a:ext cx="257175" cy="257175"/>
          </a:xfrm>
          <a:prstGeom prst="rect">
            <a:avLst/>
          </a:prstGeom>
        </p:spPr>
      </p:pic>
      <p:sp>
        <p:nvSpPr>
          <p:cNvPr id="29" name="journey-label-3">
            <a:extLst>
              <a:ext uri="{FF2B5EF4-FFF2-40B4-BE49-F238E27FC236}">
                <a16:creationId xmlns:a16="http://schemas.microsoft.com/office/drawing/2014/main" xmlns="" id="{6D157D2C-3661-4080-AF40-F112F452B825}"/>
              </a:ext>
            </a:extLst>
          </p:cNvPr>
          <p:cNvSpPr>
            <a:spLocks noGrp="1"/>
          </p:cNvSpPr>
          <p:nvPr/>
        </p:nvSpPr>
        <p:spPr>
          <a:xfrm>
            <a:off x="62103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Approval</a:t>
            </a:r>
          </a:p>
        </p:txBody>
      </p:sp>
      <p:sp>
        <p:nvSpPr>
          <p:cNvPr id="30" name="journey-desc-3">
            <a:extLst>
              <a:ext uri="{FF2B5EF4-FFF2-40B4-BE49-F238E27FC236}">
                <a16:creationId xmlns:a16="http://schemas.microsoft.com/office/drawing/2014/main" xmlns="" id="{02319F82-0D84-454A-B738-BC3F239D1499}"/>
              </a:ext>
            </a:extLst>
          </p:cNvPr>
          <p:cNvSpPr>
            <a:spLocks noGrp="1"/>
          </p:cNvSpPr>
          <p:nvPr/>
        </p:nvSpPr>
        <p:spPr>
          <a:xfrm>
            <a:off x="62103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Membership confirmed</a:t>
            </a:r>
          </a:p>
        </p:txBody>
      </p:sp>
      <p:sp>
        <p:nvSpPr>
          <p:cNvPr id="31" name="journey-step-4">
            <a:extLst>
              <a:ext uri="{FF2B5EF4-FFF2-40B4-BE49-F238E27FC236}">
                <a16:creationId xmlns:a16="http://schemas.microsoft.com/office/drawing/2014/main" xmlns="" id="{99D90EA5-185C-45EF-A437-D581356F9B86}"/>
              </a:ext>
            </a:extLst>
          </p:cNvPr>
          <p:cNvSpPr>
            <a:spLocks noGrp="1"/>
          </p:cNvSpPr>
          <p:nvPr/>
        </p:nvSpPr>
        <p:spPr>
          <a:xfrm>
            <a:off x="84963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journey-node-4">
            <a:extLst>
              <a:ext uri="{FF2B5EF4-FFF2-40B4-BE49-F238E27FC236}">
                <a16:creationId xmlns:a16="http://schemas.microsoft.com/office/drawing/2014/main" xmlns="" id="{EA28266A-4664-49B1-9F7B-AEB1720306AF}"/>
              </a:ext>
            </a:extLst>
          </p:cNvPr>
          <p:cNvSpPr>
            <a:spLocks noGrp="1"/>
          </p:cNvSpPr>
          <p:nvPr/>
        </p:nvSpPr>
        <p:spPr>
          <a:xfrm>
            <a:off x="85248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7f75523aa6044d3"/>
              </a:ext>
            </a:extLst>
          </a:blip>
          <a:stretch/>
        </p:blipFill>
        <p:spPr>
          <a:xfrm>
            <a:off x="8734425" y="3238500"/>
            <a:ext cx="257175" cy="257175"/>
          </a:xfrm>
          <a:prstGeom prst="rect">
            <a:avLst/>
          </a:prstGeom>
        </p:spPr>
      </p:pic>
      <p:sp>
        <p:nvSpPr>
          <p:cNvPr id="34" name="journey-label-4">
            <a:extLst>
              <a:ext uri="{FF2B5EF4-FFF2-40B4-BE49-F238E27FC236}">
                <a16:creationId xmlns:a16="http://schemas.microsoft.com/office/drawing/2014/main" xmlns="" id="{18F4F546-10BC-4365-B58B-0D98639F3198}"/>
              </a:ext>
            </a:extLst>
          </p:cNvPr>
          <p:cNvSpPr>
            <a:spLocks noGrp="1"/>
          </p:cNvSpPr>
          <p:nvPr/>
        </p:nvSpPr>
        <p:spPr>
          <a:xfrm>
            <a:off x="80962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Card</a:t>
            </a:r>
          </a:p>
        </p:txBody>
      </p:sp>
      <p:sp>
        <p:nvSpPr>
          <p:cNvPr id="35" name="journey-desc-4">
            <a:extLst>
              <a:ext uri="{FF2B5EF4-FFF2-40B4-BE49-F238E27FC236}">
                <a16:creationId xmlns:a16="http://schemas.microsoft.com/office/drawing/2014/main" xmlns="" id="{2F6F940B-F0E0-4006-9EA7-B6F7AA3FCB9A}"/>
              </a:ext>
            </a:extLst>
          </p:cNvPr>
          <p:cNvSpPr>
            <a:spLocks noGrp="1"/>
          </p:cNvSpPr>
          <p:nvPr/>
        </p:nvSpPr>
        <p:spPr>
          <a:xfrm>
            <a:off x="80962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Verified identity</a:t>
            </a:r>
          </a:p>
        </p:txBody>
      </p:sp>
      <p:sp>
        <p:nvSpPr>
          <p:cNvPr id="36" name="journey-step-5">
            <a:extLst>
              <a:ext uri="{FF2B5EF4-FFF2-40B4-BE49-F238E27FC236}">
                <a16:creationId xmlns:a16="http://schemas.microsoft.com/office/drawing/2014/main" xmlns="" id="{7F0C871D-B9BF-4733-9F77-84391BF17CFC}"/>
              </a:ext>
            </a:extLst>
          </p:cNvPr>
          <p:cNvSpPr>
            <a:spLocks noGrp="1"/>
          </p:cNvSpPr>
          <p:nvPr/>
        </p:nvSpPr>
        <p:spPr>
          <a:xfrm>
            <a:off x="103822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7" name="journey-node-5">
            <a:extLst>
              <a:ext uri="{FF2B5EF4-FFF2-40B4-BE49-F238E27FC236}">
                <a16:creationId xmlns:a16="http://schemas.microsoft.com/office/drawing/2014/main" xmlns="" id="{CE280520-C63D-48C0-87BA-974A70EA9307}"/>
              </a:ext>
            </a:extLst>
          </p:cNvPr>
          <p:cNvSpPr>
            <a:spLocks noGrp="1"/>
          </p:cNvSpPr>
          <p:nvPr/>
        </p:nvSpPr>
        <p:spPr>
          <a:xfrm>
            <a:off x="10410825" y="3028950"/>
            <a:ext cx="666750" cy="666750"/>
          </a:xfrm>
          <a:prstGeom prst="ellipse">
            <a:avLst/>
          </a:prstGeom>
          <a:solidFill>
            <a:srgbClr val="0D3B2E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129ef9538dfa4d83"/>
              </a:ext>
            </a:extLst>
          </a:blip>
          <a:stretch/>
        </p:blipFill>
        <p:spPr>
          <a:xfrm>
            <a:off x="10620375" y="3238500"/>
            <a:ext cx="257175" cy="257175"/>
          </a:xfrm>
          <a:prstGeom prst="rect">
            <a:avLst/>
          </a:prstGeom>
        </p:spPr>
      </p:pic>
      <p:sp>
        <p:nvSpPr>
          <p:cNvPr id="39" name="journey-label-5">
            <a:extLst>
              <a:ext uri="{FF2B5EF4-FFF2-40B4-BE49-F238E27FC236}">
                <a16:creationId xmlns:a16="http://schemas.microsoft.com/office/drawing/2014/main" xmlns="" id="{ECF4D2B3-EC3E-4C39-8BB6-1FA3451AF622}"/>
              </a:ext>
            </a:extLst>
          </p:cNvPr>
          <p:cNvSpPr>
            <a:spLocks noGrp="1"/>
          </p:cNvSpPr>
          <p:nvPr/>
        </p:nvSpPr>
        <p:spPr>
          <a:xfrm>
            <a:off x="99822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40" name="journey-desc-5">
            <a:extLst>
              <a:ext uri="{FF2B5EF4-FFF2-40B4-BE49-F238E27FC236}">
                <a16:creationId xmlns:a16="http://schemas.microsoft.com/office/drawing/2014/main" xmlns="" id="{EA0C44BD-BA4D-4C90-B213-0FCE9FCDD78F}"/>
              </a:ext>
            </a:extLst>
          </p:cNvPr>
          <p:cNvSpPr>
            <a:spLocks noGrp="1"/>
          </p:cNvSpPr>
          <p:nvPr/>
        </p:nvSpPr>
        <p:spPr>
          <a:xfrm>
            <a:off x="99822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Services unlocked</a:t>
            </a:r>
          </a:p>
        </p:txBody>
      </p:sp>
      <p:sp>
        <p:nvSpPr>
          <p:cNvPr id="41" name="journey-outcome">
            <a:extLst>
              <a:ext uri="{FF2B5EF4-FFF2-40B4-BE49-F238E27FC236}">
                <a16:creationId xmlns:a16="http://schemas.microsoft.com/office/drawing/2014/main" xmlns="" id="{E7916C3B-91AA-464E-893C-FB79B609346A}"/>
              </a:ext>
            </a:extLst>
          </p:cNvPr>
          <p:cNvSpPr>
            <a:spLocks noGrp="1"/>
          </p:cNvSpPr>
          <p:nvPr/>
        </p:nvSpPr>
        <p:spPr>
          <a:xfrm>
            <a:off x="3333750" y="5286375"/>
            <a:ext cx="5524500" cy="514350"/>
          </a:xfrm>
          <a:prstGeom prst="roundRect">
            <a:avLst>
              <a:gd name="adj" fmla="val 50000"/>
            </a:avLst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42" name="journey-outcome-text">
            <a:extLst>
              <a:ext uri="{FF2B5EF4-FFF2-40B4-BE49-F238E27FC236}">
                <a16:creationId xmlns:a16="http://schemas.microsoft.com/office/drawing/2014/main" xmlns="" id="{CB7DA887-4EDC-47B7-B590-9BFA121EB6A3}"/>
              </a:ext>
            </a:extLst>
          </p:cNvPr>
          <p:cNvSpPr>
            <a:spLocks noGrp="1"/>
          </p:cNvSpPr>
          <p:nvPr/>
        </p:nvSpPr>
        <p:spPr>
          <a:xfrm>
            <a:off x="3619500" y="54102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stage is trackable, reviewable and connected.</a:t>
            </a:r>
          </a:p>
        </p:txBody>
      </p:sp>
      <p:sp>
        <p:nvSpPr>
          <p:cNvPr id="43" name="footer-rule-5">
            <a:extLst>
              <a:ext uri="{FF2B5EF4-FFF2-40B4-BE49-F238E27FC236}">
                <a16:creationId xmlns:a16="http://schemas.microsoft.com/office/drawing/2014/main" xmlns="" id="{8FFF53F2-3A3C-44D0-B194-AB5B2C9495B8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4" name="footer-label-5">
            <a:extLst>
              <a:ext uri="{FF2B5EF4-FFF2-40B4-BE49-F238E27FC236}">
                <a16:creationId xmlns:a16="http://schemas.microsoft.com/office/drawing/2014/main" xmlns="" id="{11CD8523-EAC6-4A8F-B2C9-A7F54450A6F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5">
            <a:extLst>
              <a:ext uri="{FF2B5EF4-FFF2-40B4-BE49-F238E27FC236}">
                <a16:creationId xmlns:a16="http://schemas.microsoft.com/office/drawing/2014/main" xmlns="" id="{D1621DE1-E2A3-41C8-9E45-5B696F75FDF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161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4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8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2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6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4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5" grpId="0"/>
      <p:bldP spid="19" grpId="0"/>
      <p:bldP spid="20" grpId="0"/>
      <p:bldP spid="24" grpId="0"/>
      <p:bldP spid="25" grpId="0"/>
      <p:bldP spid="29" grpId="0"/>
      <p:bldP spid="30" grpId="0"/>
      <p:bldP spid="34" grpId="0"/>
      <p:bldP spid="35" grpId="0"/>
      <p:bldP spid="39" grpId="0"/>
      <p:bldP spid="40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d-gold-square">
            <a:extLst>
              <a:ext uri="{FF2B5EF4-FFF2-40B4-BE49-F238E27FC236}">
                <a16:creationId xmlns:a16="http://schemas.microsoft.com/office/drawing/2014/main" xmlns="" id="{054D8F7B-2AF8-49C7-B137-F7C89D1FA0C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DF5EBEC7-FA86-44E3-A540-23E589D9AE17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2D26B065-2B23-4DCD-9472-9F57FC76A8A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identity is visible—and instantly verifiable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9EED8D2A-72EB-4962-A3B3-3D97421D748A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The actual member card and certificate carry the credentials needed to confirm identity and status.</a:t>
            </a:r>
          </a:p>
        </p:txBody>
      </p:sp>
      <p:sp>
        <p:nvSpPr>
          <p:cNvPr id="5" name="identity-front-label">
            <a:extLst>
              <a:ext uri="{FF2B5EF4-FFF2-40B4-BE49-F238E27FC236}">
                <a16:creationId xmlns:a16="http://schemas.microsoft.com/office/drawing/2014/main" xmlns="" id="{F814DB1E-F606-4D94-B186-6708A0A6D317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211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DIGITAL CARD • FRONT</a:t>
            </a:r>
          </a:p>
        </p:txBody>
      </p:sp>
      <p:sp>
        <p:nvSpPr>
          <p:cNvPr id="6" name="identity-back-label">
            <a:extLst>
              <a:ext uri="{FF2B5EF4-FFF2-40B4-BE49-F238E27FC236}">
                <a16:creationId xmlns:a16="http://schemas.microsoft.com/office/drawing/2014/main" xmlns="" id="{6852329C-B9EC-44CB-A6CD-EDAE4F5B3567}"/>
              </a:ext>
            </a:extLst>
          </p:cNvPr>
          <p:cNvSpPr>
            <a:spLocks noGrp="1"/>
          </p:cNvSpPr>
          <p:nvPr/>
        </p:nvSpPr>
        <p:spPr>
          <a:xfrm>
            <a:off x="3009900" y="1895475"/>
            <a:ext cx="211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QR VERIFICATION • BACK</a:t>
            </a:r>
          </a:p>
        </p:txBody>
      </p:sp>
      <p:sp>
        <p:nvSpPr>
          <p:cNvPr id="7" name="identity-certificate-label">
            <a:extLst>
              <a:ext uri="{FF2B5EF4-FFF2-40B4-BE49-F238E27FC236}">
                <a16:creationId xmlns:a16="http://schemas.microsoft.com/office/drawing/2014/main" xmlns="" id="{BE00E2D8-4CB0-4269-8923-EAFE51400E92}"/>
              </a:ext>
            </a:extLst>
          </p:cNvPr>
          <p:cNvSpPr>
            <a:spLocks noGrp="1"/>
          </p:cNvSpPr>
          <p:nvPr/>
        </p:nvSpPr>
        <p:spPr>
          <a:xfrm>
            <a:off x="6362700" y="1895475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MEMBERSHIP CERTIFICATE • QR + REFERENCE</a:t>
            </a:r>
          </a:p>
        </p:txBody>
      </p:sp>
      <p:sp>
        <p:nvSpPr>
          <p:cNvPr id="8" name="identity-front-shadow">
            <a:extLst>
              <a:ext uri="{FF2B5EF4-FFF2-40B4-BE49-F238E27FC236}">
                <a16:creationId xmlns:a16="http://schemas.microsoft.com/office/drawing/2014/main" xmlns="" id="{93B22463-DDF6-4895-948B-1FE296D1D138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114550" cy="3248025"/>
          </a:xfrm>
          <a:prstGeom prst="roundRect">
            <a:avLst>
              <a:gd name="adj" fmla="val 8108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9" name="identity-back-shadow">
            <a:extLst>
              <a:ext uri="{FF2B5EF4-FFF2-40B4-BE49-F238E27FC236}">
                <a16:creationId xmlns:a16="http://schemas.microsoft.com/office/drawing/2014/main" xmlns="" id="{F47AA627-8AB1-4572-91C7-9116257CA3CA}"/>
              </a:ext>
            </a:extLst>
          </p:cNvPr>
          <p:cNvSpPr>
            <a:spLocks noGrp="1"/>
          </p:cNvSpPr>
          <p:nvPr/>
        </p:nvSpPr>
        <p:spPr>
          <a:xfrm>
            <a:off x="3086100" y="2266950"/>
            <a:ext cx="2114550" cy="3248025"/>
          </a:xfrm>
          <a:prstGeom prst="roundRect">
            <a:avLst>
              <a:gd name="adj" fmla="val 8108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10" name="identity-certificate-shadow">
            <a:extLst>
              <a:ext uri="{FF2B5EF4-FFF2-40B4-BE49-F238E27FC236}">
                <a16:creationId xmlns:a16="http://schemas.microsoft.com/office/drawing/2014/main" xmlns="" id="{F7DFF45F-6C6A-43A8-B790-A8C6A01272E7}"/>
              </a:ext>
            </a:extLst>
          </p:cNvPr>
          <p:cNvSpPr>
            <a:spLocks noGrp="1"/>
          </p:cNvSpPr>
          <p:nvPr/>
        </p:nvSpPr>
        <p:spPr>
          <a:xfrm>
            <a:off x="6457950" y="2266950"/>
            <a:ext cx="5048250" cy="3600450"/>
          </a:xfrm>
          <a:prstGeom prst="roundRect">
            <a:avLst>
              <a:gd name="adj" fmla="val 4233"/>
            </a:avLst>
          </a:prstGeom>
          <a:solidFill>
            <a:srgbClr val="000000">
              <a:alpha val="8627"/>
            </a:srgbClr>
          </a:solidFill>
          <a:ln w="0">
            <a:noFill/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82443"/>
            <a:ext cx="2114550" cy="324558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09900" y="2182443"/>
            <a:ext cx="2114550" cy="324558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2700" y="2182761"/>
            <a:ext cx="5143500" cy="3664052"/>
          </a:xfrm>
          <a:prstGeom prst="rect">
            <a:avLst/>
          </a:prstGeom>
        </p:spPr>
      </p:pic>
      <p:sp>
        <p:nvSpPr>
          <p:cNvPr id="14" name="identity-divider">
            <a:extLst>
              <a:ext uri="{FF2B5EF4-FFF2-40B4-BE49-F238E27FC236}">
                <a16:creationId xmlns:a16="http://schemas.microsoft.com/office/drawing/2014/main" xmlns="" id="{DE01F48C-EF27-4D6F-94E8-BD7D6D495EE8}"/>
              </a:ext>
            </a:extLst>
          </p:cNvPr>
          <p:cNvSpPr>
            <a:spLocks noGrp="1"/>
          </p:cNvSpPr>
          <p:nvPr/>
        </p:nvSpPr>
        <p:spPr>
          <a:xfrm>
            <a:off x="5743575" y="2209800"/>
            <a:ext cx="0" cy="350520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5" name="identity-feature-band">
            <a:extLst>
              <a:ext uri="{FF2B5EF4-FFF2-40B4-BE49-F238E27FC236}">
                <a16:creationId xmlns:a16="http://schemas.microsoft.com/office/drawing/2014/main" xmlns="" id="{CDAF1225-C9DB-4E4B-89ED-DAD1A6019B09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400050"/>
          </a:xfrm>
          <a:prstGeom prst="roundRect">
            <a:avLst>
              <a:gd name="adj" fmla="val 50000"/>
            </a:avLst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16" name="identity-features">
            <a:extLst>
              <a:ext uri="{FF2B5EF4-FFF2-40B4-BE49-F238E27FC236}">
                <a16:creationId xmlns:a16="http://schemas.microsoft.com/office/drawing/2014/main" xmlns="" id="{8DA9032A-2916-4380-89AE-680ED82A2144}"/>
              </a:ext>
            </a:extLst>
          </p:cNvPr>
          <p:cNvSpPr>
            <a:spLocks noGrp="1"/>
          </p:cNvSpPr>
          <p:nvPr/>
        </p:nvSpPr>
        <p:spPr>
          <a:xfrm>
            <a:off x="876300" y="5991225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Unique Membership ID   •   QR-verified Digital Card   •   Certificate Verification   •   Reference Number Verification   •   Secure Member Records</a:t>
            </a:r>
          </a:p>
        </p:txBody>
      </p:sp>
      <p:sp>
        <p:nvSpPr>
          <p:cNvPr id="17" name="footer-rule-6">
            <a:extLst>
              <a:ext uri="{FF2B5EF4-FFF2-40B4-BE49-F238E27FC236}">
                <a16:creationId xmlns:a16="http://schemas.microsoft.com/office/drawing/2014/main" xmlns="" id="{60055FE9-FC80-451C-B36C-71631689BE37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18" name="footer-label-6">
            <a:extLst>
              <a:ext uri="{FF2B5EF4-FFF2-40B4-BE49-F238E27FC236}">
                <a16:creationId xmlns:a16="http://schemas.microsoft.com/office/drawing/2014/main" xmlns="" id="{642B4C41-0A48-4D18-82D2-71CECE6E491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19" name="footer-page-6">
            <a:extLst>
              <a:ext uri="{FF2B5EF4-FFF2-40B4-BE49-F238E27FC236}">
                <a16:creationId xmlns:a16="http://schemas.microsoft.com/office/drawing/2014/main" xmlns="" id="{0E6A83D8-CD40-4CF5-96D0-440CB85D2A3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6925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00"/>
                            </p:stCondLst>
                            <p:childTnLst>
                              <p:par>
                                <p:cTn id="24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rand-gold-square">
            <a:extLst>
              <a:ext uri="{FF2B5EF4-FFF2-40B4-BE49-F238E27FC236}">
                <a16:creationId xmlns:a16="http://schemas.microsoft.com/office/drawing/2014/main" xmlns="" id="{414AAFD1-8497-4408-B508-632FCD69299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80AD5D90-D31E-42F0-AFE7-B341E9A95D0A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C198654A-D7BF-495B-8FF2-2E16C8CAFB9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AI turns member data into guidance and opportunity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7410B1FB-B240-4CA9-8558-EE03366E2B88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Two practical tools extend the value of every completed member profile.</a:t>
            </a:r>
          </a:p>
        </p:txBody>
      </p:sp>
      <p:sp>
        <p:nvSpPr>
          <p:cNvPr id="5" name="ai-left-panel">
            <a:extLst>
              <a:ext uri="{FF2B5EF4-FFF2-40B4-BE49-F238E27FC236}">
                <a16:creationId xmlns:a16="http://schemas.microsoft.com/office/drawing/2014/main" xmlns="" id="{E01ADB5A-D8D6-4653-B33E-F6458ADF53B7}"/>
              </a:ext>
            </a:extLst>
          </p:cNvPr>
          <p:cNvSpPr>
            <a:spLocks noGrp="1"/>
          </p:cNvSpPr>
          <p:nvPr/>
        </p:nvSpPr>
        <p:spPr>
          <a:xfrm>
            <a:off x="0" y="1866900"/>
            <a:ext cx="6096000" cy="419100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ai-left-label">
            <a:extLst>
              <a:ext uri="{FF2B5EF4-FFF2-40B4-BE49-F238E27FC236}">
                <a16:creationId xmlns:a16="http://schemas.microsoft.com/office/drawing/2014/main" xmlns="" id="{FD8DB2D4-4936-4BD1-BFA7-16C4B7946522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7" name="ai-browser-shadow">
            <a:extLst>
              <a:ext uri="{FF2B5EF4-FFF2-40B4-BE49-F238E27FC236}">
                <a16:creationId xmlns:a16="http://schemas.microsoft.com/office/drawing/2014/main" xmlns="" id="{25231684-7578-4A5D-B3D7-3ACD9340625D}"/>
              </a:ext>
            </a:extLst>
          </p:cNvPr>
          <p:cNvSpPr>
            <a:spLocks noGrp="1"/>
          </p:cNvSpPr>
          <p:nvPr/>
        </p:nvSpPr>
        <p:spPr>
          <a:xfrm>
            <a:off x="762000" y="2552700"/>
            <a:ext cx="4533900" cy="2476500"/>
          </a:xfrm>
          <a:prstGeom prst="roundRect">
            <a:avLst>
              <a:gd name="adj" fmla="val 6923"/>
            </a:avLst>
          </a:prstGeom>
          <a:solidFill>
            <a:srgbClr val="000000">
              <a:alpha val="7843"/>
            </a:srgbClr>
          </a:solidFill>
          <a:ln w="0">
            <a:noFill/>
            <a:prstDash val="solid"/>
          </a:ln>
        </p:spPr>
      </p:sp>
      <p:sp>
        <p:nvSpPr>
          <p:cNvPr id="8" name="ai-browser-frame">
            <a:extLst>
              <a:ext uri="{FF2B5EF4-FFF2-40B4-BE49-F238E27FC236}">
                <a16:creationId xmlns:a16="http://schemas.microsoft.com/office/drawing/2014/main" xmlns="" id="{39039B8B-D3C2-4810-8524-C6116D91473A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4533900" cy="247650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sp>
        <p:nvSpPr>
          <p:cNvPr id="9" name="ai-browser-chrome">
            <a:extLst>
              <a:ext uri="{FF2B5EF4-FFF2-40B4-BE49-F238E27FC236}">
                <a16:creationId xmlns:a16="http://schemas.microsoft.com/office/drawing/2014/main" xmlns="" id="{02E40D69-9268-4A9B-B36A-919B09BAFE55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4533900" cy="400050"/>
          </a:xfrm>
          <a:prstGeom prst="roundRect">
            <a:avLst>
              <a:gd name="adj" fmla="val 42857"/>
            </a:avLst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10" name="ai-browser-chrome-cover">
            <a:extLst>
              <a:ext uri="{FF2B5EF4-FFF2-40B4-BE49-F238E27FC236}">
                <a16:creationId xmlns:a16="http://schemas.microsoft.com/office/drawing/2014/main" xmlns="" id="{F0CC70FB-9992-415F-9F80-850C51536EF3}"/>
              </a:ext>
            </a:extLst>
          </p:cNvPr>
          <p:cNvSpPr>
            <a:spLocks noGrp="1"/>
          </p:cNvSpPr>
          <p:nvPr/>
        </p:nvSpPr>
        <p:spPr>
          <a:xfrm>
            <a:off x="685800" y="2695575"/>
            <a:ext cx="4533900" cy="161925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11" name="ai-browser-dot-0">
            <a:extLst>
              <a:ext uri="{FF2B5EF4-FFF2-40B4-BE49-F238E27FC236}">
                <a16:creationId xmlns:a16="http://schemas.microsoft.com/office/drawing/2014/main" xmlns="" id="{AE352C22-0622-4C76-AD0D-599E24CDB2A2}"/>
              </a:ext>
            </a:extLst>
          </p:cNvPr>
          <p:cNvSpPr>
            <a:spLocks noGrp="1"/>
          </p:cNvSpPr>
          <p:nvPr/>
        </p:nvSpPr>
        <p:spPr>
          <a:xfrm>
            <a:off x="857250" y="2609850"/>
            <a:ext cx="66675" cy="6667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2" name="ai-browser-dot-1">
            <a:extLst>
              <a:ext uri="{FF2B5EF4-FFF2-40B4-BE49-F238E27FC236}">
                <a16:creationId xmlns:a16="http://schemas.microsoft.com/office/drawing/2014/main" xmlns="" id="{BBB91825-5B2A-4483-909C-7FD809EF244F}"/>
              </a:ext>
            </a:extLst>
          </p:cNvPr>
          <p:cNvSpPr>
            <a:spLocks noGrp="1"/>
          </p:cNvSpPr>
          <p:nvPr/>
        </p:nvSpPr>
        <p:spPr>
          <a:xfrm>
            <a:off x="1000125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13" name="ai-browser-dot-2">
            <a:extLst>
              <a:ext uri="{FF2B5EF4-FFF2-40B4-BE49-F238E27FC236}">
                <a16:creationId xmlns:a16="http://schemas.microsoft.com/office/drawing/2014/main" xmlns="" id="{763F0657-2FF0-4A26-B117-991FE5F9FB38}"/>
              </a:ext>
            </a:extLst>
          </p:cNvPr>
          <p:cNvSpPr>
            <a:spLocks noGrp="1"/>
          </p:cNvSpPr>
          <p:nvPr/>
        </p:nvSpPr>
        <p:spPr>
          <a:xfrm>
            <a:off x="1143000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14" name="ai-browser-label">
            <a:extLst>
              <a:ext uri="{FF2B5EF4-FFF2-40B4-BE49-F238E27FC236}">
                <a16:creationId xmlns:a16="http://schemas.microsoft.com/office/drawing/2014/main" xmlns="" id="{F1D02130-989E-4C9D-B57A-2F09EF04BB08}"/>
              </a:ext>
            </a:extLst>
          </p:cNvPr>
          <p:cNvSpPr>
            <a:spLocks noGrp="1"/>
          </p:cNvSpPr>
          <p:nvPr/>
        </p:nvSpPr>
        <p:spPr>
          <a:xfrm>
            <a:off x="1409700" y="2533650"/>
            <a:ext cx="3638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AI ASSISTANT</a:t>
            </a:r>
          </a:p>
        </p:txBody>
      </p:sp>
      <p:sp>
        <p:nvSpPr>
          <p:cNvPr id="15" name="ai-avatar">
            <a:extLst>
              <a:ext uri="{FF2B5EF4-FFF2-40B4-BE49-F238E27FC236}">
                <a16:creationId xmlns:a16="http://schemas.microsoft.com/office/drawing/2014/main" xmlns="" id="{92D37BAB-CB47-47F2-97C5-4C5C34A04E49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400050" cy="400050"/>
          </a:xfrm>
          <a:prstGeom prst="ellipse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091960ed2eb4737"/>
              </a:ext>
            </a:extLst>
          </a:blip>
          <a:stretch/>
        </p:blipFill>
        <p:spPr>
          <a:xfrm>
            <a:off x="1047750" y="3200400"/>
            <a:ext cx="209550" cy="209550"/>
          </a:xfrm>
          <a:prstGeom prst="rect">
            <a:avLst/>
          </a:prstGeom>
        </p:spPr>
      </p:pic>
      <p:sp>
        <p:nvSpPr>
          <p:cNvPr id="17" name="ai-bubble-1">
            <a:extLst>
              <a:ext uri="{FF2B5EF4-FFF2-40B4-BE49-F238E27FC236}">
                <a16:creationId xmlns:a16="http://schemas.microsoft.com/office/drawing/2014/main" xmlns="" id="{B888B700-2C1C-4B72-8CFC-0463D2A6998E}"/>
              </a:ext>
            </a:extLst>
          </p:cNvPr>
          <p:cNvSpPr>
            <a:spLocks noGrp="1"/>
          </p:cNvSpPr>
          <p:nvPr/>
        </p:nvSpPr>
        <p:spPr>
          <a:xfrm>
            <a:off x="1504950" y="3067050"/>
            <a:ext cx="3143250" cy="533400"/>
          </a:xfrm>
          <a:prstGeom prst="roundRect">
            <a:avLst>
              <a:gd name="adj" fmla="val 26786"/>
            </a:avLst>
          </a:prstGeom>
          <a:solidFill>
            <a:srgbClr val="F6F4EE"/>
          </a:solidFill>
          <a:ln w="0">
            <a:noFill/>
            <a:prstDash val="solid"/>
          </a:ln>
        </p:spPr>
      </p:sp>
      <p:sp>
        <p:nvSpPr>
          <p:cNvPr id="18" name="ai-bubble-1-text">
            <a:extLst>
              <a:ext uri="{FF2B5EF4-FFF2-40B4-BE49-F238E27FC236}">
                <a16:creationId xmlns:a16="http://schemas.microsoft.com/office/drawing/2014/main" xmlns="" id="{F2C72F23-D107-4D81-833E-C39784CBFE2C}"/>
              </a:ext>
            </a:extLst>
          </p:cNvPr>
          <p:cNvSpPr>
            <a:spLocks noGrp="1"/>
          </p:cNvSpPr>
          <p:nvPr/>
        </p:nvSpPr>
        <p:spPr>
          <a:xfrm>
            <a:off x="1676400" y="3209925"/>
            <a:ext cx="2800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 i="0">
                <a:solidFill>
                  <a:srgbClr val="34423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4423B"/>
                </a:solidFill>
                <a:latin typeface="Aptos"/>
                <a:ea typeface="Aptos"/>
                <a:cs typeface="Aptos"/>
              </a:rPr>
              <a:t>How can I help with your TNR membership?</a:t>
            </a:r>
          </a:p>
        </p:txBody>
      </p:sp>
      <p:sp>
        <p:nvSpPr>
          <p:cNvPr id="19" name="ai-bubble-2">
            <a:extLst>
              <a:ext uri="{FF2B5EF4-FFF2-40B4-BE49-F238E27FC236}">
                <a16:creationId xmlns:a16="http://schemas.microsoft.com/office/drawing/2014/main" xmlns="" id="{1C1A5E10-4D2F-45F4-B242-C50A22CAD886}"/>
              </a:ext>
            </a:extLst>
          </p:cNvPr>
          <p:cNvSpPr>
            <a:spLocks noGrp="1"/>
          </p:cNvSpPr>
          <p:nvPr/>
        </p:nvSpPr>
        <p:spPr>
          <a:xfrm>
            <a:off x="2266950" y="3800475"/>
            <a:ext cx="2381250" cy="457200"/>
          </a:xfrm>
          <a:prstGeom prst="roundRect">
            <a:avLst>
              <a:gd name="adj" fmla="val 31250"/>
            </a:avLst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20" name="ai-bubble-2-text">
            <a:extLst>
              <a:ext uri="{FF2B5EF4-FFF2-40B4-BE49-F238E27FC236}">
                <a16:creationId xmlns:a16="http://schemas.microsoft.com/office/drawing/2014/main" xmlns="" id="{DE673089-8566-4A20-9A98-687004C35082}"/>
              </a:ext>
            </a:extLst>
          </p:cNvPr>
          <p:cNvSpPr>
            <a:spLocks noGrp="1"/>
          </p:cNvSpPr>
          <p:nvPr/>
        </p:nvSpPr>
        <p:spPr>
          <a:xfrm>
            <a:off x="2419350" y="3924300"/>
            <a:ext cx="2076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 me to member services.</a:t>
            </a:r>
          </a:p>
        </p:txBody>
      </p:sp>
      <p:sp>
        <p:nvSpPr>
          <p:cNvPr id="21" name="ai-input">
            <a:extLst>
              <a:ext uri="{FF2B5EF4-FFF2-40B4-BE49-F238E27FC236}">
                <a16:creationId xmlns:a16="http://schemas.microsoft.com/office/drawing/2014/main" xmlns="" id="{4BB63B72-C772-47C4-AB2E-AAFD0429DBFA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3695700" cy="266700"/>
          </a:xfrm>
          <a:prstGeom prst="roundRect">
            <a:avLst>
              <a:gd name="adj" fmla="val 50000"/>
            </a:avLst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22" name="ai-check-1-dot">
            <a:extLst>
              <a:ext uri="{FF2B5EF4-FFF2-40B4-BE49-F238E27FC236}">
                <a16:creationId xmlns:a16="http://schemas.microsoft.com/office/drawing/2014/main" xmlns="" id="{9CCB5680-7432-48F4-B680-D71E5B01A861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304800" cy="3048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13393a06bbda4beb"/>
              </a:ext>
            </a:extLst>
          </a:blip>
          <a:stretch/>
        </p:blipFill>
        <p:spPr>
          <a:xfrm>
            <a:off x="762000" y="5257800"/>
            <a:ext cx="152400" cy="152400"/>
          </a:xfrm>
          <a:prstGeom prst="rect">
            <a:avLst/>
          </a:prstGeom>
        </p:spPr>
      </p:pic>
      <p:sp>
        <p:nvSpPr>
          <p:cNvPr id="24" name="ai-check-1-text">
            <a:extLst>
              <a:ext uri="{FF2B5EF4-FFF2-40B4-BE49-F238E27FC236}">
                <a16:creationId xmlns:a16="http://schemas.microsoft.com/office/drawing/2014/main" xmlns="" id="{19A5DD30-548D-417B-85DB-F469C730E2D5}"/>
              </a:ext>
            </a:extLst>
          </p:cNvPr>
          <p:cNvSpPr>
            <a:spLocks noGrp="1"/>
          </p:cNvSpPr>
          <p:nvPr/>
        </p:nvSpPr>
        <p:spPr>
          <a:xfrm>
            <a:off x="1123950" y="51625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24/7 member guidance</a:t>
            </a:r>
          </a:p>
        </p:txBody>
      </p:sp>
      <p:sp>
        <p:nvSpPr>
          <p:cNvPr id="25" name="ai-check-2-dot">
            <a:extLst>
              <a:ext uri="{FF2B5EF4-FFF2-40B4-BE49-F238E27FC236}">
                <a16:creationId xmlns:a16="http://schemas.microsoft.com/office/drawing/2014/main" xmlns="" id="{58E0A2FA-D74B-4571-8A28-6782E1038A96}"/>
              </a:ext>
            </a:extLst>
          </p:cNvPr>
          <p:cNvSpPr>
            <a:spLocks noGrp="1"/>
          </p:cNvSpPr>
          <p:nvPr/>
        </p:nvSpPr>
        <p:spPr>
          <a:xfrm>
            <a:off x="3238500" y="5181600"/>
            <a:ext cx="304800" cy="3048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eea4df78d6f4353"/>
              </a:ext>
            </a:extLst>
          </a:blip>
          <a:stretch/>
        </p:blipFill>
        <p:spPr>
          <a:xfrm>
            <a:off x="3314700" y="5257800"/>
            <a:ext cx="152400" cy="152400"/>
          </a:xfrm>
          <a:prstGeom prst="rect">
            <a:avLst/>
          </a:prstGeom>
        </p:spPr>
      </p:pic>
      <p:sp>
        <p:nvSpPr>
          <p:cNvPr id="27" name="ai-check-2-text">
            <a:extLst>
              <a:ext uri="{FF2B5EF4-FFF2-40B4-BE49-F238E27FC236}">
                <a16:creationId xmlns:a16="http://schemas.microsoft.com/office/drawing/2014/main" xmlns="" id="{119E7EE1-6276-4BD9-824A-6DA5891467CF}"/>
              </a:ext>
            </a:extLst>
          </p:cNvPr>
          <p:cNvSpPr>
            <a:spLocks noGrp="1"/>
          </p:cNvSpPr>
          <p:nvPr/>
        </p:nvSpPr>
        <p:spPr>
          <a:xfrm>
            <a:off x="3676650" y="5162550"/>
            <a:ext cx="1943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TNR-related information</a:t>
            </a:r>
          </a:p>
        </p:txBody>
      </p:sp>
      <p:sp>
        <p:nvSpPr>
          <p:cNvPr id="28" name="ai-check-3-dot">
            <a:extLst>
              <a:ext uri="{FF2B5EF4-FFF2-40B4-BE49-F238E27FC236}">
                <a16:creationId xmlns:a16="http://schemas.microsoft.com/office/drawing/2014/main" xmlns="" id="{854B583B-E998-408F-8906-88E1B2FAB17B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304800" cy="3048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d39cafd85fe0418a"/>
              </a:ext>
            </a:extLst>
          </a:blip>
          <a:stretch/>
        </p:blipFill>
        <p:spPr>
          <a:xfrm>
            <a:off x="762000" y="5676900"/>
            <a:ext cx="152400" cy="152400"/>
          </a:xfrm>
          <a:prstGeom prst="rect">
            <a:avLst/>
          </a:prstGeom>
        </p:spPr>
      </p:pic>
      <p:sp>
        <p:nvSpPr>
          <p:cNvPr id="30" name="ai-check-3-text">
            <a:extLst>
              <a:ext uri="{FF2B5EF4-FFF2-40B4-BE49-F238E27FC236}">
                <a16:creationId xmlns:a16="http://schemas.microsoft.com/office/drawing/2014/main" xmlns="" id="{F162C49E-5BFC-4840-B628-4F6C14BA1DE5}"/>
              </a:ext>
            </a:extLst>
          </p:cNvPr>
          <p:cNvSpPr>
            <a:spLocks noGrp="1"/>
          </p:cNvSpPr>
          <p:nvPr/>
        </p:nvSpPr>
        <p:spPr>
          <a:xfrm>
            <a:off x="1123950" y="55816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assistance</a:t>
            </a:r>
          </a:p>
        </p:txBody>
      </p:sp>
      <p:sp>
        <p:nvSpPr>
          <p:cNvPr id="31" name="cv-right-label">
            <a:extLst>
              <a:ext uri="{FF2B5EF4-FFF2-40B4-BE49-F238E27FC236}">
                <a16:creationId xmlns:a16="http://schemas.microsoft.com/office/drawing/2014/main" xmlns="" id="{8D2DD3D0-0815-417C-9F5F-25BACC74EA65}"/>
              </a:ext>
            </a:extLst>
          </p:cNvPr>
          <p:cNvSpPr>
            <a:spLocks noGrp="1"/>
          </p:cNvSpPr>
          <p:nvPr/>
        </p:nvSpPr>
        <p:spPr>
          <a:xfrm>
            <a:off x="6743700" y="2076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32" name="cv-browser-shadow">
            <a:extLst>
              <a:ext uri="{FF2B5EF4-FFF2-40B4-BE49-F238E27FC236}">
                <a16:creationId xmlns:a16="http://schemas.microsoft.com/office/drawing/2014/main" xmlns="" id="{020D3BFB-F8DE-4A1A-B513-411E3D47C49A}"/>
              </a:ext>
            </a:extLst>
          </p:cNvPr>
          <p:cNvSpPr>
            <a:spLocks noGrp="1"/>
          </p:cNvSpPr>
          <p:nvPr/>
        </p:nvSpPr>
        <p:spPr>
          <a:xfrm>
            <a:off x="6819900" y="2552700"/>
            <a:ext cx="4762500" cy="2476500"/>
          </a:xfrm>
          <a:prstGeom prst="roundRect">
            <a:avLst>
              <a:gd name="adj" fmla="val 6923"/>
            </a:avLst>
          </a:prstGeom>
          <a:solidFill>
            <a:srgbClr val="000000">
              <a:alpha val="7843"/>
            </a:srgbClr>
          </a:solidFill>
          <a:ln w="0">
            <a:noFill/>
            <a:prstDash val="solid"/>
          </a:ln>
        </p:spPr>
      </p:sp>
      <p:sp>
        <p:nvSpPr>
          <p:cNvPr id="33" name="cv-browser-frame">
            <a:extLst>
              <a:ext uri="{FF2B5EF4-FFF2-40B4-BE49-F238E27FC236}">
                <a16:creationId xmlns:a16="http://schemas.microsoft.com/office/drawing/2014/main" xmlns="" id="{0F6E644A-1AB1-43C2-B80F-B2AE42FD79E4}"/>
              </a:ext>
            </a:extLst>
          </p:cNvPr>
          <p:cNvSpPr>
            <a:spLocks noGrp="1"/>
          </p:cNvSpPr>
          <p:nvPr/>
        </p:nvSpPr>
        <p:spPr>
          <a:xfrm>
            <a:off x="6743700" y="2457450"/>
            <a:ext cx="4762500" cy="247650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sp>
        <p:nvSpPr>
          <p:cNvPr id="34" name="cv-browser-chrome">
            <a:extLst>
              <a:ext uri="{FF2B5EF4-FFF2-40B4-BE49-F238E27FC236}">
                <a16:creationId xmlns:a16="http://schemas.microsoft.com/office/drawing/2014/main" xmlns="" id="{0DAEE596-CD5F-4649-B96F-225F809E32DD}"/>
              </a:ext>
            </a:extLst>
          </p:cNvPr>
          <p:cNvSpPr>
            <a:spLocks noGrp="1"/>
          </p:cNvSpPr>
          <p:nvPr/>
        </p:nvSpPr>
        <p:spPr>
          <a:xfrm>
            <a:off x="6743700" y="2457450"/>
            <a:ext cx="4762500" cy="400050"/>
          </a:xfrm>
          <a:prstGeom prst="roundRect">
            <a:avLst>
              <a:gd name="adj" fmla="val 42857"/>
            </a:avLst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35" name="cv-browser-chrome-cover">
            <a:extLst>
              <a:ext uri="{FF2B5EF4-FFF2-40B4-BE49-F238E27FC236}">
                <a16:creationId xmlns:a16="http://schemas.microsoft.com/office/drawing/2014/main" xmlns="" id="{87F34FF8-A5A4-4B56-B2E1-233F2EAC3B00}"/>
              </a:ext>
            </a:extLst>
          </p:cNvPr>
          <p:cNvSpPr>
            <a:spLocks noGrp="1"/>
          </p:cNvSpPr>
          <p:nvPr/>
        </p:nvSpPr>
        <p:spPr>
          <a:xfrm>
            <a:off x="6743700" y="2695575"/>
            <a:ext cx="4762500" cy="161925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36" name="cv-browser-dot-0">
            <a:extLst>
              <a:ext uri="{FF2B5EF4-FFF2-40B4-BE49-F238E27FC236}">
                <a16:creationId xmlns:a16="http://schemas.microsoft.com/office/drawing/2014/main" xmlns="" id="{4664E881-C07C-4A75-A192-6538BC55D2EC}"/>
              </a:ext>
            </a:extLst>
          </p:cNvPr>
          <p:cNvSpPr>
            <a:spLocks noGrp="1"/>
          </p:cNvSpPr>
          <p:nvPr/>
        </p:nvSpPr>
        <p:spPr>
          <a:xfrm>
            <a:off x="6915150" y="2609850"/>
            <a:ext cx="66675" cy="6667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37" name="cv-browser-dot-1">
            <a:extLst>
              <a:ext uri="{FF2B5EF4-FFF2-40B4-BE49-F238E27FC236}">
                <a16:creationId xmlns:a16="http://schemas.microsoft.com/office/drawing/2014/main" xmlns="" id="{DE96450A-EAF0-4608-9947-634304C8F070}"/>
              </a:ext>
            </a:extLst>
          </p:cNvPr>
          <p:cNvSpPr>
            <a:spLocks noGrp="1"/>
          </p:cNvSpPr>
          <p:nvPr/>
        </p:nvSpPr>
        <p:spPr>
          <a:xfrm>
            <a:off x="7058025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38" name="cv-browser-dot-2">
            <a:extLst>
              <a:ext uri="{FF2B5EF4-FFF2-40B4-BE49-F238E27FC236}">
                <a16:creationId xmlns:a16="http://schemas.microsoft.com/office/drawing/2014/main" xmlns="" id="{4B1A8409-4C00-477C-B18C-32184AFE122E}"/>
              </a:ext>
            </a:extLst>
          </p:cNvPr>
          <p:cNvSpPr>
            <a:spLocks noGrp="1"/>
          </p:cNvSpPr>
          <p:nvPr/>
        </p:nvSpPr>
        <p:spPr>
          <a:xfrm>
            <a:off x="7200900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39" name="cv-browser-label">
            <a:extLst>
              <a:ext uri="{FF2B5EF4-FFF2-40B4-BE49-F238E27FC236}">
                <a16:creationId xmlns:a16="http://schemas.microsoft.com/office/drawing/2014/main" xmlns="" id="{A2B1A9E1-B32C-44C4-A630-D89386FBB2E6}"/>
              </a:ext>
            </a:extLst>
          </p:cNvPr>
          <p:cNvSpPr>
            <a:spLocks noGrp="1"/>
          </p:cNvSpPr>
          <p:nvPr/>
        </p:nvSpPr>
        <p:spPr>
          <a:xfrm>
            <a:off x="7467600" y="2533650"/>
            <a:ext cx="3867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CV BUILDER</a:t>
            </a:r>
          </a:p>
        </p:txBody>
      </p:sp>
      <p:sp>
        <p:nvSpPr>
          <p:cNvPr id="40" name="cv-page">
            <a:extLst>
              <a:ext uri="{FF2B5EF4-FFF2-40B4-BE49-F238E27FC236}">
                <a16:creationId xmlns:a16="http://schemas.microsoft.com/office/drawing/2014/main" xmlns="" id="{89A75863-DED4-4A2A-95AB-7EB9BBD02545}"/>
              </a:ext>
            </a:extLst>
          </p:cNvPr>
          <p:cNvSpPr>
            <a:spLocks noGrp="1"/>
          </p:cNvSpPr>
          <p:nvPr/>
        </p:nvSpPr>
        <p:spPr>
          <a:xfrm>
            <a:off x="7162800" y="2952750"/>
            <a:ext cx="14478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1" name="cv-photo">
            <a:extLst>
              <a:ext uri="{FF2B5EF4-FFF2-40B4-BE49-F238E27FC236}">
                <a16:creationId xmlns:a16="http://schemas.microsoft.com/office/drawing/2014/main" xmlns="" id="{3804F6EA-12FF-40D2-8EB2-8773C789622F}"/>
              </a:ext>
            </a:extLst>
          </p:cNvPr>
          <p:cNvSpPr>
            <a:spLocks noGrp="1"/>
          </p:cNvSpPr>
          <p:nvPr/>
        </p:nvSpPr>
        <p:spPr>
          <a:xfrm>
            <a:off x="7334250" y="3124200"/>
            <a:ext cx="361950" cy="361950"/>
          </a:xfrm>
          <a:prstGeom prst="ellipse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pic>
        <p:nvPicPr>
          <p:cNvPr id="103" name="Picture 1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05638d9269e480c"/>
              </a:ext>
            </a:extLst>
          </a:blip>
          <a:stretch/>
        </p:blipFill>
        <p:spPr>
          <a:xfrm>
            <a:off x="7429500" y="3219450"/>
            <a:ext cx="171450" cy="171450"/>
          </a:xfrm>
          <a:prstGeom prst="rect">
            <a:avLst/>
          </a:prstGeom>
        </p:spPr>
      </p:pic>
      <p:sp>
        <p:nvSpPr>
          <p:cNvPr id="43" name="cv-name-line">
            <a:extLst>
              <a:ext uri="{FF2B5EF4-FFF2-40B4-BE49-F238E27FC236}">
                <a16:creationId xmlns:a16="http://schemas.microsoft.com/office/drawing/2014/main" xmlns="" id="{D5382818-60C2-4B38-887F-24714449FA25}"/>
              </a:ext>
            </a:extLst>
          </p:cNvPr>
          <p:cNvSpPr>
            <a:spLocks noGrp="1"/>
          </p:cNvSpPr>
          <p:nvPr/>
        </p:nvSpPr>
        <p:spPr>
          <a:xfrm>
            <a:off x="7848600" y="3143250"/>
            <a:ext cx="514350" cy="5715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44" name="cv-sub-line">
            <a:extLst>
              <a:ext uri="{FF2B5EF4-FFF2-40B4-BE49-F238E27FC236}">
                <a16:creationId xmlns:a16="http://schemas.microsoft.com/office/drawing/2014/main" xmlns="" id="{16BA5F91-2924-413A-BC5B-4C096BF64609}"/>
              </a:ext>
            </a:extLst>
          </p:cNvPr>
          <p:cNvSpPr>
            <a:spLocks noGrp="1"/>
          </p:cNvSpPr>
          <p:nvPr/>
        </p:nvSpPr>
        <p:spPr>
          <a:xfrm>
            <a:off x="7848600" y="3286125"/>
            <a:ext cx="409575" cy="38100"/>
          </a:xfrm>
          <a:prstGeom prst="rect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45" name="cv-line-0">
            <a:extLst>
              <a:ext uri="{FF2B5EF4-FFF2-40B4-BE49-F238E27FC236}">
                <a16:creationId xmlns:a16="http://schemas.microsoft.com/office/drawing/2014/main" xmlns="" id="{B4BB0EB0-AB49-4044-85BD-70A5DC1ACD9C}"/>
              </a:ext>
            </a:extLst>
          </p:cNvPr>
          <p:cNvSpPr>
            <a:spLocks noGrp="1"/>
          </p:cNvSpPr>
          <p:nvPr/>
        </p:nvSpPr>
        <p:spPr>
          <a:xfrm>
            <a:off x="7334250" y="3676650"/>
            <a:ext cx="1028700" cy="3810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46" name="cv-line-1">
            <a:extLst>
              <a:ext uri="{FF2B5EF4-FFF2-40B4-BE49-F238E27FC236}">
                <a16:creationId xmlns:a16="http://schemas.microsoft.com/office/drawing/2014/main" xmlns="" id="{D506CDE4-84A0-4610-B9B5-DAE7B704AEF6}"/>
              </a:ext>
            </a:extLst>
          </p:cNvPr>
          <p:cNvSpPr>
            <a:spLocks noGrp="1"/>
          </p:cNvSpPr>
          <p:nvPr/>
        </p:nvSpPr>
        <p:spPr>
          <a:xfrm>
            <a:off x="7334250" y="3819525"/>
            <a:ext cx="85725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7" name="cv-line-2">
            <a:extLst>
              <a:ext uri="{FF2B5EF4-FFF2-40B4-BE49-F238E27FC236}">
                <a16:creationId xmlns:a16="http://schemas.microsoft.com/office/drawing/2014/main" xmlns="" id="{B98753E6-0707-442B-B791-549146CAD2A5}"/>
              </a:ext>
            </a:extLst>
          </p:cNvPr>
          <p:cNvSpPr>
            <a:spLocks noGrp="1"/>
          </p:cNvSpPr>
          <p:nvPr/>
        </p:nvSpPr>
        <p:spPr>
          <a:xfrm>
            <a:off x="7334250" y="3962400"/>
            <a:ext cx="102870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8" name="cv-line-3">
            <a:extLst>
              <a:ext uri="{FF2B5EF4-FFF2-40B4-BE49-F238E27FC236}">
                <a16:creationId xmlns:a16="http://schemas.microsoft.com/office/drawing/2014/main" xmlns="" id="{DA5C05FF-2E02-44D5-B90E-BBE10F4BEDE1}"/>
              </a:ext>
            </a:extLst>
          </p:cNvPr>
          <p:cNvSpPr>
            <a:spLocks noGrp="1"/>
          </p:cNvSpPr>
          <p:nvPr/>
        </p:nvSpPr>
        <p:spPr>
          <a:xfrm>
            <a:off x="7334250" y="4105275"/>
            <a:ext cx="85725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9" name="cv-line-4">
            <a:extLst>
              <a:ext uri="{FF2B5EF4-FFF2-40B4-BE49-F238E27FC236}">
                <a16:creationId xmlns:a16="http://schemas.microsoft.com/office/drawing/2014/main" xmlns="" id="{88457633-B42D-4210-8720-D18E93645D49}"/>
              </a:ext>
            </a:extLst>
          </p:cNvPr>
          <p:cNvSpPr>
            <a:spLocks noGrp="1"/>
          </p:cNvSpPr>
          <p:nvPr/>
        </p:nvSpPr>
        <p:spPr>
          <a:xfrm>
            <a:off x="7334250" y="4248150"/>
            <a:ext cx="102870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50" name="cv-arrow-copy">
            <a:extLst>
              <a:ext uri="{FF2B5EF4-FFF2-40B4-BE49-F238E27FC236}">
                <a16:creationId xmlns:a16="http://schemas.microsoft.com/office/drawing/2014/main" xmlns="" id="{55B9752A-95D9-4750-BDD2-47648B93C31B}"/>
              </a:ext>
            </a:extLst>
          </p:cNvPr>
          <p:cNvSpPr>
            <a:spLocks noGrp="1"/>
          </p:cNvSpPr>
          <p:nvPr/>
        </p:nvSpPr>
        <p:spPr>
          <a:xfrm>
            <a:off x="8991600" y="31432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MEMBER PROFILE</a:t>
            </a:r>
          </a:p>
        </p:txBody>
      </p:sp>
      <p:pic>
        <p:nvPicPr>
          <p:cNvPr id="112" name="Picture 1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0557c73267914b08"/>
              </a:ext>
            </a:extLst>
          </a:blip>
          <a:stretch/>
        </p:blipFill>
        <p:spPr>
          <a:xfrm>
            <a:off x="9601200" y="3476625"/>
            <a:ext cx="438150" cy="438150"/>
          </a:xfrm>
          <a:prstGeom prst="rect">
            <a:avLst/>
          </a:prstGeom>
        </p:spPr>
      </p:pic>
      <p:sp>
        <p:nvSpPr>
          <p:cNvPr id="52" name="cv-output-copy">
            <a:extLst>
              <a:ext uri="{FF2B5EF4-FFF2-40B4-BE49-F238E27FC236}">
                <a16:creationId xmlns:a16="http://schemas.microsoft.com/office/drawing/2014/main" xmlns="" id="{BDD7F67D-36B0-4CF2-801C-6A95A6250E2A}"/>
              </a:ext>
            </a:extLst>
          </p:cNvPr>
          <p:cNvSpPr>
            <a:spLocks noGrp="1"/>
          </p:cNvSpPr>
          <p:nvPr/>
        </p:nvSpPr>
        <p:spPr>
          <a:xfrm>
            <a:off x="8991600" y="40481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53" name="cv-check-1-dot">
            <a:extLst>
              <a:ext uri="{FF2B5EF4-FFF2-40B4-BE49-F238E27FC236}">
                <a16:creationId xmlns:a16="http://schemas.microsoft.com/office/drawing/2014/main" xmlns="" id="{3269D281-05F6-49A1-AA2A-BE926EF50023}"/>
              </a:ext>
            </a:extLst>
          </p:cNvPr>
          <p:cNvSpPr>
            <a:spLocks noGrp="1"/>
          </p:cNvSpPr>
          <p:nvPr/>
        </p:nvSpPr>
        <p:spPr>
          <a:xfrm>
            <a:off x="6743700" y="5181600"/>
            <a:ext cx="304800" cy="30480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115" name="Picture 1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eebbb1ee02324dee"/>
              </a:ext>
            </a:extLst>
          </a:blip>
          <a:stretch/>
        </p:blipFill>
        <p:spPr>
          <a:xfrm>
            <a:off x="6819900" y="5257800"/>
            <a:ext cx="152400" cy="152400"/>
          </a:xfrm>
          <a:prstGeom prst="rect">
            <a:avLst/>
          </a:prstGeom>
        </p:spPr>
      </p:pic>
      <p:sp>
        <p:nvSpPr>
          <p:cNvPr id="55" name="cv-check-1-text">
            <a:extLst>
              <a:ext uri="{FF2B5EF4-FFF2-40B4-BE49-F238E27FC236}">
                <a16:creationId xmlns:a16="http://schemas.microsoft.com/office/drawing/2014/main" xmlns="" id="{1A6FDC0E-44A1-45AE-B8F0-65AE1810D96A}"/>
              </a:ext>
            </a:extLst>
          </p:cNvPr>
          <p:cNvSpPr>
            <a:spLocks noGrp="1"/>
          </p:cNvSpPr>
          <p:nvPr/>
        </p:nvSpPr>
        <p:spPr>
          <a:xfrm>
            <a:off x="7181850" y="5162550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Automatic CV generation from member profile</a:t>
            </a:r>
          </a:p>
        </p:txBody>
      </p:sp>
      <p:sp>
        <p:nvSpPr>
          <p:cNvPr id="56" name="cv-check-2-dot">
            <a:extLst>
              <a:ext uri="{FF2B5EF4-FFF2-40B4-BE49-F238E27FC236}">
                <a16:creationId xmlns:a16="http://schemas.microsoft.com/office/drawing/2014/main" xmlns="" id="{2D2EC7B4-E508-423A-8138-9B2D19E15742}"/>
              </a:ext>
            </a:extLst>
          </p:cNvPr>
          <p:cNvSpPr>
            <a:spLocks noGrp="1"/>
          </p:cNvSpPr>
          <p:nvPr/>
        </p:nvSpPr>
        <p:spPr>
          <a:xfrm>
            <a:off x="6743700" y="5600700"/>
            <a:ext cx="304800" cy="30480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118" name="Picture 1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3df683a99c294373"/>
              </a:ext>
            </a:extLst>
          </a:blip>
          <a:stretch/>
        </p:blipFill>
        <p:spPr>
          <a:xfrm>
            <a:off x="6819900" y="5676900"/>
            <a:ext cx="152400" cy="152400"/>
          </a:xfrm>
          <a:prstGeom prst="rect">
            <a:avLst/>
          </a:prstGeom>
        </p:spPr>
      </p:pic>
      <p:sp>
        <p:nvSpPr>
          <p:cNvPr id="58" name="cv-check-2-text">
            <a:extLst>
              <a:ext uri="{FF2B5EF4-FFF2-40B4-BE49-F238E27FC236}">
                <a16:creationId xmlns:a16="http://schemas.microsoft.com/office/drawing/2014/main" xmlns="" id="{C3D0ACE2-6787-453D-A824-211FAA379D7F}"/>
              </a:ext>
            </a:extLst>
          </p:cNvPr>
          <p:cNvSpPr>
            <a:spLocks noGrp="1"/>
          </p:cNvSpPr>
          <p:nvPr/>
        </p:nvSpPr>
        <p:spPr>
          <a:xfrm>
            <a:off x="7181850" y="5581650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Downloadable professional CV</a:t>
            </a:r>
          </a:p>
        </p:txBody>
      </p:sp>
      <p:sp>
        <p:nvSpPr>
          <p:cNvPr id="59" name="footer-rule-7">
            <a:extLst>
              <a:ext uri="{FF2B5EF4-FFF2-40B4-BE49-F238E27FC236}">
                <a16:creationId xmlns:a16="http://schemas.microsoft.com/office/drawing/2014/main" xmlns="" id="{EA3E58E7-50C9-4C10-B4EF-C594DFDBE794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60" name="footer-label-7">
            <a:extLst>
              <a:ext uri="{FF2B5EF4-FFF2-40B4-BE49-F238E27FC236}">
                <a16:creationId xmlns:a16="http://schemas.microsoft.com/office/drawing/2014/main" xmlns="" id="{1109DE6B-5B02-447F-9A6E-447DCB62A6F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61" name="footer-page-7">
            <a:extLst>
              <a:ext uri="{FF2B5EF4-FFF2-40B4-BE49-F238E27FC236}">
                <a16:creationId xmlns:a16="http://schemas.microsoft.com/office/drawing/2014/main" xmlns="" id="{7066A800-49D2-456A-BD8A-B006D345731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015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4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8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6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4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2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8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2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8" grpId="0"/>
      <p:bldP spid="20" grpId="0"/>
      <p:bldP spid="24" grpId="0"/>
      <p:bldP spid="27" grpId="0"/>
      <p:bldP spid="30" grpId="0"/>
      <p:bldP spid="31" grpId="0"/>
      <p:bldP spid="52" grpId="0"/>
      <p:bldP spid="55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rand-gold-square">
            <a:extLst>
              <a:ext uri="{FF2B5EF4-FFF2-40B4-BE49-F238E27FC236}">
                <a16:creationId xmlns:a16="http://schemas.microsoft.com/office/drawing/2014/main" xmlns="" id="{3AA35822-65C7-47C1-9994-FE4D2793811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871FA1C7-0E47-4467-B57D-30F03726CC5A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B5EE4B6F-53EE-4F1C-A735-467678C21CC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participation strengthens governance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F2BBE48F-0655-4101-B456-1D3BAE134CF9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Verified voting and structured organizational workflows support transparent decisions.</a:t>
            </a:r>
          </a:p>
        </p:txBody>
      </p:sp>
      <p:sp>
        <p:nvSpPr>
          <p:cNvPr id="5" name="election-live-tag">
            <a:extLst>
              <a:ext uri="{FF2B5EF4-FFF2-40B4-BE49-F238E27FC236}">
                <a16:creationId xmlns:a16="http://schemas.microsoft.com/office/drawing/2014/main" xmlns="" id="{7AFD3107-B553-42FA-B8C9-E10343AE2DB4}"/>
              </a:ext>
            </a:extLst>
          </p:cNvPr>
          <p:cNvSpPr>
            <a:spLocks noGrp="1"/>
          </p:cNvSpPr>
          <p:nvPr/>
        </p:nvSpPr>
        <p:spPr>
          <a:xfrm>
            <a:off x="8743950" y="1724025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LIVE PORTAL • EVOTEGB.COM</a:t>
            </a:r>
          </a:p>
        </p:txBody>
      </p:sp>
      <p:sp>
        <p:nvSpPr>
          <p:cNvPr id="6" name="election-divider-band">
            <a:extLst>
              <a:ext uri="{FF2B5EF4-FFF2-40B4-BE49-F238E27FC236}">
                <a16:creationId xmlns:a16="http://schemas.microsoft.com/office/drawing/2014/main" xmlns="" id="{97929F9B-1C1C-4EB5-8A1C-E8AF626EB12E}"/>
              </a:ext>
            </a:extLst>
          </p:cNvPr>
          <p:cNvSpPr>
            <a:spLocks noGrp="1"/>
          </p:cNvSpPr>
          <p:nvPr/>
        </p:nvSpPr>
        <p:spPr>
          <a:xfrm>
            <a:off x="5886450" y="1924050"/>
            <a:ext cx="19050" cy="3981450"/>
          </a:xfrm>
          <a:prstGeom prst="rect">
            <a:avLst/>
          </a:prstGeom>
          <a:solidFill>
            <a:srgbClr val="2D6552"/>
          </a:solidFill>
          <a:ln w="0">
            <a:noFill/>
            <a:prstDash val="solid"/>
          </a:ln>
        </p:spPr>
      </p:sp>
      <p:sp>
        <p:nvSpPr>
          <p:cNvPr id="7" name="election-left-header">
            <a:extLst>
              <a:ext uri="{FF2B5EF4-FFF2-40B4-BE49-F238E27FC236}">
                <a16:creationId xmlns:a16="http://schemas.microsoft.com/office/drawing/2014/main" xmlns="" id="{BD9702F0-93C8-4FF0-A5D1-B838527E101A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8" name="election-left-big">
            <a:extLst>
              <a:ext uri="{FF2B5EF4-FFF2-40B4-BE49-F238E27FC236}">
                <a16:creationId xmlns:a16="http://schemas.microsoft.com/office/drawing/2014/main" xmlns="" id="{594920D6-2116-4F04-93BC-3AEA012DB44F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476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MEMBER.</a:t>
            </a:r>
          </a:p>
          <a:p>
            <a:pPr algn="l">
              <a:lnSpc>
                <a:spcPct val="103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VERIFIED VOTE.</a:t>
            </a:r>
          </a:p>
        </p:txBody>
      </p:sp>
      <p:sp>
        <p:nvSpPr>
          <p:cNvPr id="9" name="election-process-proof">
            <a:extLst>
              <a:ext uri="{FF2B5EF4-FFF2-40B4-BE49-F238E27FC236}">
                <a16:creationId xmlns:a16="http://schemas.microsoft.com/office/drawing/2014/main" xmlns="" id="{24CCB80E-61C2-4E68-9591-7B44EB450B2E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EMAIL OTP  •  IDENTITY CHECK  •  BALLOT RECEIPT</a:t>
            </a:r>
          </a:p>
        </p:txBody>
      </p:sp>
      <p:sp>
        <p:nvSpPr>
          <p:cNvPr id="10" name="vote-item-0-disc">
            <a:extLst>
              <a:ext uri="{FF2B5EF4-FFF2-40B4-BE49-F238E27FC236}">
                <a16:creationId xmlns:a16="http://schemas.microsoft.com/office/drawing/2014/main" xmlns="" id="{5BBDE45F-03AB-4D15-8EF1-E76C5ED0917B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495300" cy="4953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87f8dc5e6d684af8"/>
              </a:ext>
            </a:extLst>
          </a:blip>
          <a:stretch/>
        </p:blipFill>
        <p:spPr>
          <a:xfrm>
            <a:off x="809625" y="3838575"/>
            <a:ext cx="247650" cy="247650"/>
          </a:xfrm>
          <a:prstGeom prst="rect">
            <a:avLst/>
          </a:prstGeom>
        </p:spPr>
      </p:pic>
      <p:sp>
        <p:nvSpPr>
          <p:cNvPr id="12" name="vote-label-0">
            <a:extLst>
              <a:ext uri="{FF2B5EF4-FFF2-40B4-BE49-F238E27FC236}">
                <a16:creationId xmlns:a16="http://schemas.microsoft.com/office/drawing/2014/main" xmlns="" id="{28F1BB30-359A-412B-BF6E-E0164007433C}"/>
              </a:ext>
            </a:extLst>
          </p:cNvPr>
          <p:cNvSpPr>
            <a:spLocks noGrp="1"/>
          </p:cNvSpPr>
          <p:nvPr/>
        </p:nvSpPr>
        <p:spPr>
          <a:xfrm>
            <a:off x="1333500" y="370522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13" name="vote-item-1-disc">
            <a:extLst>
              <a:ext uri="{FF2B5EF4-FFF2-40B4-BE49-F238E27FC236}">
                <a16:creationId xmlns:a16="http://schemas.microsoft.com/office/drawing/2014/main" xmlns="" id="{C32A19E9-BADB-4102-8111-803F26206610}"/>
              </a:ext>
            </a:extLst>
          </p:cNvPr>
          <p:cNvSpPr>
            <a:spLocks noGrp="1"/>
          </p:cNvSpPr>
          <p:nvPr/>
        </p:nvSpPr>
        <p:spPr>
          <a:xfrm>
            <a:off x="3162300" y="3714750"/>
            <a:ext cx="495300" cy="4953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82d0b660c2e438c"/>
              </a:ext>
            </a:extLst>
          </a:blip>
          <a:stretch/>
        </p:blipFill>
        <p:spPr>
          <a:xfrm>
            <a:off x="3286125" y="3838575"/>
            <a:ext cx="247650" cy="247650"/>
          </a:xfrm>
          <a:prstGeom prst="rect">
            <a:avLst/>
          </a:prstGeom>
        </p:spPr>
      </p:pic>
      <p:sp>
        <p:nvSpPr>
          <p:cNvPr id="15" name="vote-label-1">
            <a:extLst>
              <a:ext uri="{FF2B5EF4-FFF2-40B4-BE49-F238E27FC236}">
                <a16:creationId xmlns:a16="http://schemas.microsoft.com/office/drawing/2014/main" xmlns="" id="{562743FF-3B9F-4EC3-BF93-616A72503D20}"/>
              </a:ext>
            </a:extLst>
          </p:cNvPr>
          <p:cNvSpPr>
            <a:spLocks noGrp="1"/>
          </p:cNvSpPr>
          <p:nvPr/>
        </p:nvSpPr>
        <p:spPr>
          <a:xfrm>
            <a:off x="3810000" y="370522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OTP Verification</a:t>
            </a:r>
          </a:p>
        </p:txBody>
      </p:sp>
      <p:sp>
        <p:nvSpPr>
          <p:cNvPr id="16" name="vote-item-2-disc">
            <a:extLst>
              <a:ext uri="{FF2B5EF4-FFF2-40B4-BE49-F238E27FC236}">
                <a16:creationId xmlns:a16="http://schemas.microsoft.com/office/drawing/2014/main" xmlns="" id="{34E23BD2-420E-4E51-9171-36517FC0FF46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495300" cy="4953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ef1f2c76fdf42c9"/>
              </a:ext>
            </a:extLst>
          </a:blip>
          <a:stretch/>
        </p:blipFill>
        <p:spPr>
          <a:xfrm>
            <a:off x="809625" y="4810125"/>
            <a:ext cx="247650" cy="247650"/>
          </a:xfrm>
          <a:prstGeom prst="rect">
            <a:avLst/>
          </a:prstGeom>
        </p:spPr>
      </p:pic>
      <p:sp>
        <p:nvSpPr>
          <p:cNvPr id="18" name="vote-label-2">
            <a:extLst>
              <a:ext uri="{FF2B5EF4-FFF2-40B4-BE49-F238E27FC236}">
                <a16:creationId xmlns:a16="http://schemas.microsoft.com/office/drawing/2014/main" xmlns="" id="{D9E5E8E4-B577-426B-9ABB-6890237659B0}"/>
              </a:ext>
            </a:extLst>
          </p:cNvPr>
          <p:cNvSpPr>
            <a:spLocks noGrp="1"/>
          </p:cNvSpPr>
          <p:nvPr/>
        </p:nvSpPr>
        <p:spPr>
          <a:xfrm>
            <a:off x="1333500" y="467677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Duplicate Vote Prevention</a:t>
            </a:r>
          </a:p>
        </p:txBody>
      </p:sp>
      <p:sp>
        <p:nvSpPr>
          <p:cNvPr id="19" name="vote-item-3-disc">
            <a:extLst>
              <a:ext uri="{FF2B5EF4-FFF2-40B4-BE49-F238E27FC236}">
                <a16:creationId xmlns:a16="http://schemas.microsoft.com/office/drawing/2014/main" xmlns="" id="{33D36554-A812-4D5D-9722-D76DD2A3B377}"/>
              </a:ext>
            </a:extLst>
          </p:cNvPr>
          <p:cNvSpPr>
            <a:spLocks noGrp="1"/>
          </p:cNvSpPr>
          <p:nvPr/>
        </p:nvSpPr>
        <p:spPr>
          <a:xfrm>
            <a:off x="3162300" y="4686300"/>
            <a:ext cx="495300" cy="4953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3479027cc24846e6"/>
              </a:ext>
            </a:extLst>
          </a:blip>
          <a:stretch/>
        </p:blipFill>
        <p:spPr>
          <a:xfrm>
            <a:off x="3286125" y="4810125"/>
            <a:ext cx="247650" cy="247650"/>
          </a:xfrm>
          <a:prstGeom prst="rect">
            <a:avLst/>
          </a:prstGeom>
        </p:spPr>
      </p:pic>
      <p:sp>
        <p:nvSpPr>
          <p:cNvPr id="21" name="vote-label-3">
            <a:extLst>
              <a:ext uri="{FF2B5EF4-FFF2-40B4-BE49-F238E27FC236}">
                <a16:creationId xmlns:a16="http://schemas.microsoft.com/office/drawing/2014/main" xmlns="" id="{503A754C-A80F-44D9-A59C-8D198D87803E}"/>
              </a:ext>
            </a:extLst>
          </p:cNvPr>
          <p:cNvSpPr>
            <a:spLocks noGrp="1"/>
          </p:cNvSpPr>
          <p:nvPr/>
        </p:nvSpPr>
        <p:spPr>
          <a:xfrm>
            <a:off x="3810000" y="467677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Results</a:t>
            </a:r>
          </a:p>
        </p:txBody>
      </p:sp>
      <p:sp>
        <p:nvSpPr>
          <p:cNvPr id="22" name="org-right-header">
            <a:extLst>
              <a:ext uri="{FF2B5EF4-FFF2-40B4-BE49-F238E27FC236}">
                <a16:creationId xmlns:a16="http://schemas.microsoft.com/office/drawing/2014/main" xmlns="" id="{5FEE1684-E898-4A4A-8B3A-89E88C4091F9}"/>
              </a:ext>
            </a:extLst>
          </p:cNvPr>
          <p:cNvSpPr>
            <a:spLocks noGrp="1"/>
          </p:cNvSpPr>
          <p:nvPr/>
        </p:nvSpPr>
        <p:spPr>
          <a:xfrm>
            <a:off x="6572250" y="20764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ORGANIZATIONAL MANAGEMENT</a:t>
            </a:r>
          </a:p>
        </p:txBody>
      </p:sp>
      <p:sp>
        <p:nvSpPr>
          <p:cNvPr id="23" name="org-right-big">
            <a:extLst>
              <a:ext uri="{FF2B5EF4-FFF2-40B4-BE49-F238E27FC236}">
                <a16:creationId xmlns:a16="http://schemas.microsoft.com/office/drawing/2014/main" xmlns="" id="{53B7E2A9-2C0C-4D5A-ABAA-E28F5D43CA9E}"/>
              </a:ext>
            </a:extLst>
          </p:cNvPr>
          <p:cNvSpPr>
            <a:spLocks noGrp="1"/>
          </p:cNvSpPr>
          <p:nvPr/>
        </p:nvSpPr>
        <p:spPr>
          <a:xfrm>
            <a:off x="6572250" y="2514600"/>
            <a:ext cx="4476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Clear workflows.</a:t>
            </a:r>
          </a:p>
          <a:p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Visible responsibility.</a:t>
            </a:r>
          </a:p>
        </p:txBody>
      </p:sp>
      <p:sp>
        <p:nvSpPr>
          <p:cNvPr id="24" name="org-item-0-disc">
            <a:extLst>
              <a:ext uri="{FF2B5EF4-FFF2-40B4-BE49-F238E27FC236}">
                <a16:creationId xmlns:a16="http://schemas.microsoft.com/office/drawing/2014/main" xmlns="" id="{8022C100-141C-4A44-8D5A-D04EAB9E4E96}"/>
              </a:ext>
            </a:extLst>
          </p:cNvPr>
          <p:cNvSpPr>
            <a:spLocks noGrp="1"/>
          </p:cNvSpPr>
          <p:nvPr/>
        </p:nvSpPr>
        <p:spPr>
          <a:xfrm>
            <a:off x="6572250" y="3648075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d4da5dd1e6594a7d"/>
              </a:ext>
            </a:extLst>
          </a:blip>
          <a:stretch/>
        </p:blipFill>
        <p:spPr>
          <a:xfrm>
            <a:off x="6686550" y="3762375"/>
            <a:ext cx="228600" cy="228600"/>
          </a:xfrm>
          <a:prstGeom prst="rect">
            <a:avLst/>
          </a:prstGeom>
        </p:spPr>
      </p:pic>
      <p:sp>
        <p:nvSpPr>
          <p:cNvPr id="26" name="org-label-0">
            <a:extLst>
              <a:ext uri="{FF2B5EF4-FFF2-40B4-BE49-F238E27FC236}">
                <a16:creationId xmlns:a16="http://schemas.microsoft.com/office/drawing/2014/main" xmlns="" id="{6596E0A1-24C0-4B2B-9C7A-27530B569914}"/>
              </a:ext>
            </a:extLst>
          </p:cNvPr>
          <p:cNvSpPr>
            <a:spLocks noGrp="1"/>
          </p:cNvSpPr>
          <p:nvPr/>
        </p:nvSpPr>
        <p:spPr>
          <a:xfrm>
            <a:off x="7181850" y="3638550"/>
            <a:ext cx="385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Review</a:t>
            </a:r>
          </a:p>
        </p:txBody>
      </p:sp>
      <p:sp>
        <p:nvSpPr>
          <p:cNvPr id="27" name="org-desc-0">
            <a:extLst>
              <a:ext uri="{FF2B5EF4-FFF2-40B4-BE49-F238E27FC236}">
                <a16:creationId xmlns:a16="http://schemas.microsoft.com/office/drawing/2014/main" xmlns="" id="{36F28EDE-B764-4522-8460-E8D240220151}"/>
              </a:ext>
            </a:extLst>
          </p:cNvPr>
          <p:cNvSpPr>
            <a:spLocks noGrp="1"/>
          </p:cNvSpPr>
          <p:nvPr/>
        </p:nvSpPr>
        <p:spPr>
          <a:xfrm>
            <a:off x="7181850" y="39433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Structured evaluation</a:t>
            </a:r>
          </a:p>
        </p:txBody>
      </p:sp>
      <p:sp>
        <p:nvSpPr>
          <p:cNvPr id="28" name="org-item-1-disc">
            <a:extLst>
              <a:ext uri="{FF2B5EF4-FFF2-40B4-BE49-F238E27FC236}">
                <a16:creationId xmlns:a16="http://schemas.microsoft.com/office/drawing/2014/main" xmlns="" id="{2EC870F0-26E3-495C-B375-78ECF6605A3C}"/>
              </a:ext>
            </a:extLst>
          </p:cNvPr>
          <p:cNvSpPr>
            <a:spLocks noGrp="1"/>
          </p:cNvSpPr>
          <p:nvPr/>
        </p:nvSpPr>
        <p:spPr>
          <a:xfrm>
            <a:off x="6572250" y="4352925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01c596ae0274d5f"/>
              </a:ext>
            </a:extLst>
          </a:blip>
          <a:stretch/>
        </p:blipFill>
        <p:spPr>
          <a:xfrm>
            <a:off x="6686550" y="4467225"/>
            <a:ext cx="228600" cy="228600"/>
          </a:xfrm>
          <a:prstGeom prst="rect">
            <a:avLst/>
          </a:prstGeom>
        </p:spPr>
      </p:pic>
      <p:sp>
        <p:nvSpPr>
          <p:cNvPr id="30" name="org-label-1">
            <a:extLst>
              <a:ext uri="{FF2B5EF4-FFF2-40B4-BE49-F238E27FC236}">
                <a16:creationId xmlns:a16="http://schemas.microsoft.com/office/drawing/2014/main" xmlns="" id="{A69B98DA-FF66-46B6-BCF6-73C40DB5D3DA}"/>
              </a:ext>
            </a:extLst>
          </p:cNvPr>
          <p:cNvSpPr>
            <a:spLocks noGrp="1"/>
          </p:cNvSpPr>
          <p:nvPr/>
        </p:nvSpPr>
        <p:spPr>
          <a:xfrm>
            <a:off x="7181850" y="4343400"/>
            <a:ext cx="385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CEC Management</a:t>
            </a:r>
          </a:p>
        </p:txBody>
      </p:sp>
      <p:sp>
        <p:nvSpPr>
          <p:cNvPr id="31" name="org-desc-1">
            <a:extLst>
              <a:ext uri="{FF2B5EF4-FFF2-40B4-BE49-F238E27FC236}">
                <a16:creationId xmlns:a16="http://schemas.microsoft.com/office/drawing/2014/main" xmlns="" id="{13B7FF2B-B190-414C-82FC-8EC266D78548}"/>
              </a:ext>
            </a:extLst>
          </p:cNvPr>
          <p:cNvSpPr>
            <a:spLocks noGrp="1"/>
          </p:cNvSpPr>
          <p:nvPr/>
        </p:nvSpPr>
        <p:spPr>
          <a:xfrm>
            <a:off x="7181850" y="46482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Central executive coordination</a:t>
            </a:r>
          </a:p>
        </p:txBody>
      </p:sp>
      <p:sp>
        <p:nvSpPr>
          <p:cNvPr id="32" name="org-item-2-disc">
            <a:extLst>
              <a:ext uri="{FF2B5EF4-FFF2-40B4-BE49-F238E27FC236}">
                <a16:creationId xmlns:a16="http://schemas.microsoft.com/office/drawing/2014/main" xmlns="" id="{51C37373-27F7-47FD-B27D-767B047F8442}"/>
              </a:ext>
            </a:extLst>
          </p:cNvPr>
          <p:cNvSpPr>
            <a:spLocks noGrp="1"/>
          </p:cNvSpPr>
          <p:nvPr/>
        </p:nvSpPr>
        <p:spPr>
          <a:xfrm>
            <a:off x="6572250" y="5057775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303b7091b0cd48be"/>
              </a:ext>
            </a:extLst>
          </a:blip>
          <a:stretch/>
        </p:blipFill>
        <p:spPr>
          <a:xfrm>
            <a:off x="6686550" y="5172075"/>
            <a:ext cx="228600" cy="228600"/>
          </a:xfrm>
          <a:prstGeom prst="rect">
            <a:avLst/>
          </a:prstGeom>
        </p:spPr>
      </p:pic>
      <p:sp>
        <p:nvSpPr>
          <p:cNvPr id="34" name="org-label-2">
            <a:extLst>
              <a:ext uri="{FF2B5EF4-FFF2-40B4-BE49-F238E27FC236}">
                <a16:creationId xmlns:a16="http://schemas.microsoft.com/office/drawing/2014/main" xmlns="" id="{82731492-BE6F-47B0-8C0F-2F1AEE63DF3D}"/>
              </a:ext>
            </a:extLst>
          </p:cNvPr>
          <p:cNvSpPr>
            <a:spLocks noGrp="1"/>
          </p:cNvSpPr>
          <p:nvPr/>
        </p:nvSpPr>
        <p:spPr>
          <a:xfrm>
            <a:off x="7181850" y="5048250"/>
            <a:ext cx="385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35" name="org-desc-2">
            <a:extLst>
              <a:ext uri="{FF2B5EF4-FFF2-40B4-BE49-F238E27FC236}">
                <a16:creationId xmlns:a16="http://schemas.microsoft.com/office/drawing/2014/main" xmlns="" id="{394B95D0-F83C-481B-89DB-57C630777087}"/>
              </a:ext>
            </a:extLst>
          </p:cNvPr>
          <p:cNvSpPr>
            <a:spLocks noGrp="1"/>
          </p:cNvSpPr>
          <p:nvPr/>
        </p:nvSpPr>
        <p:spPr>
          <a:xfrm>
            <a:off x="7181850" y="53530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Connected oversight</a:t>
            </a:r>
          </a:p>
        </p:txBody>
      </p:sp>
      <p:sp>
        <p:nvSpPr>
          <p:cNvPr id="36" name="footer-rule-8">
            <a:extLst>
              <a:ext uri="{FF2B5EF4-FFF2-40B4-BE49-F238E27FC236}">
                <a16:creationId xmlns:a16="http://schemas.microsoft.com/office/drawing/2014/main" xmlns="" id="{57CABD12-892C-4F89-A57A-F037821D6BB8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37" name="footer-label-8">
            <a:extLst>
              <a:ext uri="{FF2B5EF4-FFF2-40B4-BE49-F238E27FC236}">
                <a16:creationId xmlns:a16="http://schemas.microsoft.com/office/drawing/2014/main" xmlns="" id="{C8FD4DA2-AD40-43EF-B125-41510707EBF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8" name="footer-page-8">
            <a:extLst>
              <a:ext uri="{FF2B5EF4-FFF2-40B4-BE49-F238E27FC236}">
                <a16:creationId xmlns:a16="http://schemas.microsoft.com/office/drawing/2014/main" xmlns="" id="{70B0551C-0584-47E2-97B3-9E10A10B8BA4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7984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8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6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3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6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7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7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95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7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  <p:bldP spid="12" grpId="0"/>
      <p:bldP spid="15" grpId="0"/>
      <p:bldP spid="18" grpId="0"/>
      <p:bldP spid="21" grpId="0"/>
      <p:bldP spid="23" grpId="0"/>
      <p:bldP spid="26" grpId="0"/>
      <p:bldP spid="27" grpId="0"/>
      <p:bldP spid="30" grpId="0"/>
      <p:bldP spid="31" grpId="0"/>
      <p:bldP spid="34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rand-gold-square">
            <a:extLst>
              <a:ext uri="{FF2B5EF4-FFF2-40B4-BE49-F238E27FC236}">
                <a16:creationId xmlns:a16="http://schemas.microsoft.com/office/drawing/2014/main" xmlns="" id="{94999BF0-7175-4196-9383-33F68DB7F5A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671FA69E-3E4D-4FDD-8075-3ADC813BCCB3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55F8C5D4-3529-4A46-92CF-A1180199468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 value grows with every interaction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8A3D9184-14AA-4C9F-A455-3895063D7F01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Identity, services, communication and opportunity come together in one place.</a:t>
            </a:r>
          </a:p>
        </p:txBody>
      </p:sp>
      <p:sp>
        <p:nvSpPr>
          <p:cNvPr id="5" name="benefit-left-link-0">
            <a:extLst>
              <a:ext uri="{FF2B5EF4-FFF2-40B4-BE49-F238E27FC236}">
                <a16:creationId xmlns:a16="http://schemas.microsoft.com/office/drawing/2014/main" xmlns="" id="{8108DDEF-6C49-4C58-9582-7384B0C6BB64}"/>
              </a:ext>
            </a:extLst>
          </p:cNvPr>
          <p:cNvSpPr>
            <a:spLocks noGrp="1"/>
          </p:cNvSpPr>
          <p:nvPr/>
        </p:nvSpPr>
        <p:spPr>
          <a:xfrm>
            <a:off x="3543300" y="251460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6" name="benefit-left-link-1">
            <a:extLst>
              <a:ext uri="{FF2B5EF4-FFF2-40B4-BE49-F238E27FC236}">
                <a16:creationId xmlns:a16="http://schemas.microsoft.com/office/drawing/2014/main" xmlns="" id="{3AF1FA66-85C6-4A38-BEBC-D25ACB0E413D}"/>
              </a:ext>
            </a:extLst>
          </p:cNvPr>
          <p:cNvSpPr>
            <a:spLocks noGrp="1"/>
          </p:cNvSpPr>
          <p:nvPr/>
        </p:nvSpPr>
        <p:spPr>
          <a:xfrm>
            <a:off x="3543300" y="340995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7" name="benefit-left-link-2">
            <a:extLst>
              <a:ext uri="{FF2B5EF4-FFF2-40B4-BE49-F238E27FC236}">
                <a16:creationId xmlns:a16="http://schemas.microsoft.com/office/drawing/2014/main" xmlns="" id="{EB366741-78F8-4307-9D56-A13065515C1A}"/>
              </a:ext>
            </a:extLst>
          </p:cNvPr>
          <p:cNvSpPr>
            <a:spLocks noGrp="1"/>
          </p:cNvSpPr>
          <p:nvPr/>
        </p:nvSpPr>
        <p:spPr>
          <a:xfrm>
            <a:off x="3543300" y="430530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8" name="benefit-left-link-3">
            <a:extLst>
              <a:ext uri="{FF2B5EF4-FFF2-40B4-BE49-F238E27FC236}">
                <a16:creationId xmlns:a16="http://schemas.microsoft.com/office/drawing/2014/main" xmlns="" id="{CCAF663B-D5B5-4933-A26D-9504DA497022}"/>
              </a:ext>
            </a:extLst>
          </p:cNvPr>
          <p:cNvSpPr>
            <a:spLocks noGrp="1"/>
          </p:cNvSpPr>
          <p:nvPr/>
        </p:nvSpPr>
        <p:spPr>
          <a:xfrm>
            <a:off x="3543300" y="520065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9" name="benefit-right-link-0">
            <a:extLst>
              <a:ext uri="{FF2B5EF4-FFF2-40B4-BE49-F238E27FC236}">
                <a16:creationId xmlns:a16="http://schemas.microsoft.com/office/drawing/2014/main" xmlns="" id="{8F26E5B3-8391-4684-9B96-B5A72CF8201A}"/>
              </a:ext>
            </a:extLst>
          </p:cNvPr>
          <p:cNvSpPr>
            <a:spLocks noGrp="1"/>
          </p:cNvSpPr>
          <p:nvPr/>
        </p:nvSpPr>
        <p:spPr>
          <a:xfrm>
            <a:off x="7315200" y="251460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0" name="benefit-right-link-1">
            <a:extLst>
              <a:ext uri="{FF2B5EF4-FFF2-40B4-BE49-F238E27FC236}">
                <a16:creationId xmlns:a16="http://schemas.microsoft.com/office/drawing/2014/main" xmlns="" id="{C4701610-F43B-44FB-A0B9-E000750E0907}"/>
              </a:ext>
            </a:extLst>
          </p:cNvPr>
          <p:cNvSpPr>
            <a:spLocks noGrp="1"/>
          </p:cNvSpPr>
          <p:nvPr/>
        </p:nvSpPr>
        <p:spPr>
          <a:xfrm>
            <a:off x="7315200" y="340995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1" name="benefit-right-link-2">
            <a:extLst>
              <a:ext uri="{FF2B5EF4-FFF2-40B4-BE49-F238E27FC236}">
                <a16:creationId xmlns:a16="http://schemas.microsoft.com/office/drawing/2014/main" xmlns="" id="{65AF7ACF-0D98-4D25-BB92-6AB7AED4FE33}"/>
              </a:ext>
            </a:extLst>
          </p:cNvPr>
          <p:cNvSpPr>
            <a:spLocks noGrp="1"/>
          </p:cNvSpPr>
          <p:nvPr/>
        </p:nvSpPr>
        <p:spPr>
          <a:xfrm>
            <a:off x="7315200" y="430530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2" name="benefit-right-link-3">
            <a:extLst>
              <a:ext uri="{FF2B5EF4-FFF2-40B4-BE49-F238E27FC236}">
                <a16:creationId xmlns:a16="http://schemas.microsoft.com/office/drawing/2014/main" xmlns="" id="{453725D2-2E62-4498-A46C-9FB049CB38AF}"/>
              </a:ext>
            </a:extLst>
          </p:cNvPr>
          <p:cNvSpPr>
            <a:spLocks noGrp="1"/>
          </p:cNvSpPr>
          <p:nvPr/>
        </p:nvSpPr>
        <p:spPr>
          <a:xfrm>
            <a:off x="7315200" y="520065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3" name="benefit-core-shadow">
            <a:extLst>
              <a:ext uri="{FF2B5EF4-FFF2-40B4-BE49-F238E27FC236}">
                <a16:creationId xmlns:a16="http://schemas.microsoft.com/office/drawing/2014/main" xmlns="" id="{97645D6B-A393-4722-8CBB-CDEE31883952}"/>
              </a:ext>
            </a:extLst>
          </p:cNvPr>
          <p:cNvSpPr>
            <a:spLocks noGrp="1"/>
          </p:cNvSpPr>
          <p:nvPr/>
        </p:nvSpPr>
        <p:spPr>
          <a:xfrm>
            <a:off x="4743450" y="2533650"/>
            <a:ext cx="2705100" cy="2705100"/>
          </a:xfrm>
          <a:prstGeom prst="ellipse">
            <a:avLst/>
          </a:prstGeom>
          <a:solidFill>
            <a:srgbClr val="000000">
              <a:alpha val="7059"/>
            </a:srgbClr>
          </a:solidFill>
          <a:ln w="0">
            <a:noFill/>
            <a:prstDash val="solid"/>
          </a:ln>
        </p:spPr>
      </p:sp>
      <p:sp>
        <p:nvSpPr>
          <p:cNvPr id="14" name="benefit-core">
            <a:extLst>
              <a:ext uri="{FF2B5EF4-FFF2-40B4-BE49-F238E27FC236}">
                <a16:creationId xmlns:a16="http://schemas.microsoft.com/office/drawing/2014/main" xmlns="" id="{1B45FA2F-CBA7-4655-B139-B0FDCB7B1855}"/>
              </a:ext>
            </a:extLst>
          </p:cNvPr>
          <p:cNvSpPr>
            <a:spLocks noGrp="1"/>
          </p:cNvSpPr>
          <p:nvPr/>
        </p:nvSpPr>
        <p:spPr>
          <a:xfrm>
            <a:off x="4610100" y="2400300"/>
            <a:ext cx="2705100" cy="2705100"/>
          </a:xfrm>
          <a:prstGeom prst="ellipse">
            <a:avLst/>
          </a:prstGeom>
          <a:solidFill>
            <a:srgbClr val="0D3B2E"/>
          </a:solidFill>
          <a:ln w="38100">
            <a:solidFill>
              <a:srgbClr val="C6A15B"/>
            </a:solidFill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ce06ad16321485a"/>
              </a:ext>
            </a:extLst>
          </a:blip>
          <a:stretch/>
        </p:blipFill>
        <p:spPr>
          <a:xfrm>
            <a:off x="5638800" y="2895600"/>
            <a:ext cx="647700" cy="647700"/>
          </a:xfrm>
          <a:prstGeom prst="rect">
            <a:avLst/>
          </a:prstGeom>
        </p:spPr>
      </p:pic>
      <p:sp>
        <p:nvSpPr>
          <p:cNvPr id="16" name="benefit-core-label">
            <a:extLst>
              <a:ext uri="{FF2B5EF4-FFF2-40B4-BE49-F238E27FC236}">
                <a16:creationId xmlns:a16="http://schemas.microsoft.com/office/drawing/2014/main" xmlns="" id="{1055D7AF-786F-45EA-B8D5-6E5BE7BC7E02}"/>
              </a:ext>
            </a:extLst>
          </p:cNvPr>
          <p:cNvSpPr>
            <a:spLocks noGrp="1"/>
          </p:cNvSpPr>
          <p:nvPr/>
        </p:nvSpPr>
        <p:spPr>
          <a:xfrm>
            <a:off x="5238750" y="3714750"/>
            <a:ext cx="1447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17" name="benefit-core-copy">
            <a:extLst>
              <a:ext uri="{FF2B5EF4-FFF2-40B4-BE49-F238E27FC236}">
                <a16:creationId xmlns:a16="http://schemas.microsoft.com/office/drawing/2014/main" xmlns="" id="{99A652B4-FEB1-4699-8FA3-7528BCA554D2}"/>
              </a:ext>
            </a:extLst>
          </p:cNvPr>
          <p:cNvSpPr>
            <a:spLocks noGrp="1"/>
          </p:cNvSpPr>
          <p:nvPr/>
        </p:nvSpPr>
        <p:spPr>
          <a:xfrm>
            <a:off x="4953000" y="4552950"/>
            <a:ext cx="2019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18" name="benefit-left-box-0">
            <a:extLst>
              <a:ext uri="{FF2B5EF4-FFF2-40B4-BE49-F238E27FC236}">
                <a16:creationId xmlns:a16="http://schemas.microsoft.com/office/drawing/2014/main" xmlns="" id="{B5C18C98-37EA-4BA8-96F0-0F4AEA4EDD68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58571345d8174420"/>
              </a:ext>
            </a:extLst>
          </a:blip>
          <a:stretch/>
        </p:blipFill>
        <p:spPr>
          <a:xfrm>
            <a:off x="876300" y="2381250"/>
            <a:ext cx="266700" cy="266700"/>
          </a:xfrm>
          <a:prstGeom prst="rect">
            <a:avLst/>
          </a:prstGeom>
        </p:spPr>
      </p:pic>
      <p:sp>
        <p:nvSpPr>
          <p:cNvPr id="20" name="benefit-left-label-0">
            <a:extLst>
              <a:ext uri="{FF2B5EF4-FFF2-40B4-BE49-F238E27FC236}">
                <a16:creationId xmlns:a16="http://schemas.microsoft.com/office/drawing/2014/main" xmlns="" id="{8AFC0179-EBA5-4EEB-B677-0C304335A282}"/>
              </a:ext>
            </a:extLst>
          </p:cNvPr>
          <p:cNvSpPr>
            <a:spLocks noGrp="1"/>
          </p:cNvSpPr>
          <p:nvPr/>
        </p:nvSpPr>
        <p:spPr>
          <a:xfrm>
            <a:off x="1295400" y="22383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Identity</a:t>
            </a:r>
          </a:p>
        </p:txBody>
      </p:sp>
      <p:sp>
        <p:nvSpPr>
          <p:cNvPr id="21" name="benefit-left-box-1">
            <a:extLst>
              <a:ext uri="{FF2B5EF4-FFF2-40B4-BE49-F238E27FC236}">
                <a16:creationId xmlns:a16="http://schemas.microsoft.com/office/drawing/2014/main" xmlns="" id="{A9B0530F-BDF4-4294-8A14-8630AECE0374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9c69e1e951241a9"/>
              </a:ext>
            </a:extLst>
          </a:blip>
          <a:stretch/>
        </p:blipFill>
        <p:spPr>
          <a:xfrm>
            <a:off x="876300" y="3276600"/>
            <a:ext cx="266700" cy="266700"/>
          </a:xfrm>
          <a:prstGeom prst="rect">
            <a:avLst/>
          </a:prstGeom>
        </p:spPr>
      </p:pic>
      <p:sp>
        <p:nvSpPr>
          <p:cNvPr id="23" name="benefit-left-label-1">
            <a:extLst>
              <a:ext uri="{FF2B5EF4-FFF2-40B4-BE49-F238E27FC236}">
                <a16:creationId xmlns:a16="http://schemas.microsoft.com/office/drawing/2014/main" xmlns="" id="{D872CB5F-9169-4C5B-8B8E-99A8B48B0822}"/>
              </a:ext>
            </a:extLst>
          </p:cNvPr>
          <p:cNvSpPr>
            <a:spLocks noGrp="1"/>
          </p:cNvSpPr>
          <p:nvPr/>
        </p:nvSpPr>
        <p:spPr>
          <a:xfrm>
            <a:off x="1295400" y="31337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Verified Membership</a:t>
            </a:r>
          </a:p>
        </p:txBody>
      </p:sp>
      <p:sp>
        <p:nvSpPr>
          <p:cNvPr id="24" name="benefit-left-box-2">
            <a:extLst>
              <a:ext uri="{FF2B5EF4-FFF2-40B4-BE49-F238E27FC236}">
                <a16:creationId xmlns:a16="http://schemas.microsoft.com/office/drawing/2014/main" xmlns="" id="{5AD6759C-6163-4F60-B335-BB398789DC0A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8a4600ffeebc468d"/>
              </a:ext>
            </a:extLst>
          </a:blip>
          <a:stretch/>
        </p:blipFill>
        <p:spPr>
          <a:xfrm>
            <a:off x="876300" y="4171950"/>
            <a:ext cx="266700" cy="266700"/>
          </a:xfrm>
          <a:prstGeom prst="rect">
            <a:avLst/>
          </a:prstGeom>
        </p:spPr>
      </p:pic>
      <p:sp>
        <p:nvSpPr>
          <p:cNvPr id="26" name="benefit-left-label-2">
            <a:extLst>
              <a:ext uri="{FF2B5EF4-FFF2-40B4-BE49-F238E27FC236}">
                <a16:creationId xmlns:a16="http://schemas.microsoft.com/office/drawing/2014/main" xmlns="" id="{B7F981D3-0B23-4C32-97AF-3232F9E5CA6C}"/>
              </a:ext>
            </a:extLst>
          </p:cNvPr>
          <p:cNvSpPr>
            <a:spLocks noGrp="1"/>
          </p:cNvSpPr>
          <p:nvPr/>
        </p:nvSpPr>
        <p:spPr>
          <a:xfrm>
            <a:off x="1295400" y="40290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Easy Access to Services</a:t>
            </a:r>
          </a:p>
        </p:txBody>
      </p:sp>
      <p:sp>
        <p:nvSpPr>
          <p:cNvPr id="27" name="benefit-left-box-3">
            <a:extLst>
              <a:ext uri="{FF2B5EF4-FFF2-40B4-BE49-F238E27FC236}">
                <a16:creationId xmlns:a16="http://schemas.microsoft.com/office/drawing/2014/main" xmlns="" id="{3C7B5FB4-B48D-4130-9039-030613983215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ac43f32ccd4f41cf"/>
              </a:ext>
            </a:extLst>
          </a:blip>
          <a:stretch/>
        </p:blipFill>
        <p:spPr>
          <a:xfrm>
            <a:off x="876300" y="5067300"/>
            <a:ext cx="266700" cy="266700"/>
          </a:xfrm>
          <a:prstGeom prst="rect">
            <a:avLst/>
          </a:prstGeom>
        </p:spPr>
      </p:pic>
      <p:sp>
        <p:nvSpPr>
          <p:cNvPr id="29" name="benefit-left-label-3">
            <a:extLst>
              <a:ext uri="{FF2B5EF4-FFF2-40B4-BE49-F238E27FC236}">
                <a16:creationId xmlns:a16="http://schemas.microsoft.com/office/drawing/2014/main" xmlns="" id="{EA38E786-6A79-475B-9AE5-1A807E673FDD}"/>
              </a:ext>
            </a:extLst>
          </p:cNvPr>
          <p:cNvSpPr>
            <a:spLocks noGrp="1"/>
          </p:cNvSpPr>
          <p:nvPr/>
        </p:nvSpPr>
        <p:spPr>
          <a:xfrm>
            <a:off x="1295400" y="49244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30" name="benefit-right-box-0">
            <a:extLst>
              <a:ext uri="{FF2B5EF4-FFF2-40B4-BE49-F238E27FC236}">
                <a16:creationId xmlns:a16="http://schemas.microsoft.com/office/drawing/2014/main" xmlns="" id="{B939CB09-0722-4B35-860D-E972ABCB1F14}"/>
              </a:ext>
            </a:extLst>
          </p:cNvPr>
          <p:cNvSpPr>
            <a:spLocks noGrp="1"/>
          </p:cNvSpPr>
          <p:nvPr/>
        </p:nvSpPr>
        <p:spPr>
          <a:xfrm>
            <a:off x="8648700" y="22383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9941eb71c38746ba"/>
              </a:ext>
            </a:extLst>
          </a:blip>
          <a:stretch/>
        </p:blipFill>
        <p:spPr>
          <a:xfrm>
            <a:off x="8839200" y="2381250"/>
            <a:ext cx="266700" cy="266700"/>
          </a:xfrm>
          <a:prstGeom prst="rect">
            <a:avLst/>
          </a:prstGeom>
        </p:spPr>
      </p:pic>
      <p:sp>
        <p:nvSpPr>
          <p:cNvPr id="32" name="benefit-right-label-0">
            <a:extLst>
              <a:ext uri="{FF2B5EF4-FFF2-40B4-BE49-F238E27FC236}">
                <a16:creationId xmlns:a16="http://schemas.microsoft.com/office/drawing/2014/main" xmlns="" id="{E2C427F7-A34E-45AF-9EB7-2F2438AE344A}"/>
              </a:ext>
            </a:extLst>
          </p:cNvPr>
          <p:cNvSpPr>
            <a:spLocks noGrp="1"/>
          </p:cNvSpPr>
          <p:nvPr/>
        </p:nvSpPr>
        <p:spPr>
          <a:xfrm>
            <a:off x="9258300" y="22383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Better Communication</a:t>
            </a:r>
          </a:p>
        </p:txBody>
      </p:sp>
      <p:sp>
        <p:nvSpPr>
          <p:cNvPr id="33" name="benefit-right-box-1">
            <a:extLst>
              <a:ext uri="{FF2B5EF4-FFF2-40B4-BE49-F238E27FC236}">
                <a16:creationId xmlns:a16="http://schemas.microsoft.com/office/drawing/2014/main" xmlns="" id="{302B6615-7AF1-4455-BC1C-C8ED8147CA1C}"/>
              </a:ext>
            </a:extLst>
          </p:cNvPr>
          <p:cNvSpPr>
            <a:spLocks noGrp="1"/>
          </p:cNvSpPr>
          <p:nvPr/>
        </p:nvSpPr>
        <p:spPr>
          <a:xfrm>
            <a:off x="8648700" y="31337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2683436bfc44b37"/>
              </a:ext>
            </a:extLst>
          </a:blip>
          <a:stretch/>
        </p:blipFill>
        <p:spPr>
          <a:xfrm>
            <a:off x="8839200" y="3276600"/>
            <a:ext cx="266700" cy="266700"/>
          </a:xfrm>
          <a:prstGeom prst="rect">
            <a:avLst/>
          </a:prstGeom>
        </p:spPr>
      </p:pic>
      <p:sp>
        <p:nvSpPr>
          <p:cNvPr id="35" name="benefit-right-label-1">
            <a:extLst>
              <a:ext uri="{FF2B5EF4-FFF2-40B4-BE49-F238E27FC236}">
                <a16:creationId xmlns:a16="http://schemas.microsoft.com/office/drawing/2014/main" xmlns="" id="{6D26993C-26B0-48EC-B9E7-B00AF3822567}"/>
              </a:ext>
            </a:extLst>
          </p:cNvPr>
          <p:cNvSpPr>
            <a:spLocks noGrp="1"/>
          </p:cNvSpPr>
          <p:nvPr/>
        </p:nvSpPr>
        <p:spPr>
          <a:xfrm>
            <a:off x="9258300" y="31337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6" name="benefit-right-box-2">
            <a:extLst>
              <a:ext uri="{FF2B5EF4-FFF2-40B4-BE49-F238E27FC236}">
                <a16:creationId xmlns:a16="http://schemas.microsoft.com/office/drawing/2014/main" xmlns="" id="{18145D1F-2D0C-47D7-8C1B-8AE16EF0BDE8}"/>
              </a:ext>
            </a:extLst>
          </p:cNvPr>
          <p:cNvSpPr>
            <a:spLocks noGrp="1"/>
          </p:cNvSpPr>
          <p:nvPr/>
        </p:nvSpPr>
        <p:spPr>
          <a:xfrm>
            <a:off x="8648700" y="40290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15f9a81a119c423a"/>
              </a:ext>
            </a:extLst>
          </a:blip>
          <a:stretch/>
        </p:blipFill>
        <p:spPr>
          <a:xfrm>
            <a:off x="8839200" y="4171950"/>
            <a:ext cx="266700" cy="266700"/>
          </a:xfrm>
          <a:prstGeom prst="rect">
            <a:avLst/>
          </a:prstGeom>
        </p:spPr>
      </p:pic>
      <p:sp>
        <p:nvSpPr>
          <p:cNvPr id="38" name="benefit-right-label-2">
            <a:extLst>
              <a:ext uri="{FF2B5EF4-FFF2-40B4-BE49-F238E27FC236}">
                <a16:creationId xmlns:a16="http://schemas.microsoft.com/office/drawing/2014/main" xmlns="" id="{401DEDAC-F771-4EBD-8DD4-8C46365F1735}"/>
              </a:ext>
            </a:extLst>
          </p:cNvPr>
          <p:cNvSpPr>
            <a:spLocks noGrp="1"/>
          </p:cNvSpPr>
          <p:nvPr/>
        </p:nvSpPr>
        <p:spPr>
          <a:xfrm>
            <a:off x="9258300" y="40290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Global Networking</a:t>
            </a:r>
          </a:p>
        </p:txBody>
      </p:sp>
      <p:sp>
        <p:nvSpPr>
          <p:cNvPr id="39" name="benefit-right-box-3">
            <a:extLst>
              <a:ext uri="{FF2B5EF4-FFF2-40B4-BE49-F238E27FC236}">
                <a16:creationId xmlns:a16="http://schemas.microsoft.com/office/drawing/2014/main" xmlns="" id="{6BA22F50-CE81-4869-8EEB-F4BC974E02A8}"/>
              </a:ext>
            </a:extLst>
          </p:cNvPr>
          <p:cNvSpPr>
            <a:spLocks noGrp="1"/>
          </p:cNvSpPr>
          <p:nvPr/>
        </p:nvSpPr>
        <p:spPr>
          <a:xfrm>
            <a:off x="8648700" y="49244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0c827211cacb486a"/>
              </a:ext>
            </a:extLst>
          </a:blip>
          <a:stretch/>
        </p:blipFill>
        <p:spPr>
          <a:xfrm>
            <a:off x="8839200" y="5067300"/>
            <a:ext cx="266700" cy="266700"/>
          </a:xfrm>
          <a:prstGeom prst="rect">
            <a:avLst/>
          </a:prstGeom>
        </p:spPr>
      </p:pic>
      <p:sp>
        <p:nvSpPr>
          <p:cNvPr id="41" name="benefit-right-label-3">
            <a:extLst>
              <a:ext uri="{FF2B5EF4-FFF2-40B4-BE49-F238E27FC236}">
                <a16:creationId xmlns:a16="http://schemas.microsoft.com/office/drawing/2014/main" xmlns="" id="{6940C546-F20B-412A-83A5-583EFBDF8E55}"/>
              </a:ext>
            </a:extLst>
          </p:cNvPr>
          <p:cNvSpPr>
            <a:spLocks noGrp="1"/>
          </p:cNvSpPr>
          <p:nvPr/>
        </p:nvSpPr>
        <p:spPr>
          <a:xfrm>
            <a:off x="9258300" y="49244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Opportunities</a:t>
            </a:r>
          </a:p>
        </p:txBody>
      </p:sp>
      <p:sp>
        <p:nvSpPr>
          <p:cNvPr id="42" name="footer-rule-9">
            <a:extLst>
              <a:ext uri="{FF2B5EF4-FFF2-40B4-BE49-F238E27FC236}">
                <a16:creationId xmlns:a16="http://schemas.microsoft.com/office/drawing/2014/main" xmlns="" id="{C729F9A5-71A9-4C4C-8450-0C7DD00ED45E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3" name="footer-label-9">
            <a:extLst>
              <a:ext uri="{FF2B5EF4-FFF2-40B4-BE49-F238E27FC236}">
                <a16:creationId xmlns:a16="http://schemas.microsoft.com/office/drawing/2014/main" xmlns="" id="{4A1F6D45-EBA2-4FDA-A6C3-AF91E3A6248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4" name="footer-page-9">
            <a:extLst>
              <a:ext uri="{FF2B5EF4-FFF2-40B4-BE49-F238E27FC236}">
                <a16:creationId xmlns:a16="http://schemas.microsoft.com/office/drawing/2014/main" xmlns="" id="{37ABEBFE-96F6-4F09-AD7F-742B9D12AB3F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4531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9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8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7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6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4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3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6" grpId="0"/>
      <p:bldP spid="20" grpId="0"/>
      <p:bldP spid="23" grpId="0"/>
      <p:bldP spid="26" grpId="0"/>
      <p:bldP spid="29" grpId="0"/>
      <p:bldP spid="32" grpId="0"/>
      <p:bldP spid="35" grpId="0"/>
      <p:bldP spid="38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rand-gold-square">
            <a:extLst>
              <a:ext uri="{FF2B5EF4-FFF2-40B4-BE49-F238E27FC236}">
                <a16:creationId xmlns:a16="http://schemas.microsoft.com/office/drawing/2014/main" xmlns="" id="{2B7C1C31-8B4D-4865-A68F-F77FBDF17AE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:a16="http://schemas.microsoft.com/office/drawing/2014/main" xmlns="" id="{58E0A0AB-DA3C-4303-B1BD-70F200315A56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xmlns="" id="{CCD16D2A-F910-4CCA-8A40-E246AB4E958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Upcoming modules expand the platform’s reach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xmlns="" id="{86FAA105-3E64-4DD7-96B1-BC8F383403AA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A proposed next-stage roadmap shaped by the live platform and emerging community needs.</a:t>
            </a:r>
          </a:p>
        </p:txBody>
      </p:sp>
      <p:sp>
        <p:nvSpPr>
          <p:cNvPr id="5" name="upcoming-left-band">
            <a:extLst>
              <a:ext uri="{FF2B5EF4-FFF2-40B4-BE49-F238E27FC236}">
                <a16:creationId xmlns:a16="http://schemas.microsoft.com/office/drawing/2014/main" xmlns="" id="{9BEB303F-8F3B-4DFA-ADE3-8F0698C76EA0}"/>
              </a:ext>
            </a:extLst>
          </p:cNvPr>
          <p:cNvSpPr>
            <a:spLocks noGrp="1"/>
          </p:cNvSpPr>
          <p:nvPr/>
        </p:nvSpPr>
        <p:spPr>
          <a:xfrm>
            <a:off x="0" y="1914525"/>
            <a:ext cx="3143250" cy="4105275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upcoming-kicker">
            <a:extLst>
              <a:ext uri="{FF2B5EF4-FFF2-40B4-BE49-F238E27FC236}">
                <a16:creationId xmlns:a16="http://schemas.microsoft.com/office/drawing/2014/main" xmlns="" id="{6CA3825E-5EB5-4BED-BA9A-4594AD1168E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PROPOSED ROADMAP</a:t>
            </a:r>
          </a:p>
        </p:txBody>
      </p:sp>
      <p:sp>
        <p:nvSpPr>
          <p:cNvPr id="7" name="upcoming-next">
            <a:extLst>
              <a:ext uri="{FF2B5EF4-FFF2-40B4-BE49-F238E27FC236}">
                <a16:creationId xmlns:a16="http://schemas.microsoft.com/office/drawing/2014/main" xmlns="" id="{11CD5C80-BEB6-4F18-BE3D-829FFB8E4F89}"/>
              </a:ext>
            </a:extLst>
          </p:cNvPr>
          <p:cNvSpPr>
            <a:spLocks noGrp="1"/>
          </p:cNvSpPr>
          <p:nvPr/>
        </p:nvSpPr>
        <p:spPr>
          <a:xfrm>
            <a:off x="600075" y="2676525"/>
            <a:ext cx="2190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57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8" name="upcoming-left-rule">
            <a:extLst>
              <a:ext uri="{FF2B5EF4-FFF2-40B4-BE49-F238E27FC236}">
                <a16:creationId xmlns:a16="http://schemas.microsoft.com/office/drawing/2014/main" xmlns="" id="{95BB2D03-776F-4B00-89D2-57385F3CC67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04775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9" name="upcoming-left-copy">
            <a:extLst>
              <a:ext uri="{FF2B5EF4-FFF2-40B4-BE49-F238E27FC236}">
                <a16:creationId xmlns:a16="http://schemas.microsoft.com/office/drawing/2014/main" xmlns="" id="{941FCDB1-9A9C-45A6-8F64-6934188C7701}"/>
              </a:ext>
            </a:extLst>
          </p:cNvPr>
          <p:cNvSpPr>
            <a:spLocks noGrp="1"/>
          </p:cNvSpPr>
          <p:nvPr/>
        </p:nvSpPr>
        <p:spPr>
          <a:xfrm>
            <a:off x="628650" y="4191000"/>
            <a:ext cx="2095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Extend access.</a:t>
            </a:r>
          </a:p>
          <a:p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Deepen participation.</a:t>
            </a:r>
          </a:p>
          <a:p>
            <a:pPr algn="ctr">
              <a:lnSpc>
                <a:spcPct val="122000"/>
              </a:lnSpc>
              <a:buNone/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Measure community impact.</a:t>
            </a:r>
          </a:p>
        </p:txBody>
      </p:sp>
      <p:sp>
        <p:nvSpPr>
          <p:cNvPr id="10" name="upcoming-left-note">
            <a:extLst>
              <a:ext uri="{FF2B5EF4-FFF2-40B4-BE49-F238E27FC236}">
                <a16:creationId xmlns:a16="http://schemas.microsoft.com/office/drawing/2014/main" xmlns="" id="{AD574094-1AD7-4D11-A686-03BA2754F3F0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2133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975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Priorities can be phased by community value and operational readiness.</a:t>
            </a:r>
          </a:p>
        </p:txBody>
      </p:sp>
      <p:sp>
        <p:nvSpPr>
          <p:cNvPr id="11" name="upcoming-item-0-disc">
            <a:extLst>
              <a:ext uri="{FF2B5EF4-FFF2-40B4-BE49-F238E27FC236}">
                <a16:creationId xmlns:a16="http://schemas.microsoft.com/office/drawing/2014/main" xmlns="" id="{F5CE0B88-801D-4346-B903-C6448E58D9EE}"/>
              </a:ext>
            </a:extLst>
          </p:cNvPr>
          <p:cNvSpPr>
            <a:spLocks noGrp="1"/>
          </p:cNvSpPr>
          <p:nvPr/>
        </p:nvSpPr>
        <p:spPr>
          <a:xfrm>
            <a:off x="3714750" y="21526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de45bb7fe7584250"/>
              </a:ext>
            </a:extLst>
          </a:blip>
          <a:stretch/>
        </p:blipFill>
        <p:spPr>
          <a:xfrm>
            <a:off x="3843338" y="2281238"/>
            <a:ext cx="257175" cy="257175"/>
          </a:xfrm>
          <a:prstGeom prst="rect">
            <a:avLst/>
          </a:prstGeom>
        </p:spPr>
      </p:pic>
      <p:sp>
        <p:nvSpPr>
          <p:cNvPr id="13" name="upcoming-label-0">
            <a:extLst>
              <a:ext uri="{FF2B5EF4-FFF2-40B4-BE49-F238E27FC236}">
                <a16:creationId xmlns:a16="http://schemas.microsoft.com/office/drawing/2014/main" xmlns="" id="{5C6A4535-755F-48CB-BEB5-2186EA9B5693}"/>
              </a:ext>
            </a:extLst>
          </p:cNvPr>
          <p:cNvSpPr>
            <a:spLocks noGrp="1"/>
          </p:cNvSpPr>
          <p:nvPr/>
        </p:nvSpPr>
        <p:spPr>
          <a:xfrm>
            <a:off x="4400550" y="21336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Mobile App</a:t>
            </a:r>
          </a:p>
        </p:txBody>
      </p:sp>
      <p:sp>
        <p:nvSpPr>
          <p:cNvPr id="14" name="upcoming-desc-0">
            <a:extLst>
              <a:ext uri="{FF2B5EF4-FFF2-40B4-BE49-F238E27FC236}">
                <a16:creationId xmlns:a16="http://schemas.microsoft.com/office/drawing/2014/main" xmlns="" id="{EBCD1183-D73F-4403-9AEA-FEE1F3E7F8B7}"/>
              </a:ext>
            </a:extLst>
          </p:cNvPr>
          <p:cNvSpPr>
            <a:spLocks noGrp="1"/>
          </p:cNvSpPr>
          <p:nvPr/>
        </p:nvSpPr>
        <p:spPr>
          <a:xfrm>
            <a:off x="4400550" y="25146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Services and notifications anywhere</a:t>
            </a:r>
          </a:p>
        </p:txBody>
      </p:sp>
      <p:sp>
        <p:nvSpPr>
          <p:cNvPr id="15" name="upcoming-rule-0">
            <a:extLst>
              <a:ext uri="{FF2B5EF4-FFF2-40B4-BE49-F238E27FC236}">
                <a16:creationId xmlns:a16="http://schemas.microsoft.com/office/drawing/2014/main" xmlns="" id="{C8257A83-005C-4157-9B7A-2DD1B8F417F5}"/>
              </a:ext>
            </a:extLst>
          </p:cNvPr>
          <p:cNvSpPr>
            <a:spLocks noGrp="1"/>
          </p:cNvSpPr>
          <p:nvPr/>
        </p:nvSpPr>
        <p:spPr>
          <a:xfrm>
            <a:off x="4400550" y="3067050"/>
            <a:ext cx="280035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16" name="upcoming-item-1-disc">
            <a:extLst>
              <a:ext uri="{FF2B5EF4-FFF2-40B4-BE49-F238E27FC236}">
                <a16:creationId xmlns:a16="http://schemas.microsoft.com/office/drawing/2014/main" xmlns="" id="{2E55A14D-E8DD-48FC-BC1C-A2D8D3EBEEAE}"/>
              </a:ext>
            </a:extLst>
          </p:cNvPr>
          <p:cNvSpPr>
            <a:spLocks noGrp="1"/>
          </p:cNvSpPr>
          <p:nvPr/>
        </p:nvSpPr>
        <p:spPr>
          <a:xfrm>
            <a:off x="7639050" y="21526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bc2a00d6c4e34d17"/>
              </a:ext>
            </a:extLst>
          </a:blip>
          <a:stretch/>
        </p:blipFill>
        <p:spPr>
          <a:xfrm>
            <a:off x="7767638" y="2281238"/>
            <a:ext cx="257175" cy="257175"/>
          </a:xfrm>
          <a:prstGeom prst="rect">
            <a:avLst/>
          </a:prstGeom>
        </p:spPr>
      </p:pic>
      <p:sp>
        <p:nvSpPr>
          <p:cNvPr id="18" name="upcoming-label-1">
            <a:extLst>
              <a:ext uri="{FF2B5EF4-FFF2-40B4-BE49-F238E27FC236}">
                <a16:creationId xmlns:a16="http://schemas.microsoft.com/office/drawing/2014/main" xmlns="" id="{090122CF-0BCD-48C1-B26D-9B123601EAE8}"/>
              </a:ext>
            </a:extLst>
          </p:cNvPr>
          <p:cNvSpPr>
            <a:spLocks noGrp="1"/>
          </p:cNvSpPr>
          <p:nvPr/>
        </p:nvSpPr>
        <p:spPr>
          <a:xfrm>
            <a:off x="8324850" y="21336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Mentorship Exchange</a:t>
            </a:r>
          </a:p>
        </p:txBody>
      </p:sp>
      <p:sp>
        <p:nvSpPr>
          <p:cNvPr id="19" name="upcoming-desc-1">
            <a:extLst>
              <a:ext uri="{FF2B5EF4-FFF2-40B4-BE49-F238E27FC236}">
                <a16:creationId xmlns:a16="http://schemas.microsoft.com/office/drawing/2014/main" xmlns="" id="{FE6C2C1F-7388-4023-92A6-196DE04E6603}"/>
              </a:ext>
            </a:extLst>
          </p:cNvPr>
          <p:cNvSpPr>
            <a:spLocks noGrp="1"/>
          </p:cNvSpPr>
          <p:nvPr/>
        </p:nvSpPr>
        <p:spPr>
          <a:xfrm>
            <a:off x="8324850" y="25146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Students connected with professionals</a:t>
            </a:r>
          </a:p>
        </p:txBody>
      </p:sp>
      <p:sp>
        <p:nvSpPr>
          <p:cNvPr id="20" name="upcoming-rule-1">
            <a:extLst>
              <a:ext uri="{FF2B5EF4-FFF2-40B4-BE49-F238E27FC236}">
                <a16:creationId xmlns:a16="http://schemas.microsoft.com/office/drawing/2014/main" xmlns="" id="{4AFC4FA0-8FFF-47B4-B2D0-21D05BD0315F}"/>
              </a:ext>
            </a:extLst>
          </p:cNvPr>
          <p:cNvSpPr>
            <a:spLocks noGrp="1"/>
          </p:cNvSpPr>
          <p:nvPr/>
        </p:nvSpPr>
        <p:spPr>
          <a:xfrm>
            <a:off x="8324850" y="3067050"/>
            <a:ext cx="280035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21" name="upcoming-item-2-disc">
            <a:extLst>
              <a:ext uri="{FF2B5EF4-FFF2-40B4-BE49-F238E27FC236}">
                <a16:creationId xmlns:a16="http://schemas.microsoft.com/office/drawing/2014/main" xmlns="" id="{62EBE79F-7886-496D-A735-2523C5EA03D1}"/>
              </a:ext>
            </a:extLst>
          </p:cNvPr>
          <p:cNvSpPr>
            <a:spLocks noGrp="1"/>
          </p:cNvSpPr>
          <p:nvPr/>
        </p:nvSpPr>
        <p:spPr>
          <a:xfrm>
            <a:off x="3714750" y="33337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7ccbf0af6cf46ad"/>
              </a:ext>
            </a:extLst>
          </a:blip>
          <a:stretch/>
        </p:blipFill>
        <p:spPr>
          <a:xfrm>
            <a:off x="3843338" y="3462338"/>
            <a:ext cx="257175" cy="257175"/>
          </a:xfrm>
          <a:prstGeom prst="rect">
            <a:avLst/>
          </a:prstGeom>
        </p:spPr>
      </p:pic>
      <p:sp>
        <p:nvSpPr>
          <p:cNvPr id="23" name="upcoming-label-2">
            <a:extLst>
              <a:ext uri="{FF2B5EF4-FFF2-40B4-BE49-F238E27FC236}">
                <a16:creationId xmlns:a16="http://schemas.microsoft.com/office/drawing/2014/main" xmlns="" id="{C8613597-ADE0-40B5-BB76-28AD85DBDECD}"/>
              </a:ext>
            </a:extLst>
          </p:cNvPr>
          <p:cNvSpPr>
            <a:spLocks noGrp="1"/>
          </p:cNvSpPr>
          <p:nvPr/>
        </p:nvSpPr>
        <p:spPr>
          <a:xfrm>
            <a:off x="4400550" y="33147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Welfare Management</a:t>
            </a:r>
          </a:p>
        </p:txBody>
      </p:sp>
      <p:sp>
        <p:nvSpPr>
          <p:cNvPr id="24" name="upcoming-desc-2">
            <a:extLst>
              <a:ext uri="{FF2B5EF4-FFF2-40B4-BE49-F238E27FC236}">
                <a16:creationId xmlns:a16="http://schemas.microsoft.com/office/drawing/2014/main" xmlns="" id="{B9137D84-EA66-4504-A863-54D0BC48FD38}"/>
              </a:ext>
            </a:extLst>
          </p:cNvPr>
          <p:cNvSpPr>
            <a:spLocks noGrp="1"/>
          </p:cNvSpPr>
          <p:nvPr/>
        </p:nvSpPr>
        <p:spPr>
          <a:xfrm>
            <a:off x="4400550" y="36957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Transparent support and community giving</a:t>
            </a:r>
          </a:p>
        </p:txBody>
      </p:sp>
      <p:sp>
        <p:nvSpPr>
          <p:cNvPr id="25" name="upcoming-rule-2">
            <a:extLst>
              <a:ext uri="{FF2B5EF4-FFF2-40B4-BE49-F238E27FC236}">
                <a16:creationId xmlns:a16="http://schemas.microsoft.com/office/drawing/2014/main" xmlns="" id="{1A4A35BE-E2F7-4468-A1C5-068F0813A08B}"/>
              </a:ext>
            </a:extLst>
          </p:cNvPr>
          <p:cNvSpPr>
            <a:spLocks noGrp="1"/>
          </p:cNvSpPr>
          <p:nvPr/>
        </p:nvSpPr>
        <p:spPr>
          <a:xfrm>
            <a:off x="4400550" y="4248150"/>
            <a:ext cx="280035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26" name="upcoming-item-3-disc">
            <a:extLst>
              <a:ext uri="{FF2B5EF4-FFF2-40B4-BE49-F238E27FC236}">
                <a16:creationId xmlns:a16="http://schemas.microsoft.com/office/drawing/2014/main" xmlns="" id="{FDDD99D5-5759-41AD-A520-7C573DE00CAE}"/>
              </a:ext>
            </a:extLst>
          </p:cNvPr>
          <p:cNvSpPr>
            <a:spLocks noGrp="1"/>
          </p:cNvSpPr>
          <p:nvPr/>
        </p:nvSpPr>
        <p:spPr>
          <a:xfrm>
            <a:off x="7639050" y="33337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ebb7666a00d9482c"/>
              </a:ext>
            </a:extLst>
          </a:blip>
          <a:stretch/>
        </p:blipFill>
        <p:spPr>
          <a:xfrm>
            <a:off x="7767638" y="3462338"/>
            <a:ext cx="257175" cy="257175"/>
          </a:xfrm>
          <a:prstGeom prst="rect">
            <a:avLst/>
          </a:prstGeom>
        </p:spPr>
      </p:pic>
      <p:sp>
        <p:nvSpPr>
          <p:cNvPr id="28" name="upcoming-label-3">
            <a:extLst>
              <a:ext uri="{FF2B5EF4-FFF2-40B4-BE49-F238E27FC236}">
                <a16:creationId xmlns:a16="http://schemas.microsoft.com/office/drawing/2014/main" xmlns="" id="{705A9D0C-133D-4A07-9138-42693AB6B938}"/>
              </a:ext>
            </a:extLst>
          </p:cNvPr>
          <p:cNvSpPr>
            <a:spLocks noGrp="1"/>
          </p:cNvSpPr>
          <p:nvPr/>
        </p:nvSpPr>
        <p:spPr>
          <a:xfrm>
            <a:off x="8324850" y="33147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Scholarship Tracker</a:t>
            </a:r>
          </a:p>
        </p:txBody>
      </p:sp>
      <p:sp>
        <p:nvSpPr>
          <p:cNvPr id="29" name="upcoming-desc-3">
            <a:extLst>
              <a:ext uri="{FF2B5EF4-FFF2-40B4-BE49-F238E27FC236}">
                <a16:creationId xmlns:a16="http://schemas.microsoft.com/office/drawing/2014/main" xmlns="" id="{9FBF8CA1-C87D-4021-B18F-DA357E4126C3}"/>
              </a:ext>
            </a:extLst>
          </p:cNvPr>
          <p:cNvSpPr>
            <a:spLocks noGrp="1"/>
          </p:cNvSpPr>
          <p:nvPr/>
        </p:nvSpPr>
        <p:spPr>
          <a:xfrm>
            <a:off x="8324850" y="36957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Guidance and application progress</a:t>
            </a:r>
          </a:p>
        </p:txBody>
      </p:sp>
      <p:sp>
        <p:nvSpPr>
          <p:cNvPr id="30" name="upcoming-rule-3">
            <a:extLst>
              <a:ext uri="{FF2B5EF4-FFF2-40B4-BE49-F238E27FC236}">
                <a16:creationId xmlns:a16="http://schemas.microsoft.com/office/drawing/2014/main" xmlns="" id="{92B12A94-0F77-43A3-AC3F-BD1B4D1784D8}"/>
              </a:ext>
            </a:extLst>
          </p:cNvPr>
          <p:cNvSpPr>
            <a:spLocks noGrp="1"/>
          </p:cNvSpPr>
          <p:nvPr/>
        </p:nvSpPr>
        <p:spPr>
          <a:xfrm>
            <a:off x="8324850" y="4248150"/>
            <a:ext cx="280035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31" name="upcoming-item-4-disc">
            <a:extLst>
              <a:ext uri="{FF2B5EF4-FFF2-40B4-BE49-F238E27FC236}">
                <a16:creationId xmlns:a16="http://schemas.microsoft.com/office/drawing/2014/main" xmlns="" id="{E78700BD-83D4-460D-B509-239B34A68F5C}"/>
              </a:ext>
            </a:extLst>
          </p:cNvPr>
          <p:cNvSpPr>
            <a:spLocks noGrp="1"/>
          </p:cNvSpPr>
          <p:nvPr/>
        </p:nvSpPr>
        <p:spPr>
          <a:xfrm>
            <a:off x="3714750" y="45148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25d3bb1c23354c7b"/>
              </a:ext>
            </a:extLst>
          </a:blip>
          <a:stretch/>
        </p:blipFill>
        <p:spPr>
          <a:xfrm>
            <a:off x="3843338" y="4643438"/>
            <a:ext cx="257175" cy="257175"/>
          </a:xfrm>
          <a:prstGeom prst="rect">
            <a:avLst/>
          </a:prstGeom>
        </p:spPr>
      </p:pic>
      <p:sp>
        <p:nvSpPr>
          <p:cNvPr id="33" name="upcoming-label-4">
            <a:extLst>
              <a:ext uri="{FF2B5EF4-FFF2-40B4-BE49-F238E27FC236}">
                <a16:creationId xmlns:a16="http://schemas.microsoft.com/office/drawing/2014/main" xmlns="" id="{FEEF7FE1-F25A-461A-BDB4-EA1BFEF5344D}"/>
              </a:ext>
            </a:extLst>
          </p:cNvPr>
          <p:cNvSpPr>
            <a:spLocks noGrp="1"/>
          </p:cNvSpPr>
          <p:nvPr/>
        </p:nvSpPr>
        <p:spPr>
          <a:xfrm>
            <a:off x="4400550" y="44958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Local Council Portals</a:t>
            </a:r>
          </a:p>
        </p:txBody>
      </p:sp>
      <p:sp>
        <p:nvSpPr>
          <p:cNvPr id="34" name="upcoming-desc-4">
            <a:extLst>
              <a:ext uri="{FF2B5EF4-FFF2-40B4-BE49-F238E27FC236}">
                <a16:creationId xmlns:a16="http://schemas.microsoft.com/office/drawing/2014/main" xmlns="" id="{1589A8CD-CC8C-447B-90E1-469B6782E8B7}"/>
              </a:ext>
            </a:extLst>
          </p:cNvPr>
          <p:cNvSpPr>
            <a:spLocks noGrp="1"/>
          </p:cNvSpPr>
          <p:nvPr/>
        </p:nvSpPr>
        <p:spPr>
          <a:xfrm>
            <a:off x="4400550" y="48768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Village and union-council coordination</a:t>
            </a:r>
          </a:p>
        </p:txBody>
      </p:sp>
      <p:sp>
        <p:nvSpPr>
          <p:cNvPr id="35" name="upcoming-item-5-disc">
            <a:extLst>
              <a:ext uri="{FF2B5EF4-FFF2-40B4-BE49-F238E27FC236}">
                <a16:creationId xmlns:a16="http://schemas.microsoft.com/office/drawing/2014/main" xmlns="" id="{C599C064-D037-4F46-A7EB-2CC3FB3C0EAD}"/>
              </a:ext>
            </a:extLst>
          </p:cNvPr>
          <p:cNvSpPr>
            <a:spLocks noGrp="1"/>
          </p:cNvSpPr>
          <p:nvPr/>
        </p:nvSpPr>
        <p:spPr>
          <a:xfrm>
            <a:off x="7639050" y="4514850"/>
            <a:ext cx="514350" cy="51435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7abd1b1687aa4662"/>
              </a:ext>
            </a:extLst>
          </a:blip>
          <a:stretch/>
        </p:blipFill>
        <p:spPr>
          <a:xfrm>
            <a:off x="7767638" y="4643438"/>
            <a:ext cx="257175" cy="257175"/>
          </a:xfrm>
          <a:prstGeom prst="rect">
            <a:avLst/>
          </a:prstGeom>
        </p:spPr>
      </p:pic>
      <p:sp>
        <p:nvSpPr>
          <p:cNvPr id="37" name="upcoming-label-5">
            <a:extLst>
              <a:ext uri="{FF2B5EF4-FFF2-40B4-BE49-F238E27FC236}">
                <a16:creationId xmlns:a16="http://schemas.microsoft.com/office/drawing/2014/main" xmlns="" id="{9FCAD1D5-5E38-4F78-97EE-E1FFE02D6749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02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Impact Analytics</a:t>
            </a:r>
          </a:p>
        </p:txBody>
      </p:sp>
      <p:sp>
        <p:nvSpPr>
          <p:cNvPr id="38" name="upcoming-desc-5">
            <a:extLst>
              <a:ext uri="{FF2B5EF4-FFF2-40B4-BE49-F238E27FC236}">
                <a16:creationId xmlns:a16="http://schemas.microsoft.com/office/drawing/2014/main" xmlns="" id="{058A6D01-DA0D-428D-A6D9-0AD02904C3DF}"/>
              </a:ext>
            </a:extLst>
          </p:cNvPr>
          <p:cNvSpPr>
            <a:spLocks noGrp="1"/>
          </p:cNvSpPr>
          <p:nvPr/>
        </p:nvSpPr>
        <p:spPr>
          <a:xfrm>
            <a:off x="8324850" y="4876800"/>
            <a:ext cx="3000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12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Reach, outcomes and transparent reporting</a:t>
            </a:r>
          </a:p>
        </p:txBody>
      </p:sp>
      <p:sp>
        <p:nvSpPr>
          <p:cNvPr id="39" name="footer-rule-10">
            <a:extLst>
              <a:ext uri="{FF2B5EF4-FFF2-40B4-BE49-F238E27FC236}">
                <a16:creationId xmlns:a16="http://schemas.microsoft.com/office/drawing/2014/main" xmlns="" id="{98D113AA-EB84-4E48-B2CA-1B9B827E3901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40" name="footer-label-10">
            <a:extLst>
              <a:ext uri="{FF2B5EF4-FFF2-40B4-BE49-F238E27FC236}">
                <a16:creationId xmlns:a16="http://schemas.microsoft.com/office/drawing/2014/main" xmlns="" id="{21811485-7032-45F1-8904-7FDBD7337CD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1" name="footer-page-10">
            <a:extLst>
              <a:ext uri="{FF2B5EF4-FFF2-40B4-BE49-F238E27FC236}">
                <a16:creationId xmlns:a16="http://schemas.microsoft.com/office/drawing/2014/main" xmlns="" id="{B66B80FA-BBF4-4830-A282-6B137081C4FE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4302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4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4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74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4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7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34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7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7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9" grpId="0"/>
      <p:bldP spid="13" grpId="0"/>
      <p:bldP spid="14" grpId="0"/>
      <p:bldP spid="18" grpId="0"/>
      <p:bldP spid="19" grpId="0"/>
      <p:bldP spid="23" grpId="0"/>
      <p:bldP spid="24" grpId="0"/>
      <p:bldP spid="28" grpId="0"/>
      <p:bldP spid="29" grpId="0"/>
      <p:bldP spid="33" grpId="0"/>
      <p:bldP spid="34" grpId="0"/>
      <p:bldP spid="37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losing-side-panel">
            <a:extLst>
              <a:ext uri="{FF2B5EF4-FFF2-40B4-BE49-F238E27FC236}">
                <a16:creationId xmlns:a16="http://schemas.microsoft.com/office/drawing/2014/main" xmlns="" id="{083162A0-104A-4572-997B-86F7936DA402}"/>
              </a:ext>
            </a:extLst>
          </p:cNvPr>
          <p:cNvSpPr>
            <a:spLocks noGrp="1"/>
          </p:cNvSpPr>
          <p:nvPr/>
        </p:nvSpPr>
        <p:spPr>
          <a:xfrm>
            <a:off x="8896350" y="0"/>
            <a:ext cx="3295650" cy="685800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2" name="closing-logo-halo">
            <a:extLst>
              <a:ext uri="{FF2B5EF4-FFF2-40B4-BE49-F238E27FC236}">
                <a16:creationId xmlns:a16="http://schemas.microsoft.com/office/drawing/2014/main" xmlns="" id="{E7152BE6-93ED-45BE-9611-2263E2A85E10}"/>
              </a:ext>
            </a:extLst>
          </p:cNvPr>
          <p:cNvSpPr>
            <a:spLocks noGrp="1"/>
          </p:cNvSpPr>
          <p:nvPr/>
        </p:nvSpPr>
        <p:spPr>
          <a:xfrm>
            <a:off x="9077325" y="914400"/>
            <a:ext cx="2933700" cy="2933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A15B"/>
            </a:solidFill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0" y="981075"/>
            <a:ext cx="2800350" cy="2800350"/>
          </a:xfrm>
          <a:prstGeom prst="rect">
            <a:avLst/>
          </a:prstGeom>
        </p:spPr>
      </p:pic>
      <p:sp>
        <p:nvSpPr>
          <p:cNvPr id="4" name="closing-rule-top">
            <a:extLst>
              <a:ext uri="{FF2B5EF4-FFF2-40B4-BE49-F238E27FC236}">
                <a16:creationId xmlns:a16="http://schemas.microsoft.com/office/drawing/2014/main" xmlns="" id="{E8EF16C1-8708-4203-8570-D7E304FDB21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" cy="47625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5" name="closing-eyebrow">
            <a:extLst>
              <a:ext uri="{FF2B5EF4-FFF2-40B4-BE49-F238E27FC236}">
                <a16:creationId xmlns:a16="http://schemas.microsoft.com/office/drawing/2014/main" xmlns="" id="{25BEE517-B882-43E0-B23C-4D62337A185C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6" name="closing-main">
            <a:extLst>
              <a:ext uri="{FF2B5EF4-FFF2-40B4-BE49-F238E27FC236}">
                <a16:creationId xmlns:a16="http://schemas.microsoft.com/office/drawing/2014/main" xmlns="" id="{80BBF0CA-BC7A-4D44-A331-2D4971273405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7810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Together, We Are Building</a:t>
            </a:r>
          </a:p>
          <a:p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Digital Future of TNR.</a:t>
            </a:r>
          </a:p>
        </p:txBody>
      </p:sp>
      <p:sp>
        <p:nvSpPr>
          <p:cNvPr id="7" name="closing-rule-mid">
            <a:extLst>
              <a:ext uri="{FF2B5EF4-FFF2-40B4-BE49-F238E27FC236}">
                <a16:creationId xmlns:a16="http://schemas.microsoft.com/office/drawing/2014/main" xmlns="" id="{ECC975B9-3AC5-485E-BD87-28225D6FA34D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17145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8" name="closing-quote">
            <a:extLst>
              <a:ext uri="{FF2B5EF4-FFF2-40B4-BE49-F238E27FC236}">
                <a16:creationId xmlns:a16="http://schemas.microsoft.com/office/drawing/2014/main" xmlns="" id="{4B263FF0-88DB-4CB7-AC6A-6FF8A45BF38D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666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Technology becomes meaningful</a:t>
            </a:r>
          </a:p>
          <a:p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when it serves the community.</a:t>
            </a:r>
          </a:p>
        </p:txBody>
      </p:sp>
      <p:sp>
        <p:nvSpPr>
          <p:cNvPr id="9" name="closing-presenter">
            <a:extLst>
              <a:ext uri="{FF2B5EF4-FFF2-40B4-BE49-F238E27FC236}">
                <a16:creationId xmlns:a16="http://schemas.microsoft.com/office/drawing/2014/main" xmlns="" id="{010581ED-E2A0-4B4D-A51A-B8918F670BF3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SHABBIR HUSSAIN  •  TECHNICAL COORDINATOR – TNR</a:t>
            </a:r>
          </a:p>
        </p:txBody>
      </p:sp>
      <p:sp>
        <p:nvSpPr>
          <p:cNvPr id="10" name="closing-logo-rule">
            <a:extLst>
              <a:ext uri="{FF2B5EF4-FFF2-40B4-BE49-F238E27FC236}">
                <a16:creationId xmlns:a16="http://schemas.microsoft.com/office/drawing/2014/main" xmlns="" id="{B3BB5531-C845-42E8-B17D-6D6B1CA18716}"/>
              </a:ext>
            </a:extLst>
          </p:cNvPr>
          <p:cNvSpPr>
            <a:spLocks noGrp="1"/>
          </p:cNvSpPr>
          <p:nvPr/>
        </p:nvSpPr>
        <p:spPr>
          <a:xfrm>
            <a:off x="9553575" y="4248150"/>
            <a:ext cx="1981200" cy="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11" name="closing-platform">
            <a:extLst>
              <a:ext uri="{FF2B5EF4-FFF2-40B4-BE49-F238E27FC236}">
                <a16:creationId xmlns:a16="http://schemas.microsoft.com/office/drawing/2014/main" xmlns="" id="{9B04E91B-7492-4921-BD6A-8D4A127D33A6}"/>
              </a:ext>
            </a:extLst>
          </p:cNvPr>
          <p:cNvSpPr>
            <a:spLocks noGrp="1"/>
          </p:cNvSpPr>
          <p:nvPr/>
        </p:nvSpPr>
        <p:spPr>
          <a:xfrm>
            <a:off x="9124950" y="4476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12" name="closing-connected">
            <a:extLst>
              <a:ext uri="{FF2B5EF4-FFF2-40B4-BE49-F238E27FC236}">
                <a16:creationId xmlns:a16="http://schemas.microsoft.com/office/drawing/2014/main" xmlns="" id="{B91BCE11-7DAC-44B4-B3A5-D836A31535B7}"/>
              </a:ext>
            </a:extLst>
          </p:cNvPr>
          <p:cNvSpPr>
            <a:spLocks noGrp="1"/>
          </p:cNvSpPr>
          <p:nvPr/>
        </p:nvSpPr>
        <p:spPr>
          <a:xfrm>
            <a:off x="9124950" y="48291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637759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1449</Words>
  <Application>Microsoft Office PowerPoint</Application>
  <DocSecurity>0</DocSecurity>
  <PresentationFormat>Widescreen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ARIFA OVERSEAS 4</cp:lastModifiedBy>
  <cp:revision>1</cp:revision>
  <dcterms:created xsi:type="dcterms:W3CDTF">2026-08-04T11:33:54Z</dcterms:created>
  <dcterms:modified xsi:type="dcterms:W3CDTF">2026-08-04T11:36:44Z</dcterms:modified>
</cp:coreProperties>
</file>