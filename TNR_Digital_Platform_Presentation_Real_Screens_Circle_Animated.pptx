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6622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framing the platform as community infrastructure, not simply a website.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Hero artwork: user-provided hero.jpg, also used by the live TNR election portal.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4015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member dashboard to show how identity, services, records and communication meet in one interface.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Member portal dashboard: user-provided tnr portal dashbaoard.png.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867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0052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3836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0533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card front, QR-enabled back and certificate as one trust system rather than three separate documents.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Membership card: user-provided TNR Card.pdf, rendered from the original PDF.</a:t>
            </a:r>
          </a:p>
          <a:p>
            <a:r>
              <a:t>- Membership certificate: user-provided tnr certificate.pdf, rendered from the original PDF.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3999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real AI Assistant screenshot to demonstrate that member guidance is already available within the platform.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AI Assistant screenshot: user-provided platform capture, ai-assistant-real.png.</a:t>
            </a:r>
          </a:p>
          <a:p>
            <a:r>
              <a:t>- No real CV Builder screenshot was provided; the CV frame remains clearly labeled as a screenshot placeholder.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5272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live election portal verifies a registered email with a six-digit OTP, confirms member identity, supports a reviewed ballot, issues a unique receipt code, and publishes results views.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TNR Election Portal and process details: https://www.evotegb.com/election-portal, accessed 2026-08-04.</a:t>
            </a:r>
          </a:p>
          <a:p>
            <a:r>
              <a:t>- Election results screenshot: user-provided platform capture, election-results-real.png.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4208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5260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 these as proposed next-stage modules, not as already approved delivery commitments.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Roadmap framing informed by the live TNR public platform and current service architecture: https://www.evotegb.com/, accessed 2026-08-04.</a:t>
            </a:r>
          </a:p>
          <a:p>
            <a:r>
              <a:t>- Membership services reviewed at https://www.evotegb.com/membership, accessed 2026-08-04.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74619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community purpose: technology is the enabler, not the destination.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5966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b087c3dd7a1741a7" Type="http://schemas.openxmlformats.org/officeDocument/2006/relationships/image" Target="../media/image4.svg"/><Relationship Id="Rcaa0f877bab6482d" Type="http://schemas.openxmlformats.org/officeDocument/2006/relationships/image" Target="../media/image2.svg"/><Relationship Id="Rf7a4171fbfd54e54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a6a0d6c8052a4577" Type="http://schemas.openxmlformats.org/officeDocument/2006/relationships/image" Target="../media/image5.svg"/><Relationship Id="R72f9b27bbff94a29" Type="http://schemas.openxmlformats.org/officeDocument/2006/relationships/image" Target="../media/image.svg"/></Relationships>
</file>

<file path=ppt/slides/_rels/slide4.xml.rels><?xml version="1.0" encoding="UTF-8" standalone="yes"?>
<Relationships xmlns="http://schemas.openxmlformats.org/package/2006/relationships"><Relationship Id="R6e426831b0f7402c" Type="http://schemas.openxmlformats.org/officeDocument/2006/relationships/image" Target="../media/image9.svg"/><Relationship Id="rId3" Type="http://schemas.openxmlformats.org/officeDocument/2006/relationships/image" Target="../media/image4.png"/><Relationship Id="Rc041db9554184b42" Type="http://schemas.openxmlformats.org/officeDocument/2006/relationships/image" Target="../media/image14.svg"/><Relationship Id="Rb851c64a90ae474f" Type="http://schemas.openxmlformats.org/officeDocument/2006/relationships/image" Target="../media/image10.svg"/><Relationship Id="R713108f7677b4b61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0f3fe2b6b7dd4f66" Type="http://schemas.openxmlformats.org/officeDocument/2006/relationships/image" Target="../media/image6.svg"/><Relationship Id="Rc32e1d92c66143b8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b2e742e14b8c425c" Type="http://schemas.openxmlformats.org/officeDocument/2006/relationships/image" Target="../media/image7.svg"/><Relationship Id="R200166391d6149f0" Type="http://schemas.openxmlformats.org/officeDocument/2006/relationships/image" Target="../media/image8.svg"/><Relationship Id="Rcbc1db8d471b4495" Type="http://schemas.openxmlformats.org/officeDocument/2006/relationships/image" Target="../media/image13.svg"/><Relationship Id="Rfdfd879821934947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f5cd6cb54f5940e6" Type="http://schemas.openxmlformats.org/officeDocument/2006/relationships/image" Target="../media/image19.svg"/><Relationship Id="Rcd277a24edce48f2" Type="http://schemas.openxmlformats.org/officeDocument/2006/relationships/image" Target="../media/image20.svg"/><Relationship Id="rId3" Type="http://schemas.openxmlformats.org/officeDocument/2006/relationships/image" Target="../media/image4.png"/><Relationship Id="R5477d31654a5445e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548a0ec4d4854bfe" Type="http://schemas.openxmlformats.org/officeDocument/2006/relationships/image" Target="../media/image18.svg"/><Relationship Id="R826b7f0eb2f84f0b" Type="http://schemas.openxmlformats.org/officeDocument/2006/relationships/image" Target="../media/image16.svg"/><Relationship Id="R2f3461ab7f7540b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c0c50bb6e16f473e" Type="http://schemas.openxmlformats.org/officeDocument/2006/relationships/image" Target="../media/image23.svg"/><Relationship Id="Rdfbb9d81901d4a6c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8b71a8b0867e4274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e0fe0911fc1b462a" Type="http://schemas.openxmlformats.org/officeDocument/2006/relationships/image" Target="../media/image27.svg"/><Relationship Id="R8391c51f901b4a48" Type="http://schemas.openxmlformats.org/officeDocument/2006/relationships/image" Target="../media/image25.svg"/><Relationship Id="R849a6c3e80a54850" Type="http://schemas.openxmlformats.org/officeDocument/2006/relationships/image" Target="../media/image28.svg"/><Relationship Id="rId4" Type="http://schemas.openxmlformats.org/officeDocument/2006/relationships/image" Target="../media/image4.png"/><Relationship Id="R734f16b19525473e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b4406d93bb5f4286" Type="http://schemas.openxmlformats.org/officeDocument/2006/relationships/image" Target="../media/image29.svg"/><Relationship Id="rId3" Type="http://schemas.openxmlformats.org/officeDocument/2006/relationships/image" Target="../media/image4.png"/><Relationship Id="R54f659573c534f0c" Type="http://schemas.openxmlformats.org/officeDocument/2006/relationships/image" Target="../media/image31.svg"/><Relationship Id="rId2" Type="http://schemas.openxmlformats.org/officeDocument/2006/relationships/notesSlide" Target="../notesSlides/notesSlide8.xml"/><Relationship Id="Rbf467b6e9ef44821" Type="http://schemas.openxmlformats.org/officeDocument/2006/relationships/image" Target="../media/image30.svg"/><Relationship Id="Rcf78937921384f60" Type="http://schemas.openxmlformats.org/officeDocument/2006/relationships/image" Target="../media/image3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2c2323f4b9b240d2" Type="http://schemas.openxmlformats.org/officeDocument/2006/relationships/image" Target="../media/image37.sv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b5e0e5012e914736" Type="http://schemas.openxmlformats.org/officeDocument/2006/relationships/image" Target="../media/image41.svg"/><Relationship Id="rId1" Type="http://schemas.openxmlformats.org/officeDocument/2006/relationships/slideLayout" Target="../slideLayouts/slideLayout1.xml"/><Relationship Id="R299366b62d2c4b5e" Type="http://schemas.openxmlformats.org/officeDocument/2006/relationships/image" Target="../media/image33.svg"/><Relationship Id="Ra068415eb77d4a8c" Type="http://schemas.openxmlformats.org/officeDocument/2006/relationships/image" Target="../media/image35.svg"/><Relationship Id="R3236c8792d834b03" Type="http://schemas.openxmlformats.org/officeDocument/2006/relationships/image" Target="../media/image40.svg"/><Relationship Id="Raadd9c549b6745e6" Type="http://schemas.openxmlformats.org/officeDocument/2006/relationships/image" Target="../media/image34.svg"/><Relationship Id="Rf82cc0c43ddd4178" Type="http://schemas.openxmlformats.org/officeDocument/2006/relationships/image" Target="../media/image38.svg"/><Relationship Id="R216a4ff5142b44a1" Type="http://schemas.openxmlformats.org/officeDocument/2006/relationships/image" Target="../media/image36.svg"/><Relationship Id="R5c86727a0ae74c0d" Type="http://schemas.openxmlformats.org/officeDocument/2006/relationships/image" Target="../media/image39.svg"/></Relationships>
</file>

<file path=ppt/slides/_rels/slide10.xml.rels><?xml version="1.0" encoding="UTF-8" standalone="yes"?>
<Relationships xmlns="http://schemas.openxmlformats.org/package/2006/relationships"><Relationship Id="Ra3906233f0874cec" Type="http://schemas.openxmlformats.org/officeDocument/2006/relationships/image" Target="../media/image44.svg"/><Relationship Id="rId3" Type="http://schemas.openxmlformats.org/officeDocument/2006/relationships/image" Target="../media/image4.png"/><Relationship Id="Rc2287b52e423460a" Type="http://schemas.openxmlformats.org/officeDocument/2006/relationships/image" Target="../media/image47.svg"/><Relationship Id="rId2" Type="http://schemas.openxmlformats.org/officeDocument/2006/relationships/notesSlide" Target="../notesSlides/notesSlide10.xml"/><Relationship Id="Rfad24fcfa94e4a15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239815c95b8046ad" Type="http://schemas.openxmlformats.org/officeDocument/2006/relationships/image" Target="../media/image45.svg"/><Relationship Id="R65c56a8ee3384285" Type="http://schemas.openxmlformats.org/officeDocument/2006/relationships/image" Target="../media/image46.svg"/><Relationship Id="R56eae204d4374877" Type="http://schemas.openxmlformats.org/officeDocument/2006/relationships/image" Target="../media/image4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over-left-overlay">
            <a:extLst>
              <a:ext uri="{FF2B5EF4-FFF2-40B4-BE49-F238E27FC236}">
                <a16:creationId xmlns:a16="http://schemas.microsoft.com/office/drawing/2014/main" xmlns="" id="{D87B6778-F587-4331-AF57-72CFD877AC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29450" cy="6858000"/>
          </a:xfrm>
          <a:prstGeom prst="rect">
            <a:avLst/>
          </a:prstGeom>
          <a:solidFill>
            <a:srgbClr val="071E18">
              <a:alpha val="94902"/>
            </a:srgbClr>
          </a:solidFill>
          <a:ln w="0">
            <a:noFill/>
            <a:prstDash val="solid"/>
          </a:ln>
        </p:spPr>
      </p:sp>
      <p:sp>
        <p:nvSpPr>
          <p:cNvPr id="3" name="cover-image-wash">
            <a:extLst>
              <a:ext uri="{FF2B5EF4-FFF2-40B4-BE49-F238E27FC236}">
                <a16:creationId xmlns:a16="http://schemas.microsoft.com/office/drawing/2014/main" xmlns="" id="{8CB323EC-B982-4385-84F2-7E5C4DBBFCB5}"/>
              </a:ext>
            </a:extLst>
          </p:cNvPr>
          <p:cNvSpPr>
            <a:spLocks noGrp="1"/>
          </p:cNvSpPr>
          <p:nvPr/>
        </p:nvSpPr>
        <p:spPr>
          <a:xfrm>
            <a:off x="7029450" y="0"/>
            <a:ext cx="1428750" cy="6858000"/>
          </a:xfrm>
          <a:prstGeom prst="rect">
            <a:avLst/>
          </a:prstGeom>
          <a:solidFill>
            <a:srgbClr val="071E18">
              <a:alpha val="47059"/>
            </a:srgbClr>
          </a:solidFill>
          <a:ln w="0">
            <a:noFill/>
            <a:prstDash val="solid"/>
          </a:ln>
        </p:spPr>
      </p:sp>
      <p:sp>
        <p:nvSpPr>
          <p:cNvPr id="4" name="cover-divider">
            <a:extLst>
              <a:ext uri="{FF2B5EF4-FFF2-40B4-BE49-F238E27FC236}">
                <a16:creationId xmlns:a16="http://schemas.microsoft.com/office/drawing/2014/main" xmlns="" id="{3A47C9E0-A002-4727-B680-960DB6F2C6F0}"/>
              </a:ext>
            </a:extLst>
          </p:cNvPr>
          <p:cNvSpPr>
            <a:spLocks noGrp="1"/>
          </p:cNvSpPr>
          <p:nvPr/>
        </p:nvSpPr>
        <p:spPr>
          <a:xfrm>
            <a:off x="7010400" y="0"/>
            <a:ext cx="47625" cy="685800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5" name="cover-logo-halo">
            <a:extLst>
              <a:ext uri="{FF2B5EF4-FFF2-40B4-BE49-F238E27FC236}">
                <a16:creationId xmlns:a16="http://schemas.microsoft.com/office/drawing/2014/main" xmlns="" id="{285F8EAC-0438-49F4-B705-7E2CA004425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876300" cy="876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A15B"/>
            </a:solidFill>
            <a:prstDash val="solid"/>
          </a:ln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2475" y="504825"/>
            <a:ext cx="742950" cy="742950"/>
          </a:xfrm>
          <a:prstGeom prst="rect">
            <a:avLst/>
          </a:prstGeom>
        </p:spPr>
      </p:pic>
      <p:sp>
        <p:nvSpPr>
          <p:cNvPr id="7" name="cover-tag-line">
            <a:extLst>
              <a:ext uri="{FF2B5EF4-FFF2-40B4-BE49-F238E27FC236}">
                <a16:creationId xmlns:a16="http://schemas.microsoft.com/office/drawing/2014/main" xmlns="" id="{6597CE7C-3BD1-4180-ADBE-F7B4DBF92305}"/>
              </a:ext>
            </a:extLst>
          </p:cNvPr>
          <p:cNvSpPr>
            <a:spLocks noGrp="1"/>
          </p:cNvSpPr>
          <p:nvPr/>
        </p:nvSpPr>
        <p:spPr>
          <a:xfrm>
            <a:off x="1809750" y="742950"/>
            <a:ext cx="704850" cy="47625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8" name="cover-eyebrow">
            <a:extLst>
              <a:ext uri="{FF2B5EF4-FFF2-40B4-BE49-F238E27FC236}">
                <a16:creationId xmlns:a16="http://schemas.microsoft.com/office/drawing/2014/main" xmlns="" id="{75A3FFB7-12E9-4D26-8BD4-F2BADA758D80}"/>
              </a:ext>
            </a:extLst>
          </p:cNvPr>
          <p:cNvSpPr>
            <a:spLocks noGrp="1"/>
          </p:cNvSpPr>
          <p:nvPr/>
        </p:nvSpPr>
        <p:spPr>
          <a:xfrm>
            <a:off x="1809750" y="9048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• DIGITAL TRANSFORMATION</a:t>
            </a:r>
          </a:p>
        </p:txBody>
      </p:sp>
      <p:sp>
        <p:nvSpPr>
          <p:cNvPr id="9" name="cover-title">
            <a:extLst>
              <a:ext uri="{FF2B5EF4-FFF2-40B4-BE49-F238E27FC236}">
                <a16:creationId xmlns:a16="http://schemas.microsoft.com/office/drawing/2014/main" xmlns="" id="{A5FE3B36-7414-4C6C-B5EF-2CB0227B98E0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5905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</a:t>
            </a:r>
          </a:p>
          <a:p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PLATFORM</a:t>
            </a:r>
          </a:p>
        </p:txBody>
      </p:sp>
      <p:sp>
        <p:nvSpPr>
          <p:cNvPr id="10" name="cover-title-rule">
            <a:extLst>
              <a:ext uri="{FF2B5EF4-FFF2-40B4-BE49-F238E27FC236}">
                <a16:creationId xmlns:a16="http://schemas.microsoft.com/office/drawing/2014/main" xmlns="" id="{0DC1D43E-BC79-482A-A373-0C20AA7DD7B5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16002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11" name="cover-subtitle">
            <a:extLst>
              <a:ext uri="{FF2B5EF4-FFF2-40B4-BE49-F238E27FC236}">
                <a16:creationId xmlns:a16="http://schemas.microsoft.com/office/drawing/2014/main" xmlns="" id="{3D89DAB6-0435-40B7-82B8-5B611AF323FE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590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Building a Connected, Transparent and</a:t>
            </a:r>
          </a:p>
          <a:p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Future-Ready Roundu Community</a:t>
            </a:r>
          </a:p>
        </p:txBody>
      </p:sp>
      <p:sp>
        <p:nvSpPr>
          <p:cNvPr id="12" name="cover-presenter">
            <a:extLst>
              <a:ext uri="{FF2B5EF4-FFF2-40B4-BE49-F238E27FC236}">
                <a16:creationId xmlns:a16="http://schemas.microsoft.com/office/drawing/2014/main" xmlns="" id="{FAB22851-E7D4-4EE0-BCEB-BD033EAC30C9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SHABBIR HUSSAIN</a:t>
            </a:r>
          </a:p>
        </p:txBody>
      </p:sp>
      <p:sp>
        <p:nvSpPr>
          <p:cNvPr id="13" name="cover-role">
            <a:extLst>
              <a:ext uri="{FF2B5EF4-FFF2-40B4-BE49-F238E27FC236}">
                <a16:creationId xmlns:a16="http://schemas.microsoft.com/office/drawing/2014/main" xmlns="" id="{BAC67B6B-E624-4BDE-8151-DBB3D70BCF40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Technical Coordinator – TNR</a:t>
            </a:r>
          </a:p>
        </p:txBody>
      </p:sp>
      <p:sp>
        <p:nvSpPr>
          <p:cNvPr id="14" name="cover-date">
            <a:extLst>
              <a:ext uri="{FF2B5EF4-FFF2-40B4-BE49-F238E27FC236}">
                <a16:creationId xmlns:a16="http://schemas.microsoft.com/office/drawing/2014/main" xmlns="" id="{F982777E-52E6-45BE-82C0-93B72A504D0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OFFICIAL PLATFORM OVERVIEW</a:t>
            </a:r>
          </a:p>
        </p:txBody>
      </p:sp>
      <p:sp>
        <p:nvSpPr>
          <p:cNvPr id="15" name="cover-site">
            <a:extLst>
              <a:ext uri="{FF2B5EF4-FFF2-40B4-BE49-F238E27FC236}">
                <a16:creationId xmlns:a16="http://schemas.microsoft.com/office/drawing/2014/main" xmlns="" id="{5CA7320A-6B1B-426F-9672-48FEDD80E7BD}"/>
              </a:ext>
            </a:extLst>
          </p:cNvPr>
          <p:cNvSpPr>
            <a:spLocks noGrp="1"/>
          </p:cNvSpPr>
          <p:nvPr/>
        </p:nvSpPr>
        <p:spPr>
          <a:xfrm>
            <a:off x="9715500" y="6372225"/>
            <a:ext cx="1790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EVOTEGB.COM</a:t>
            </a:r>
          </a:p>
        </p:txBody>
      </p:sp>
    </p:spTree>
    <p:extLst>
      <p:ext uri="{BB962C8B-B14F-4D97-AF65-F5344CB8AC3E}">
        <p14:creationId xmlns:p14="http://schemas.microsoft.com/office/powerpoint/2010/main" val="752055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rand-gold-square">
            <a:extLst>
              <a:ext uri="{FF2B5EF4-FFF2-40B4-BE49-F238E27FC236}">
                <a16:creationId xmlns:a16="http://schemas.microsoft.com/office/drawing/2014/main" xmlns="" id="{CEFBFDF2-5A4A-40BA-B9E5-CB34FB6565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F4D083BC-E88B-4F56-A541-CF9CDE72A013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6F2F95CE-EFF9-4A7A-B824-04D8C20B1C3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One platform brings TNR into view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692420FA-8EA7-4D0D-8EB3-718C3EF3800E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shared digital foundation replaces fragmented records, tools and communication.</a:t>
            </a:r>
          </a:p>
        </p:txBody>
      </p:sp>
      <p:sp>
        <p:nvSpPr>
          <p:cNvPr id="5" name="why-left-band">
            <a:extLst>
              <a:ext uri="{FF2B5EF4-FFF2-40B4-BE49-F238E27FC236}">
                <a16:creationId xmlns:a16="http://schemas.microsoft.com/office/drawing/2014/main" xmlns="" id="{13FD8DAA-264A-4111-AA51-2B606297C767}"/>
              </a:ext>
            </a:extLst>
          </p:cNvPr>
          <p:cNvSpPr>
            <a:spLocks noGrp="1"/>
          </p:cNvSpPr>
          <p:nvPr/>
        </p:nvSpPr>
        <p:spPr>
          <a:xfrm>
            <a:off x="0" y="1924050"/>
            <a:ext cx="3714750" cy="409575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why-kicker">
            <a:extLst>
              <a:ext uri="{FF2B5EF4-FFF2-40B4-BE49-F238E27FC236}">
                <a16:creationId xmlns:a16="http://schemas.microsoft.com/office/drawing/2014/main" xmlns="" id="{4944830C-A4D3-4882-B357-3D69789B59C0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WHY NOW</a:t>
            </a:r>
          </a:p>
        </p:txBody>
      </p:sp>
      <p:sp>
        <p:nvSpPr>
          <p:cNvPr id="7" name="why-statement">
            <a:extLst>
              <a:ext uri="{FF2B5EF4-FFF2-40B4-BE49-F238E27FC236}">
                <a16:creationId xmlns:a16="http://schemas.microsoft.com/office/drawing/2014/main" xmlns="" id="{A20620E0-3F0C-404C-A3E2-663CC802C2A0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2476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reliable</a:t>
            </a:r>
          </a:p>
          <a:p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source of truth.</a:t>
            </a:r>
          </a:p>
        </p:txBody>
      </p:sp>
      <p:sp>
        <p:nvSpPr>
          <p:cNvPr id="8" name="why-support">
            <a:extLst>
              <a:ext uri="{FF2B5EF4-FFF2-40B4-BE49-F238E27FC236}">
                <a16:creationId xmlns:a16="http://schemas.microsoft.com/office/drawing/2014/main" xmlns="" id="{42CCACF7-FE92-41B1-BE84-CC70206DBCD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2457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Centralization makes information easier to find, services easier to access, and decisions easier to understand.</a:t>
            </a:r>
          </a:p>
        </p:txBody>
      </p:sp>
      <p:sp>
        <p:nvSpPr>
          <p:cNvPr id="9" name="why-item-0-dot">
            <a:extLst>
              <a:ext uri="{FF2B5EF4-FFF2-40B4-BE49-F238E27FC236}">
                <a16:creationId xmlns:a16="http://schemas.microsoft.com/office/drawing/2014/main" xmlns="" id="{3F60CE39-2193-4119-A440-5D9A8A21F2EE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0" name="why-label-0">
            <a:extLst>
              <a:ext uri="{FF2B5EF4-FFF2-40B4-BE49-F238E27FC236}">
                <a16:creationId xmlns:a16="http://schemas.microsoft.com/office/drawing/2014/main" xmlns="" id="{5EFFAAB6-2BA9-43F0-800B-C6FB330B20E1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Members</a:t>
            </a:r>
          </a:p>
        </p:txBody>
      </p:sp>
      <p:sp>
        <p:nvSpPr>
          <p:cNvPr id="11" name="why-item-1-dot">
            <a:extLst>
              <a:ext uri="{FF2B5EF4-FFF2-40B4-BE49-F238E27FC236}">
                <a16:creationId xmlns:a16="http://schemas.microsoft.com/office/drawing/2014/main" xmlns="" id="{DEA56DFD-E674-44EE-8503-02B62B2F7893}"/>
              </a:ext>
            </a:extLst>
          </p:cNvPr>
          <p:cNvSpPr>
            <a:spLocks noGrp="1"/>
          </p:cNvSpPr>
          <p:nvPr/>
        </p:nvSpPr>
        <p:spPr>
          <a:xfrm>
            <a:off x="685800" y="4886325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2" name="why-label-1">
            <a:extLst>
              <a:ext uri="{FF2B5EF4-FFF2-40B4-BE49-F238E27FC236}">
                <a16:creationId xmlns:a16="http://schemas.microsoft.com/office/drawing/2014/main" xmlns="" id="{19930367-678F-4357-87EE-59D7F5D15C13}"/>
              </a:ext>
            </a:extLst>
          </p:cNvPr>
          <p:cNvSpPr>
            <a:spLocks noGrp="1"/>
          </p:cNvSpPr>
          <p:nvPr/>
        </p:nvSpPr>
        <p:spPr>
          <a:xfrm>
            <a:off x="914400" y="4829175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Records</a:t>
            </a:r>
          </a:p>
        </p:txBody>
      </p:sp>
      <p:sp>
        <p:nvSpPr>
          <p:cNvPr id="13" name="why-item-2-dot">
            <a:extLst>
              <a:ext uri="{FF2B5EF4-FFF2-40B4-BE49-F238E27FC236}">
                <a16:creationId xmlns:a16="http://schemas.microsoft.com/office/drawing/2014/main" xmlns="" id="{4F287A09-BD6C-468F-B13A-E308F8D5AEE6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4" name="why-label-2">
            <a:extLst>
              <a:ext uri="{FF2B5EF4-FFF2-40B4-BE49-F238E27FC236}">
                <a16:creationId xmlns:a16="http://schemas.microsoft.com/office/drawing/2014/main" xmlns="" id="{C7B9BB62-7432-4A80-B159-9822D9179C0E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15" name="why-item-3-dot">
            <a:extLst>
              <a:ext uri="{FF2B5EF4-FFF2-40B4-BE49-F238E27FC236}">
                <a16:creationId xmlns:a16="http://schemas.microsoft.com/office/drawing/2014/main" xmlns="" id="{B558AC2E-5322-49A0-9DB9-CE8B35FE160F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6" name="why-label-3">
            <a:extLst>
              <a:ext uri="{FF2B5EF4-FFF2-40B4-BE49-F238E27FC236}">
                <a16:creationId xmlns:a16="http://schemas.microsoft.com/office/drawing/2014/main" xmlns="" id="{6E712336-163E-4DF2-8033-B38C4177B830}"/>
              </a:ext>
            </a:extLst>
          </p:cNvPr>
          <p:cNvSpPr>
            <a:spLocks noGrp="1"/>
          </p:cNvSpPr>
          <p:nvPr/>
        </p:nvSpPr>
        <p:spPr>
          <a:xfrm>
            <a:off x="914400" y="5381625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17" name="why-item-4-dot">
            <a:extLst>
              <a:ext uri="{FF2B5EF4-FFF2-40B4-BE49-F238E27FC236}">
                <a16:creationId xmlns:a16="http://schemas.microsoft.com/office/drawing/2014/main" xmlns="" id="{3DD7DC6F-2BC4-4AAE-B86B-5A5F31D57B55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95250" cy="95250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8" name="why-label-4">
            <a:extLst>
              <a:ext uri="{FF2B5EF4-FFF2-40B4-BE49-F238E27FC236}">
                <a16:creationId xmlns:a16="http://schemas.microsoft.com/office/drawing/2014/main" xmlns="" id="{0B8D494B-6479-4C9E-BD57-A4095ED0E7D8}"/>
              </a:ext>
            </a:extLst>
          </p:cNvPr>
          <p:cNvSpPr>
            <a:spLocks noGrp="1"/>
          </p:cNvSpPr>
          <p:nvPr/>
        </p:nvSpPr>
        <p:spPr>
          <a:xfrm>
            <a:off x="914400" y="565785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19" name="dashboard-live-label">
            <a:extLst>
              <a:ext uri="{FF2B5EF4-FFF2-40B4-BE49-F238E27FC236}">
                <a16:creationId xmlns:a16="http://schemas.microsoft.com/office/drawing/2014/main" xmlns="" id="{951CB2A7-719F-4A1B-96A5-E4B94604BAF2}"/>
              </a:ext>
            </a:extLst>
          </p:cNvPr>
          <p:cNvSpPr>
            <a:spLocks noGrp="1"/>
          </p:cNvSpPr>
          <p:nvPr/>
        </p:nvSpPr>
        <p:spPr>
          <a:xfrm>
            <a:off x="8534400" y="1724025"/>
            <a:ext cx="297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REAL MEMBER PORTAL VIEW</a:t>
            </a:r>
          </a:p>
        </p:txBody>
      </p:sp>
      <p:sp>
        <p:nvSpPr>
          <p:cNvPr id="20" name="dashboard-shadow">
            <a:extLst>
              <a:ext uri="{FF2B5EF4-FFF2-40B4-BE49-F238E27FC236}">
                <a16:creationId xmlns:a16="http://schemas.microsoft.com/office/drawing/2014/main" xmlns="" id="{5914729F-ACC5-45C2-B708-63333CE7161F}"/>
              </a:ext>
            </a:extLst>
          </p:cNvPr>
          <p:cNvSpPr>
            <a:spLocks noGrp="1"/>
          </p:cNvSpPr>
          <p:nvPr/>
        </p:nvSpPr>
        <p:spPr>
          <a:xfrm>
            <a:off x="4476750" y="1962150"/>
            <a:ext cx="7029450" cy="4381500"/>
          </a:xfrm>
          <a:prstGeom prst="roundRect">
            <a:avLst>
              <a:gd name="adj" fmla="val 3913"/>
            </a:avLst>
          </a:prstGeom>
          <a:solidFill>
            <a:srgbClr val="000000">
              <a:alpha val="9412"/>
            </a:srgbClr>
          </a:solidFill>
          <a:ln w="0">
            <a:noFill/>
            <a:prstDash val="solid"/>
          </a:ln>
        </p:spPr>
      </p:sp>
      <p:sp>
        <p:nvSpPr>
          <p:cNvPr id="21" name="dashboard-frame">
            <a:extLst>
              <a:ext uri="{FF2B5EF4-FFF2-40B4-BE49-F238E27FC236}">
                <a16:creationId xmlns:a16="http://schemas.microsoft.com/office/drawing/2014/main" xmlns="" id="{29EFB76D-686B-4FD5-B785-A54DA23DD262}"/>
              </a:ext>
            </a:extLst>
          </p:cNvPr>
          <p:cNvSpPr>
            <a:spLocks noGrp="1"/>
          </p:cNvSpPr>
          <p:nvPr/>
        </p:nvSpPr>
        <p:spPr>
          <a:xfrm>
            <a:off x="4343400" y="1828800"/>
            <a:ext cx="7162800" cy="43815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72445" y="1962150"/>
            <a:ext cx="6504709" cy="4114800"/>
          </a:xfrm>
          <a:prstGeom prst="rect">
            <a:avLst/>
          </a:prstGeom>
        </p:spPr>
      </p:pic>
      <p:sp>
        <p:nvSpPr>
          <p:cNvPr id="23" name="footer-rule-2">
            <a:extLst>
              <a:ext uri="{FF2B5EF4-FFF2-40B4-BE49-F238E27FC236}">
                <a16:creationId xmlns:a16="http://schemas.microsoft.com/office/drawing/2014/main" xmlns="" id="{A20E73DB-9AD8-4AE0-9396-9227BF29D575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24" name="footer-label-2">
            <a:extLst>
              <a:ext uri="{FF2B5EF4-FFF2-40B4-BE49-F238E27FC236}">
                <a16:creationId xmlns:a16="http://schemas.microsoft.com/office/drawing/2014/main" xmlns="" id="{DA52A8AC-BCD4-4031-83EB-EAC64751029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25" name="footer-page-2">
            <a:extLst>
              <a:ext uri="{FF2B5EF4-FFF2-40B4-BE49-F238E27FC236}">
                <a16:creationId xmlns:a16="http://schemas.microsoft.com/office/drawing/2014/main" xmlns="" id="{2CB07E10-FFC7-4F2A-BF9E-3B8C60C24AAE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3786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2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9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6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83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ID="2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10" grpId="0"/>
      <p:bldP spid="12" grpId="0"/>
      <p:bldP spid="14" grpId="0"/>
      <p:bldP spid="16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rand-gold-square">
            <a:extLst>
              <a:ext uri="{FF2B5EF4-FFF2-40B4-BE49-F238E27FC236}">
                <a16:creationId xmlns:a16="http://schemas.microsoft.com/office/drawing/2014/main" xmlns="" id="{4348D97B-7E01-41A0-BF9B-10D0E8B7B32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AAB1F0B1-E5E5-493E-B019-6ADFCCF046F7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72638E2D-0F00-44BB-8519-CEE17D7A3B3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identity connects the whole community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E2E378B8-403E-4829-AC01-39128B1A52A6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Every step builds on the one before it—ending in a connected Roundu community.</a:t>
            </a:r>
          </a:p>
        </p:txBody>
      </p:sp>
      <p:sp>
        <p:nvSpPr>
          <p:cNvPr id="5" name="vision-one">
            <a:extLst>
              <a:ext uri="{FF2B5EF4-FFF2-40B4-BE49-F238E27FC236}">
                <a16:creationId xmlns:a16="http://schemas.microsoft.com/office/drawing/2014/main" xmlns="" id="{9F7AFB96-7CCB-4C24-88E1-5669B35CB030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381375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</p:txBody>
      </p:sp>
      <p:sp>
        <p:nvSpPr>
          <p:cNvPr id="6" name="vision-caption">
            <a:extLst>
              <a:ext uri="{FF2B5EF4-FFF2-40B4-BE49-F238E27FC236}">
                <a16:creationId xmlns:a16="http://schemas.microsoft.com/office/drawing/2014/main" xmlns="" id="{18D1EED5-D411-43A2-8F85-43DE944529FB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295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SIMPLE PRINCIPLE.</a:t>
            </a:r>
          </a:p>
          <a:p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COMPLETE DIGITAL FOUNDATION.</a:t>
            </a:r>
          </a:p>
        </p:txBody>
      </p:sp>
      <p:sp>
        <p:nvSpPr>
          <p:cNvPr id="7" name="vision-rule">
            <a:extLst>
              <a:ext uri="{FF2B5EF4-FFF2-40B4-BE49-F238E27FC236}">
                <a16:creationId xmlns:a16="http://schemas.microsoft.com/office/drawing/2014/main" xmlns="" id="{B6B8D477-2E64-4F1C-83BA-8CAF486AD4BF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1619250" cy="0"/>
          </a:xfrm>
          <a:prstGeom prst="line">
            <a:avLst/>
          </a:prstGeom>
          <a:noFill/>
          <a:ln w="28575">
            <a:solidFill>
              <a:srgbClr val="2D6552"/>
            </a:solidFill>
            <a:prstDash val="solid"/>
          </a:ln>
        </p:spPr>
      </p:sp>
      <p:sp>
        <p:nvSpPr>
          <p:cNvPr id="8" name="vision-promise">
            <a:extLst>
              <a:ext uri="{FF2B5EF4-FFF2-40B4-BE49-F238E27FC236}">
                <a16:creationId xmlns:a16="http://schemas.microsoft.com/office/drawing/2014/main" xmlns="" id="{A55768F5-DC85-475C-8E0A-7887BD490594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295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Identity becomes the bridge between people, services, governance and opportunity.</a:t>
            </a:r>
          </a:p>
        </p:txBody>
      </p:sp>
      <p:sp>
        <p:nvSpPr>
          <p:cNvPr id="9" name="vision-spine">
            <a:extLst>
              <a:ext uri="{FF2B5EF4-FFF2-40B4-BE49-F238E27FC236}">
                <a16:creationId xmlns:a16="http://schemas.microsoft.com/office/drawing/2014/main" xmlns="" id="{6924E21C-D060-46EA-A7DA-B8AAC70E6D1C}"/>
              </a:ext>
            </a:extLst>
          </p:cNvPr>
          <p:cNvSpPr>
            <a:spLocks noGrp="1"/>
          </p:cNvSpPr>
          <p:nvPr/>
        </p:nvSpPr>
        <p:spPr>
          <a:xfrm>
            <a:off x="4791075" y="2324100"/>
            <a:ext cx="0" cy="3143250"/>
          </a:xfrm>
          <a:prstGeom prst="line">
            <a:avLst/>
          </a:prstGeom>
          <a:noFill/>
          <a:ln w="28575">
            <a:solidFill>
              <a:srgbClr val="C6A15B"/>
            </a:solidFill>
            <a:prstDash val="solid"/>
          </a:ln>
        </p:spPr>
      </p:sp>
      <p:sp>
        <p:nvSpPr>
          <p:cNvPr id="10" name="vision-node-0">
            <a:extLst>
              <a:ext uri="{FF2B5EF4-FFF2-40B4-BE49-F238E27FC236}">
                <a16:creationId xmlns:a16="http://schemas.microsoft.com/office/drawing/2014/main" xmlns="" id="{963850AD-C95B-4525-A636-CEA8748FD9EF}"/>
              </a:ext>
            </a:extLst>
          </p:cNvPr>
          <p:cNvSpPr>
            <a:spLocks noGrp="1"/>
          </p:cNvSpPr>
          <p:nvPr/>
        </p:nvSpPr>
        <p:spPr>
          <a:xfrm>
            <a:off x="4610100" y="2266950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11" name="vision-num-0">
            <a:extLst>
              <a:ext uri="{FF2B5EF4-FFF2-40B4-BE49-F238E27FC236}">
                <a16:creationId xmlns:a16="http://schemas.microsoft.com/office/drawing/2014/main" xmlns="" id="{E93F842D-6D80-4A83-B3B3-892F33F67210}"/>
              </a:ext>
            </a:extLst>
          </p:cNvPr>
          <p:cNvSpPr>
            <a:spLocks noGrp="1"/>
          </p:cNvSpPr>
          <p:nvPr/>
        </p:nvSpPr>
        <p:spPr>
          <a:xfrm>
            <a:off x="5257800" y="2076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2f9b27bbff94a29"/>
              </a:ext>
            </a:extLst>
          </a:blip>
          <a:stretch/>
        </p:blipFill>
        <p:spPr>
          <a:xfrm>
            <a:off x="5838825" y="2124075"/>
            <a:ext cx="304800" cy="304800"/>
          </a:xfrm>
          <a:prstGeom prst="rect">
            <a:avLst/>
          </a:prstGeom>
        </p:spPr>
      </p:pic>
      <p:sp>
        <p:nvSpPr>
          <p:cNvPr id="13" name="vision-label-0">
            <a:extLst>
              <a:ext uri="{FF2B5EF4-FFF2-40B4-BE49-F238E27FC236}">
                <a16:creationId xmlns:a16="http://schemas.microsoft.com/office/drawing/2014/main" xmlns="" id="{1D93D07A-98E8-485E-BF64-F191D878A05E}"/>
              </a:ext>
            </a:extLst>
          </p:cNvPr>
          <p:cNvSpPr>
            <a:spLocks noGrp="1"/>
          </p:cNvSpPr>
          <p:nvPr/>
        </p:nvSpPr>
        <p:spPr>
          <a:xfrm>
            <a:off x="6381750" y="20669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</a:t>
            </a:r>
          </a:p>
        </p:txBody>
      </p:sp>
      <p:sp>
        <p:nvSpPr>
          <p:cNvPr id="14" name="vision-desc-0">
            <a:extLst>
              <a:ext uri="{FF2B5EF4-FFF2-40B4-BE49-F238E27FC236}">
                <a16:creationId xmlns:a16="http://schemas.microsoft.com/office/drawing/2014/main" xmlns="" id="{773F5DBB-5687-40F1-B3E7-B6CCE00E3C06}"/>
              </a:ext>
            </a:extLst>
          </p:cNvPr>
          <p:cNvSpPr>
            <a:spLocks noGrp="1"/>
          </p:cNvSpPr>
          <p:nvPr/>
        </p:nvSpPr>
        <p:spPr>
          <a:xfrm>
            <a:off x="6381750" y="24384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Recognized in the community</a:t>
            </a:r>
          </a:p>
        </p:txBody>
      </p:sp>
      <p:sp>
        <p:nvSpPr>
          <p:cNvPr id="15" name="vision-node-1">
            <a:extLst>
              <a:ext uri="{FF2B5EF4-FFF2-40B4-BE49-F238E27FC236}">
                <a16:creationId xmlns:a16="http://schemas.microsoft.com/office/drawing/2014/main" xmlns="" id="{1B8F3749-4D0F-446E-9EBB-78FFB4B6BB0E}"/>
              </a:ext>
            </a:extLst>
          </p:cNvPr>
          <p:cNvSpPr>
            <a:spLocks noGrp="1"/>
          </p:cNvSpPr>
          <p:nvPr/>
        </p:nvSpPr>
        <p:spPr>
          <a:xfrm>
            <a:off x="4610100" y="3057525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16" name="vision-num-1">
            <a:extLst>
              <a:ext uri="{FF2B5EF4-FFF2-40B4-BE49-F238E27FC236}">
                <a16:creationId xmlns:a16="http://schemas.microsoft.com/office/drawing/2014/main" xmlns="" id="{5D08A257-B7D8-4AAC-97B9-4AE8BABC52DE}"/>
              </a:ext>
            </a:extLst>
          </p:cNvPr>
          <p:cNvSpPr>
            <a:spLocks noGrp="1"/>
          </p:cNvSpPr>
          <p:nvPr/>
        </p:nvSpPr>
        <p:spPr>
          <a:xfrm>
            <a:off x="5257800" y="286702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caa0f877bab6482d"/>
              </a:ext>
            </a:extLst>
          </a:blip>
          <a:stretch/>
        </p:blipFill>
        <p:spPr>
          <a:xfrm>
            <a:off x="5838825" y="2914650"/>
            <a:ext cx="304800" cy="304800"/>
          </a:xfrm>
          <a:prstGeom prst="rect">
            <a:avLst/>
          </a:prstGeom>
        </p:spPr>
      </p:pic>
      <p:sp>
        <p:nvSpPr>
          <p:cNvPr id="18" name="vision-label-1">
            <a:extLst>
              <a:ext uri="{FF2B5EF4-FFF2-40B4-BE49-F238E27FC236}">
                <a16:creationId xmlns:a16="http://schemas.microsoft.com/office/drawing/2014/main" xmlns="" id="{76BC8B4B-2169-4E2A-968D-99755CC82B53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Profile</a:t>
            </a:r>
          </a:p>
        </p:txBody>
      </p:sp>
      <p:sp>
        <p:nvSpPr>
          <p:cNvPr id="19" name="vision-desc-1">
            <a:extLst>
              <a:ext uri="{FF2B5EF4-FFF2-40B4-BE49-F238E27FC236}">
                <a16:creationId xmlns:a16="http://schemas.microsoft.com/office/drawing/2014/main" xmlns="" id="{FBDEF645-FF64-4F08-BADB-654FB9200BAD}"/>
              </a:ext>
            </a:extLst>
          </p:cNvPr>
          <p:cNvSpPr>
            <a:spLocks noGrp="1"/>
          </p:cNvSpPr>
          <p:nvPr/>
        </p:nvSpPr>
        <p:spPr>
          <a:xfrm>
            <a:off x="6381750" y="32289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Always-current member record</a:t>
            </a:r>
          </a:p>
        </p:txBody>
      </p:sp>
      <p:sp>
        <p:nvSpPr>
          <p:cNvPr id="20" name="vision-node-2">
            <a:extLst>
              <a:ext uri="{FF2B5EF4-FFF2-40B4-BE49-F238E27FC236}">
                <a16:creationId xmlns:a16="http://schemas.microsoft.com/office/drawing/2014/main" xmlns="" id="{27BC43F2-AD2D-4361-8834-6B64B405515D}"/>
              </a:ext>
            </a:extLst>
          </p:cNvPr>
          <p:cNvSpPr>
            <a:spLocks noGrp="1"/>
          </p:cNvSpPr>
          <p:nvPr/>
        </p:nvSpPr>
        <p:spPr>
          <a:xfrm>
            <a:off x="4610100" y="3848100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21" name="vision-num-2">
            <a:extLst>
              <a:ext uri="{FF2B5EF4-FFF2-40B4-BE49-F238E27FC236}">
                <a16:creationId xmlns:a16="http://schemas.microsoft.com/office/drawing/2014/main" xmlns="" id="{8298B935-0AED-4319-9DC7-165463597B53}"/>
              </a:ext>
            </a:extLst>
          </p:cNvPr>
          <p:cNvSpPr>
            <a:spLocks noGrp="1"/>
          </p:cNvSpPr>
          <p:nvPr/>
        </p:nvSpPr>
        <p:spPr>
          <a:xfrm>
            <a:off x="5257800" y="36576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7a4171fbfd54e54"/>
              </a:ext>
            </a:extLst>
          </a:blip>
          <a:stretch/>
        </p:blipFill>
        <p:spPr>
          <a:xfrm>
            <a:off x="5838825" y="3705225"/>
            <a:ext cx="304800" cy="304800"/>
          </a:xfrm>
          <a:prstGeom prst="rect">
            <a:avLst/>
          </a:prstGeom>
        </p:spPr>
      </p:pic>
      <p:sp>
        <p:nvSpPr>
          <p:cNvPr id="23" name="vision-label-2">
            <a:extLst>
              <a:ext uri="{FF2B5EF4-FFF2-40B4-BE49-F238E27FC236}">
                <a16:creationId xmlns:a16="http://schemas.microsoft.com/office/drawing/2014/main" xmlns="" id="{6ABC1C89-4D95-43AF-8BD2-540BF362D5E3}"/>
              </a:ext>
            </a:extLst>
          </p:cNvPr>
          <p:cNvSpPr>
            <a:spLocks noGrp="1"/>
          </p:cNvSpPr>
          <p:nvPr/>
        </p:nvSpPr>
        <p:spPr>
          <a:xfrm>
            <a:off x="6381750" y="364807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Digital Identity</a:t>
            </a:r>
          </a:p>
        </p:txBody>
      </p:sp>
      <p:sp>
        <p:nvSpPr>
          <p:cNvPr id="24" name="vision-desc-2">
            <a:extLst>
              <a:ext uri="{FF2B5EF4-FFF2-40B4-BE49-F238E27FC236}">
                <a16:creationId xmlns:a16="http://schemas.microsoft.com/office/drawing/2014/main" xmlns="" id="{5D78CA8D-99DF-4AC5-9885-1D28653CD7CA}"/>
              </a:ext>
            </a:extLst>
          </p:cNvPr>
          <p:cNvSpPr>
            <a:spLocks noGrp="1"/>
          </p:cNvSpPr>
          <p:nvPr/>
        </p:nvSpPr>
        <p:spPr>
          <a:xfrm>
            <a:off x="6381750" y="40195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Trusted credentials and access</a:t>
            </a:r>
          </a:p>
        </p:txBody>
      </p:sp>
      <p:sp>
        <p:nvSpPr>
          <p:cNvPr id="25" name="vision-node-3">
            <a:extLst>
              <a:ext uri="{FF2B5EF4-FFF2-40B4-BE49-F238E27FC236}">
                <a16:creationId xmlns:a16="http://schemas.microsoft.com/office/drawing/2014/main" xmlns="" id="{543D118C-3B9C-48A0-9952-5EC7106CBE84}"/>
              </a:ext>
            </a:extLst>
          </p:cNvPr>
          <p:cNvSpPr>
            <a:spLocks noGrp="1"/>
          </p:cNvSpPr>
          <p:nvPr/>
        </p:nvSpPr>
        <p:spPr>
          <a:xfrm>
            <a:off x="4610100" y="4638675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26" name="vision-num-3">
            <a:extLst>
              <a:ext uri="{FF2B5EF4-FFF2-40B4-BE49-F238E27FC236}">
                <a16:creationId xmlns:a16="http://schemas.microsoft.com/office/drawing/2014/main" xmlns="" id="{7638C980-A6C6-4DE2-8829-CC8B2515C4C8}"/>
              </a:ext>
            </a:extLst>
          </p:cNvPr>
          <p:cNvSpPr>
            <a:spLocks noGrp="1"/>
          </p:cNvSpPr>
          <p:nvPr/>
        </p:nvSpPr>
        <p:spPr>
          <a:xfrm>
            <a:off x="5257800" y="44481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087c3dd7a1741a7"/>
              </a:ext>
            </a:extLst>
          </a:blip>
          <a:stretch/>
        </p:blipFill>
        <p:spPr>
          <a:xfrm>
            <a:off x="5838825" y="4495800"/>
            <a:ext cx="304800" cy="304800"/>
          </a:xfrm>
          <a:prstGeom prst="rect">
            <a:avLst/>
          </a:prstGeom>
        </p:spPr>
      </p:pic>
      <p:sp>
        <p:nvSpPr>
          <p:cNvPr id="28" name="vision-label-3">
            <a:extLst>
              <a:ext uri="{FF2B5EF4-FFF2-40B4-BE49-F238E27FC236}">
                <a16:creationId xmlns:a16="http://schemas.microsoft.com/office/drawing/2014/main" xmlns="" id="{61FCB84F-BE3A-4C0A-872A-BEDFD098E47E}"/>
              </a:ext>
            </a:extLst>
          </p:cNvPr>
          <p:cNvSpPr>
            <a:spLocks noGrp="1"/>
          </p:cNvSpPr>
          <p:nvPr/>
        </p:nvSpPr>
        <p:spPr>
          <a:xfrm>
            <a:off x="6381750" y="44386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Centralized Database</a:t>
            </a:r>
          </a:p>
        </p:txBody>
      </p:sp>
      <p:sp>
        <p:nvSpPr>
          <p:cNvPr id="29" name="vision-desc-3">
            <a:extLst>
              <a:ext uri="{FF2B5EF4-FFF2-40B4-BE49-F238E27FC236}">
                <a16:creationId xmlns:a16="http://schemas.microsoft.com/office/drawing/2014/main" xmlns="" id="{30AE72A0-271F-4914-9658-A927186D053C}"/>
              </a:ext>
            </a:extLst>
          </p:cNvPr>
          <p:cNvSpPr>
            <a:spLocks noGrp="1"/>
          </p:cNvSpPr>
          <p:nvPr/>
        </p:nvSpPr>
        <p:spPr>
          <a:xfrm>
            <a:off x="6381750" y="481012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 shared source of truth</a:t>
            </a:r>
          </a:p>
        </p:txBody>
      </p:sp>
      <p:sp>
        <p:nvSpPr>
          <p:cNvPr id="30" name="vision-node-4">
            <a:extLst>
              <a:ext uri="{FF2B5EF4-FFF2-40B4-BE49-F238E27FC236}">
                <a16:creationId xmlns:a16="http://schemas.microsoft.com/office/drawing/2014/main" xmlns="" id="{6DF5E0EA-F32F-4F8C-BD9A-F0AB741FC2C3}"/>
              </a:ext>
            </a:extLst>
          </p:cNvPr>
          <p:cNvSpPr>
            <a:spLocks noGrp="1"/>
          </p:cNvSpPr>
          <p:nvPr/>
        </p:nvSpPr>
        <p:spPr>
          <a:xfrm>
            <a:off x="4610100" y="5429250"/>
            <a:ext cx="361950" cy="361950"/>
          </a:xfrm>
          <a:prstGeom prst="ellipse">
            <a:avLst/>
          </a:prstGeom>
          <a:solidFill>
            <a:srgbClr val="C6A15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31" name="vision-num-4">
            <a:extLst>
              <a:ext uri="{FF2B5EF4-FFF2-40B4-BE49-F238E27FC236}">
                <a16:creationId xmlns:a16="http://schemas.microsoft.com/office/drawing/2014/main" xmlns="" id="{314BD062-E10A-484B-BEF4-3CCEB51974AA}"/>
              </a:ext>
            </a:extLst>
          </p:cNvPr>
          <p:cNvSpPr>
            <a:spLocks noGrp="1"/>
          </p:cNvSpPr>
          <p:nvPr/>
        </p:nvSpPr>
        <p:spPr>
          <a:xfrm>
            <a:off x="5257800" y="5238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a6a0d6c8052a4577"/>
              </a:ext>
            </a:extLst>
          </a:blip>
          <a:stretch/>
        </p:blipFill>
        <p:spPr>
          <a:xfrm>
            <a:off x="5838825" y="5286375"/>
            <a:ext cx="304800" cy="304800"/>
          </a:xfrm>
          <a:prstGeom prst="rect">
            <a:avLst/>
          </a:prstGeom>
        </p:spPr>
      </p:pic>
      <p:sp>
        <p:nvSpPr>
          <p:cNvPr id="33" name="vision-label-4">
            <a:extLst>
              <a:ext uri="{FF2B5EF4-FFF2-40B4-BE49-F238E27FC236}">
                <a16:creationId xmlns:a16="http://schemas.microsoft.com/office/drawing/2014/main" xmlns="" id="{E468619D-0668-46ED-95AD-B58F9B341792}"/>
              </a:ext>
            </a:extLst>
          </p:cNvPr>
          <p:cNvSpPr>
            <a:spLocks noGrp="1"/>
          </p:cNvSpPr>
          <p:nvPr/>
        </p:nvSpPr>
        <p:spPr>
          <a:xfrm>
            <a:off x="6381750" y="52292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  <p:sp>
        <p:nvSpPr>
          <p:cNvPr id="34" name="vision-desc-4">
            <a:extLst>
              <a:ext uri="{FF2B5EF4-FFF2-40B4-BE49-F238E27FC236}">
                <a16:creationId xmlns:a16="http://schemas.microsoft.com/office/drawing/2014/main" xmlns="" id="{49F27730-71C1-4981-B339-20A50CEC803C}"/>
              </a:ext>
            </a:extLst>
          </p:cNvPr>
          <p:cNvSpPr>
            <a:spLocks noGrp="1"/>
          </p:cNvSpPr>
          <p:nvPr/>
        </p:nvSpPr>
        <p:spPr>
          <a:xfrm>
            <a:off x="6381750" y="5600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People, services and opportunity</a:t>
            </a:r>
          </a:p>
        </p:txBody>
      </p:sp>
      <p:sp>
        <p:nvSpPr>
          <p:cNvPr id="35" name="footer-rule-3">
            <a:extLst>
              <a:ext uri="{FF2B5EF4-FFF2-40B4-BE49-F238E27FC236}">
                <a16:creationId xmlns:a16="http://schemas.microsoft.com/office/drawing/2014/main" xmlns="" id="{E970138B-0E3E-43F5-9FD2-6497D85640F2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36" name="footer-label-3">
            <a:extLst>
              <a:ext uri="{FF2B5EF4-FFF2-40B4-BE49-F238E27FC236}">
                <a16:creationId xmlns:a16="http://schemas.microsoft.com/office/drawing/2014/main" xmlns="" id="{983AFB6F-A23C-4D20-B97E-FFBBF5B8F58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7" name="footer-page-3">
            <a:extLst>
              <a:ext uri="{FF2B5EF4-FFF2-40B4-BE49-F238E27FC236}">
                <a16:creationId xmlns:a16="http://schemas.microsoft.com/office/drawing/2014/main" xmlns="" id="{2F2D1A82-BA01-411C-98DF-69100DE539F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9603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4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8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120"/>
                            </p:stCondLst>
                            <p:childTnLst>
                              <p:par>
                                <p:cTn id="52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660"/>
                            </p:stCondLst>
                            <p:childTnLst>
                              <p:par>
                                <p:cTn id="63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3" grpId="0"/>
      <p:bldP spid="14" grpId="0"/>
      <p:bldP spid="18" grpId="0"/>
      <p:bldP spid="19" grpId="0"/>
      <p:bldP spid="23" grpId="0"/>
      <p:bldP spid="24" grpId="0"/>
      <p:bldP spid="28" grpId="0"/>
      <p:bldP spid="29" grpId="0"/>
      <p:bldP spid="33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rand-gold-square">
            <a:extLst>
              <a:ext uri="{FF2B5EF4-FFF2-40B4-BE49-F238E27FC236}">
                <a16:creationId xmlns:a16="http://schemas.microsoft.com/office/drawing/2014/main" xmlns="" id="{A98B58E6-FCF0-4CD3-977D-DC545169CF0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277FBC49-551A-47F0-AD4D-F5D4DE050166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A19B98BF-9646-4918-B056-93D165730C9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Ten completed modules form one operating layer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13A92EEF-1071-430F-97D2-FE52351DF333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 experience, trusted verification, organizational management and shared data.</a:t>
            </a:r>
          </a:p>
        </p:txBody>
      </p:sp>
      <p:sp>
        <p:nvSpPr>
          <p:cNvPr id="5" name="modules-stat-band">
            <a:extLst>
              <a:ext uri="{FF2B5EF4-FFF2-40B4-BE49-F238E27FC236}">
                <a16:creationId xmlns:a16="http://schemas.microsoft.com/office/drawing/2014/main" xmlns="" id="{4AF62704-BCF0-4CED-ADA7-2F62402F8F27}"/>
              </a:ext>
            </a:extLst>
          </p:cNvPr>
          <p:cNvSpPr>
            <a:spLocks noGrp="1"/>
          </p:cNvSpPr>
          <p:nvPr/>
        </p:nvSpPr>
        <p:spPr>
          <a:xfrm>
            <a:off x="0" y="1914525"/>
            <a:ext cx="3143250" cy="4105275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modules-big-number">
            <a:extLst>
              <a:ext uri="{FF2B5EF4-FFF2-40B4-BE49-F238E27FC236}">
                <a16:creationId xmlns:a16="http://schemas.microsoft.com/office/drawing/2014/main" xmlns="" id="{817E10C2-6521-4894-AAEF-D1607A176731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20955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7" name="modules-stat-title">
            <a:extLst>
              <a:ext uri="{FF2B5EF4-FFF2-40B4-BE49-F238E27FC236}">
                <a16:creationId xmlns:a16="http://schemas.microsoft.com/office/drawing/2014/main" xmlns="" id="{492F8306-F3A3-491D-89F4-C3B86D42513E}"/>
              </a:ext>
            </a:extLst>
          </p:cNvPr>
          <p:cNvSpPr>
            <a:spLocks noGrp="1"/>
          </p:cNvSpPr>
          <p:nvPr/>
        </p:nvSpPr>
        <p:spPr>
          <a:xfrm>
            <a:off x="666750" y="3533775"/>
            <a:ext cx="200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COMPLETED</a:t>
            </a:r>
          </a:p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MODULES</a:t>
            </a:r>
          </a:p>
        </p:txBody>
      </p:sp>
      <p:sp>
        <p:nvSpPr>
          <p:cNvPr id="8" name="modules-stat-rule">
            <a:extLst>
              <a:ext uri="{FF2B5EF4-FFF2-40B4-BE49-F238E27FC236}">
                <a16:creationId xmlns:a16="http://schemas.microsoft.com/office/drawing/2014/main" xmlns="" id="{4067E232-E23F-4E73-8785-20EA5B90EFB9}"/>
              </a:ext>
            </a:extLst>
          </p:cNvPr>
          <p:cNvSpPr>
            <a:spLocks noGrp="1"/>
          </p:cNvSpPr>
          <p:nvPr/>
        </p:nvSpPr>
        <p:spPr>
          <a:xfrm>
            <a:off x="1047750" y="4524375"/>
            <a:ext cx="104775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9" name="modules-stat-copy">
            <a:extLst>
              <a:ext uri="{FF2B5EF4-FFF2-40B4-BE49-F238E27FC236}">
                <a16:creationId xmlns:a16="http://schemas.microsoft.com/office/drawing/2014/main" xmlns="" id="{7DAF751A-FE59-493C-8F0F-56238579A7E4}"/>
              </a:ext>
            </a:extLst>
          </p:cNvPr>
          <p:cNvSpPr>
            <a:spLocks noGrp="1"/>
          </p:cNvSpPr>
          <p:nvPr/>
        </p:nvSpPr>
        <p:spPr>
          <a:xfrm>
            <a:off x="628650" y="4819650"/>
            <a:ext cx="2095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Designed to work together as one digital ecosystem.</a:t>
            </a:r>
          </a:p>
        </p:txBody>
      </p:sp>
      <p:sp>
        <p:nvSpPr>
          <p:cNvPr id="10" name="modules-left-header">
            <a:extLst>
              <a:ext uri="{FF2B5EF4-FFF2-40B4-BE49-F238E27FC236}">
                <a16:creationId xmlns:a16="http://schemas.microsoft.com/office/drawing/2014/main" xmlns="" id="{4C572FCA-4FB6-4A89-976A-444E2B67589D}"/>
              </a:ext>
            </a:extLst>
          </p:cNvPr>
          <p:cNvSpPr>
            <a:spLocks noGrp="1"/>
          </p:cNvSpPr>
          <p:nvPr/>
        </p:nvSpPr>
        <p:spPr>
          <a:xfrm>
            <a:off x="3638550" y="20764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CONNECTED EXPERIENCE</a:t>
            </a:r>
          </a:p>
        </p:txBody>
      </p:sp>
      <p:sp>
        <p:nvSpPr>
          <p:cNvPr id="11" name="modules-right-header">
            <a:extLst>
              <a:ext uri="{FF2B5EF4-FFF2-40B4-BE49-F238E27FC236}">
                <a16:creationId xmlns:a16="http://schemas.microsoft.com/office/drawing/2014/main" xmlns="" id="{6D3D7C76-0518-4F80-B702-493A5A97FC6B}"/>
              </a:ext>
            </a:extLst>
          </p:cNvPr>
          <p:cNvSpPr>
            <a:spLocks noGrp="1"/>
          </p:cNvSpPr>
          <p:nvPr/>
        </p:nvSpPr>
        <p:spPr>
          <a:xfrm>
            <a:off x="7600950" y="20764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TRUSTED OPERATIONS</a:t>
            </a:r>
          </a:p>
        </p:txBody>
      </p:sp>
      <p:sp>
        <p:nvSpPr>
          <p:cNvPr id="12" name="modules-divider">
            <a:extLst>
              <a:ext uri="{FF2B5EF4-FFF2-40B4-BE49-F238E27FC236}">
                <a16:creationId xmlns:a16="http://schemas.microsoft.com/office/drawing/2014/main" xmlns="" id="{99CDF6E2-7948-4121-B47C-2E14D592BB46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0" cy="337185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13" name="module-left-0-disc">
            <a:extLst>
              <a:ext uri="{FF2B5EF4-FFF2-40B4-BE49-F238E27FC236}">
                <a16:creationId xmlns:a16="http://schemas.microsoft.com/office/drawing/2014/main" xmlns="" id="{04AEFC17-F154-4876-B81A-86D8F254026F}"/>
              </a:ext>
            </a:extLst>
          </p:cNvPr>
          <p:cNvSpPr>
            <a:spLocks noGrp="1"/>
          </p:cNvSpPr>
          <p:nvPr/>
        </p:nvSpPr>
        <p:spPr>
          <a:xfrm>
            <a:off x="3638550" y="24574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0f3fe2b6b7dd4f66"/>
              </a:ext>
            </a:extLst>
          </a:blip>
          <a:stretch/>
        </p:blipFill>
        <p:spPr>
          <a:xfrm>
            <a:off x="3738563" y="2557463"/>
            <a:ext cx="200025" cy="200025"/>
          </a:xfrm>
          <a:prstGeom prst="rect">
            <a:avLst/>
          </a:prstGeom>
        </p:spPr>
      </p:pic>
      <p:sp>
        <p:nvSpPr>
          <p:cNvPr id="15" name="module-left-0-label">
            <a:extLst>
              <a:ext uri="{FF2B5EF4-FFF2-40B4-BE49-F238E27FC236}">
                <a16:creationId xmlns:a16="http://schemas.microsoft.com/office/drawing/2014/main" xmlns="" id="{3DD381B4-69E6-45C1-907C-169388AAAEFD}"/>
              </a:ext>
            </a:extLst>
          </p:cNvPr>
          <p:cNvSpPr>
            <a:spLocks noGrp="1"/>
          </p:cNvSpPr>
          <p:nvPr/>
        </p:nvSpPr>
        <p:spPr>
          <a:xfrm>
            <a:off x="4191000" y="24479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Membership Portal</a:t>
            </a:r>
          </a:p>
        </p:txBody>
      </p:sp>
      <p:sp>
        <p:nvSpPr>
          <p:cNvPr id="16" name="module-left-1-disc">
            <a:extLst>
              <a:ext uri="{FF2B5EF4-FFF2-40B4-BE49-F238E27FC236}">
                <a16:creationId xmlns:a16="http://schemas.microsoft.com/office/drawing/2014/main" xmlns="" id="{E4534C7F-8114-4E25-B528-957C632547C2}"/>
              </a:ext>
            </a:extLst>
          </p:cNvPr>
          <p:cNvSpPr>
            <a:spLocks noGrp="1"/>
          </p:cNvSpPr>
          <p:nvPr/>
        </p:nvSpPr>
        <p:spPr>
          <a:xfrm>
            <a:off x="3638550" y="31051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2e742e14b8c425c"/>
              </a:ext>
            </a:extLst>
          </a:blip>
          <a:stretch/>
        </p:blipFill>
        <p:spPr>
          <a:xfrm>
            <a:off x="3738563" y="3205163"/>
            <a:ext cx="200025" cy="200025"/>
          </a:xfrm>
          <a:prstGeom prst="rect">
            <a:avLst/>
          </a:prstGeom>
        </p:spPr>
      </p:pic>
      <p:sp>
        <p:nvSpPr>
          <p:cNvPr id="18" name="module-left-1-label">
            <a:extLst>
              <a:ext uri="{FF2B5EF4-FFF2-40B4-BE49-F238E27FC236}">
                <a16:creationId xmlns:a16="http://schemas.microsoft.com/office/drawing/2014/main" xmlns="" id="{96847E99-E7D2-4441-88D9-1D01FF0BECD7}"/>
              </a:ext>
            </a:extLst>
          </p:cNvPr>
          <p:cNvSpPr>
            <a:spLocks noGrp="1"/>
          </p:cNvSpPr>
          <p:nvPr/>
        </p:nvSpPr>
        <p:spPr>
          <a:xfrm>
            <a:off x="4191000" y="30956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Membership Card</a:t>
            </a:r>
          </a:p>
        </p:txBody>
      </p:sp>
      <p:sp>
        <p:nvSpPr>
          <p:cNvPr id="19" name="module-left-2-disc">
            <a:extLst>
              <a:ext uri="{FF2B5EF4-FFF2-40B4-BE49-F238E27FC236}">
                <a16:creationId xmlns:a16="http://schemas.microsoft.com/office/drawing/2014/main" xmlns="" id="{A5577E93-239B-4626-B726-2008314AC869}"/>
              </a:ext>
            </a:extLst>
          </p:cNvPr>
          <p:cNvSpPr>
            <a:spLocks noGrp="1"/>
          </p:cNvSpPr>
          <p:nvPr/>
        </p:nvSpPr>
        <p:spPr>
          <a:xfrm>
            <a:off x="3638550" y="37528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00166391d6149f0"/>
              </a:ext>
            </a:extLst>
          </a:blip>
          <a:stretch/>
        </p:blipFill>
        <p:spPr>
          <a:xfrm>
            <a:off x="3738563" y="3852863"/>
            <a:ext cx="200025" cy="200025"/>
          </a:xfrm>
          <a:prstGeom prst="rect">
            <a:avLst/>
          </a:prstGeom>
        </p:spPr>
      </p:pic>
      <p:sp>
        <p:nvSpPr>
          <p:cNvPr id="21" name="module-left-2-label">
            <a:extLst>
              <a:ext uri="{FF2B5EF4-FFF2-40B4-BE49-F238E27FC236}">
                <a16:creationId xmlns:a16="http://schemas.microsoft.com/office/drawing/2014/main" xmlns="" id="{C72F4FBA-9864-4347-87E8-9D3242708372}"/>
              </a:ext>
            </a:extLst>
          </p:cNvPr>
          <p:cNvSpPr>
            <a:spLocks noGrp="1"/>
          </p:cNvSpPr>
          <p:nvPr/>
        </p:nvSpPr>
        <p:spPr>
          <a:xfrm>
            <a:off x="4191000" y="37433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 Verification</a:t>
            </a:r>
          </a:p>
        </p:txBody>
      </p:sp>
      <p:sp>
        <p:nvSpPr>
          <p:cNvPr id="22" name="module-left-3-disc">
            <a:extLst>
              <a:ext uri="{FF2B5EF4-FFF2-40B4-BE49-F238E27FC236}">
                <a16:creationId xmlns:a16="http://schemas.microsoft.com/office/drawing/2014/main" xmlns="" id="{415C2CEE-2252-4B95-A35B-9786570AE4F3}"/>
              </a:ext>
            </a:extLst>
          </p:cNvPr>
          <p:cNvSpPr>
            <a:spLocks noGrp="1"/>
          </p:cNvSpPr>
          <p:nvPr/>
        </p:nvSpPr>
        <p:spPr>
          <a:xfrm>
            <a:off x="3638550" y="44005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6e426831b0f7402c"/>
              </a:ext>
            </a:extLst>
          </a:blip>
          <a:stretch/>
        </p:blipFill>
        <p:spPr>
          <a:xfrm>
            <a:off x="3738563" y="4500563"/>
            <a:ext cx="200025" cy="200025"/>
          </a:xfrm>
          <a:prstGeom prst="rect">
            <a:avLst/>
          </a:prstGeom>
        </p:spPr>
      </p:pic>
      <p:sp>
        <p:nvSpPr>
          <p:cNvPr id="24" name="module-left-3-label">
            <a:extLst>
              <a:ext uri="{FF2B5EF4-FFF2-40B4-BE49-F238E27FC236}">
                <a16:creationId xmlns:a16="http://schemas.microsoft.com/office/drawing/2014/main" xmlns="" id="{0ECE3320-C5C7-409B-9BEE-98DED2D6F52B}"/>
              </a:ext>
            </a:extLst>
          </p:cNvPr>
          <p:cNvSpPr>
            <a:spLocks noGrp="1"/>
          </p:cNvSpPr>
          <p:nvPr/>
        </p:nvSpPr>
        <p:spPr>
          <a:xfrm>
            <a:off x="4191000" y="43910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Verification</a:t>
            </a:r>
          </a:p>
        </p:txBody>
      </p:sp>
      <p:sp>
        <p:nvSpPr>
          <p:cNvPr id="25" name="module-left-4-disc">
            <a:extLst>
              <a:ext uri="{FF2B5EF4-FFF2-40B4-BE49-F238E27FC236}">
                <a16:creationId xmlns:a16="http://schemas.microsoft.com/office/drawing/2014/main" xmlns="" id="{DBF189BF-8305-46EC-A0D7-8BCDB75394B3}"/>
              </a:ext>
            </a:extLst>
          </p:cNvPr>
          <p:cNvSpPr>
            <a:spLocks noGrp="1"/>
          </p:cNvSpPr>
          <p:nvPr/>
        </p:nvSpPr>
        <p:spPr>
          <a:xfrm>
            <a:off x="3638550" y="50482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851c64a90ae474f"/>
              </a:ext>
            </a:extLst>
          </a:blip>
          <a:stretch/>
        </p:blipFill>
        <p:spPr>
          <a:xfrm>
            <a:off x="3738563" y="5148263"/>
            <a:ext cx="200025" cy="200025"/>
          </a:xfrm>
          <a:prstGeom prst="rect">
            <a:avLst/>
          </a:prstGeom>
        </p:spPr>
      </p:pic>
      <p:sp>
        <p:nvSpPr>
          <p:cNvPr id="27" name="module-left-4-label">
            <a:extLst>
              <a:ext uri="{FF2B5EF4-FFF2-40B4-BE49-F238E27FC236}">
                <a16:creationId xmlns:a16="http://schemas.microsoft.com/office/drawing/2014/main" xmlns="" id="{728097E0-BC70-49A3-91FA-FCA6EF53CE4A}"/>
              </a:ext>
            </a:extLst>
          </p:cNvPr>
          <p:cNvSpPr>
            <a:spLocks noGrp="1"/>
          </p:cNvSpPr>
          <p:nvPr/>
        </p:nvSpPr>
        <p:spPr>
          <a:xfrm>
            <a:off x="4191000" y="50387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28" name="module-right-0-disc">
            <a:extLst>
              <a:ext uri="{FF2B5EF4-FFF2-40B4-BE49-F238E27FC236}">
                <a16:creationId xmlns:a16="http://schemas.microsoft.com/office/drawing/2014/main" xmlns="" id="{53C0B5D1-56BA-4FC7-8869-854AE7B627F6}"/>
              </a:ext>
            </a:extLst>
          </p:cNvPr>
          <p:cNvSpPr>
            <a:spLocks noGrp="1"/>
          </p:cNvSpPr>
          <p:nvPr/>
        </p:nvSpPr>
        <p:spPr>
          <a:xfrm>
            <a:off x="7600950" y="24574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c32e1d92c66143b8"/>
              </a:ext>
            </a:extLst>
          </a:blip>
          <a:stretch/>
        </p:blipFill>
        <p:spPr>
          <a:xfrm>
            <a:off x="7700963" y="2557463"/>
            <a:ext cx="200025" cy="200025"/>
          </a:xfrm>
          <a:prstGeom prst="rect">
            <a:avLst/>
          </a:prstGeom>
        </p:spPr>
      </p:pic>
      <p:sp>
        <p:nvSpPr>
          <p:cNvPr id="30" name="module-right-0-label">
            <a:extLst>
              <a:ext uri="{FF2B5EF4-FFF2-40B4-BE49-F238E27FC236}">
                <a16:creationId xmlns:a16="http://schemas.microsoft.com/office/drawing/2014/main" xmlns="" id="{50F67AA8-9285-4794-BE58-EAEE52B409A1}"/>
              </a:ext>
            </a:extLst>
          </p:cNvPr>
          <p:cNvSpPr>
            <a:spLocks noGrp="1"/>
          </p:cNvSpPr>
          <p:nvPr/>
        </p:nvSpPr>
        <p:spPr>
          <a:xfrm>
            <a:off x="8153400" y="24479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31" name="module-right-1-disc">
            <a:extLst>
              <a:ext uri="{FF2B5EF4-FFF2-40B4-BE49-F238E27FC236}">
                <a16:creationId xmlns:a16="http://schemas.microsoft.com/office/drawing/2014/main" xmlns="" id="{2886E51D-8E9D-43E1-B120-9564091487F5}"/>
              </a:ext>
            </a:extLst>
          </p:cNvPr>
          <p:cNvSpPr>
            <a:spLocks noGrp="1"/>
          </p:cNvSpPr>
          <p:nvPr/>
        </p:nvSpPr>
        <p:spPr>
          <a:xfrm>
            <a:off x="7600950" y="31051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13108f7677b4b61"/>
              </a:ext>
            </a:extLst>
          </a:blip>
          <a:stretch/>
        </p:blipFill>
        <p:spPr>
          <a:xfrm>
            <a:off x="7700963" y="3205163"/>
            <a:ext cx="200025" cy="200025"/>
          </a:xfrm>
          <a:prstGeom prst="rect">
            <a:avLst/>
          </a:prstGeom>
        </p:spPr>
      </p:pic>
      <p:sp>
        <p:nvSpPr>
          <p:cNvPr id="33" name="module-right-1-label">
            <a:extLst>
              <a:ext uri="{FF2B5EF4-FFF2-40B4-BE49-F238E27FC236}">
                <a16:creationId xmlns:a16="http://schemas.microsoft.com/office/drawing/2014/main" xmlns="" id="{D69086E3-63CA-4BF3-87F6-8E711901FA26}"/>
              </a:ext>
            </a:extLst>
          </p:cNvPr>
          <p:cNvSpPr>
            <a:spLocks noGrp="1"/>
          </p:cNvSpPr>
          <p:nvPr/>
        </p:nvSpPr>
        <p:spPr>
          <a:xfrm>
            <a:off x="8153400" y="30956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Election Management System</a:t>
            </a:r>
          </a:p>
        </p:txBody>
      </p:sp>
      <p:sp>
        <p:nvSpPr>
          <p:cNvPr id="34" name="module-right-2-disc">
            <a:extLst>
              <a:ext uri="{FF2B5EF4-FFF2-40B4-BE49-F238E27FC236}">
                <a16:creationId xmlns:a16="http://schemas.microsoft.com/office/drawing/2014/main" xmlns="" id="{374F0F94-61C8-4F50-963C-4B825E065BEA}"/>
              </a:ext>
            </a:extLst>
          </p:cNvPr>
          <p:cNvSpPr>
            <a:spLocks noGrp="1"/>
          </p:cNvSpPr>
          <p:nvPr/>
        </p:nvSpPr>
        <p:spPr>
          <a:xfrm>
            <a:off x="7600950" y="37528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cbc1db8d471b4495"/>
              </a:ext>
            </a:extLst>
          </a:blip>
          <a:stretch/>
        </p:blipFill>
        <p:spPr>
          <a:xfrm>
            <a:off x="7700963" y="3852863"/>
            <a:ext cx="200025" cy="200025"/>
          </a:xfrm>
          <a:prstGeom prst="rect">
            <a:avLst/>
          </a:prstGeom>
        </p:spPr>
      </p:pic>
      <p:sp>
        <p:nvSpPr>
          <p:cNvPr id="36" name="module-right-2-label">
            <a:extLst>
              <a:ext uri="{FF2B5EF4-FFF2-40B4-BE49-F238E27FC236}">
                <a16:creationId xmlns:a16="http://schemas.microsoft.com/office/drawing/2014/main" xmlns="" id="{A9D777E9-34F5-4204-A8BD-F1A41C085D9A}"/>
              </a:ext>
            </a:extLst>
          </p:cNvPr>
          <p:cNvSpPr>
            <a:spLocks noGrp="1"/>
          </p:cNvSpPr>
          <p:nvPr/>
        </p:nvSpPr>
        <p:spPr>
          <a:xfrm>
            <a:off x="8153400" y="37433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CEC Portal</a:t>
            </a:r>
          </a:p>
        </p:txBody>
      </p:sp>
      <p:sp>
        <p:nvSpPr>
          <p:cNvPr id="37" name="module-right-3-disc">
            <a:extLst>
              <a:ext uri="{FF2B5EF4-FFF2-40B4-BE49-F238E27FC236}">
                <a16:creationId xmlns:a16="http://schemas.microsoft.com/office/drawing/2014/main" xmlns="" id="{E417A633-E51C-4A5B-9587-B3B7D55554BE}"/>
              </a:ext>
            </a:extLst>
          </p:cNvPr>
          <p:cNvSpPr>
            <a:spLocks noGrp="1"/>
          </p:cNvSpPr>
          <p:nvPr/>
        </p:nvSpPr>
        <p:spPr>
          <a:xfrm>
            <a:off x="7600950" y="44005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c041db9554184b42"/>
              </a:ext>
            </a:extLst>
          </a:blip>
          <a:stretch/>
        </p:blipFill>
        <p:spPr>
          <a:xfrm>
            <a:off x="7700963" y="4500563"/>
            <a:ext cx="200025" cy="200025"/>
          </a:xfrm>
          <a:prstGeom prst="rect">
            <a:avLst/>
          </a:prstGeom>
        </p:spPr>
      </p:pic>
      <p:sp>
        <p:nvSpPr>
          <p:cNvPr id="39" name="module-right-3-label">
            <a:extLst>
              <a:ext uri="{FF2B5EF4-FFF2-40B4-BE49-F238E27FC236}">
                <a16:creationId xmlns:a16="http://schemas.microsoft.com/office/drawing/2014/main" xmlns="" id="{577408B1-452F-452E-9A4B-16F6D2B13CA9}"/>
              </a:ext>
            </a:extLst>
          </p:cNvPr>
          <p:cNvSpPr>
            <a:spLocks noGrp="1"/>
          </p:cNvSpPr>
          <p:nvPr/>
        </p:nvSpPr>
        <p:spPr>
          <a:xfrm>
            <a:off x="8153400" y="43910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Advisory Council Portal</a:t>
            </a:r>
          </a:p>
        </p:txBody>
      </p:sp>
      <p:sp>
        <p:nvSpPr>
          <p:cNvPr id="40" name="module-right-4-disc">
            <a:extLst>
              <a:ext uri="{FF2B5EF4-FFF2-40B4-BE49-F238E27FC236}">
                <a16:creationId xmlns:a16="http://schemas.microsoft.com/office/drawing/2014/main" xmlns="" id="{DFC484C5-D054-4439-A7FA-5B452E1837FE}"/>
              </a:ext>
            </a:extLst>
          </p:cNvPr>
          <p:cNvSpPr>
            <a:spLocks noGrp="1"/>
          </p:cNvSpPr>
          <p:nvPr/>
        </p:nvSpPr>
        <p:spPr>
          <a:xfrm>
            <a:off x="7600950" y="50482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86" name="Picture 8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dfd879821934947"/>
              </a:ext>
            </a:extLst>
          </a:blip>
          <a:stretch/>
        </p:blipFill>
        <p:spPr>
          <a:xfrm>
            <a:off x="7700963" y="5148263"/>
            <a:ext cx="200025" cy="200025"/>
          </a:xfrm>
          <a:prstGeom prst="rect">
            <a:avLst/>
          </a:prstGeom>
        </p:spPr>
      </p:pic>
      <p:sp>
        <p:nvSpPr>
          <p:cNvPr id="42" name="module-right-4-label">
            <a:extLst>
              <a:ext uri="{FF2B5EF4-FFF2-40B4-BE49-F238E27FC236}">
                <a16:creationId xmlns:a16="http://schemas.microsoft.com/office/drawing/2014/main" xmlns="" id="{13E5DA10-E004-4B08-9468-73ABD0AC3347}"/>
              </a:ext>
            </a:extLst>
          </p:cNvPr>
          <p:cNvSpPr>
            <a:spLocks noGrp="1"/>
          </p:cNvSpPr>
          <p:nvPr/>
        </p:nvSpPr>
        <p:spPr>
          <a:xfrm>
            <a:off x="8153400" y="50387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Community Database</a:t>
            </a:r>
          </a:p>
        </p:txBody>
      </p:sp>
      <p:sp>
        <p:nvSpPr>
          <p:cNvPr id="43" name="footer-rule-4">
            <a:extLst>
              <a:ext uri="{FF2B5EF4-FFF2-40B4-BE49-F238E27FC236}">
                <a16:creationId xmlns:a16="http://schemas.microsoft.com/office/drawing/2014/main" xmlns="" id="{7761396B-A91A-47F4-9C2C-B4A446A7A06F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4" name="footer-label-4">
            <a:extLst>
              <a:ext uri="{FF2B5EF4-FFF2-40B4-BE49-F238E27FC236}">
                <a16:creationId xmlns:a16="http://schemas.microsoft.com/office/drawing/2014/main" xmlns="" id="{05ACC621-88D2-4A02-AD49-6AE61BFACC9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4">
            <a:extLst>
              <a:ext uri="{FF2B5EF4-FFF2-40B4-BE49-F238E27FC236}">
                <a16:creationId xmlns:a16="http://schemas.microsoft.com/office/drawing/2014/main" xmlns="" id="{F8CBC9AB-1629-4C99-881C-7539F54B738A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3423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2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8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6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4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2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78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6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34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15" grpId="0"/>
      <p:bldP spid="18" grpId="0"/>
      <p:bldP spid="21" grpId="0"/>
      <p:bldP spid="24" grpId="0"/>
      <p:bldP spid="27" grpId="0"/>
      <p:bldP spid="30" grpId="0"/>
      <p:bldP spid="33" grpId="0"/>
      <p:bldP spid="36" grpId="0"/>
      <p:bldP spid="39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rand-gold-square">
            <a:extLst>
              <a:ext uri="{FF2B5EF4-FFF2-40B4-BE49-F238E27FC236}">
                <a16:creationId xmlns:a16="http://schemas.microsoft.com/office/drawing/2014/main" xmlns="" id="{4277EEC3-2B45-46F4-AB74-EA91726FAE9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21878391-FDA2-47A2-B309-27EA2A3A215B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CDE06367-AA2E-418C-82AF-75E06196647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Membership becomes one clear digital journey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8479F30F-C9AC-4623-A34F-E8283385EE62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visible path from first registration to full access.</a:t>
            </a:r>
          </a:p>
        </p:txBody>
      </p:sp>
      <p:sp>
        <p:nvSpPr>
          <p:cNvPr id="5" name="journey-track">
            <a:extLst>
              <a:ext uri="{FF2B5EF4-FFF2-40B4-BE49-F238E27FC236}">
                <a16:creationId xmlns:a16="http://schemas.microsoft.com/office/drawing/2014/main" xmlns="" id="{040E044A-E6D2-46A2-B2CA-431BCC0F324A}"/>
              </a:ext>
            </a:extLst>
          </p:cNvPr>
          <p:cNvSpPr>
            <a:spLocks noGrp="1"/>
          </p:cNvSpPr>
          <p:nvPr/>
        </p:nvSpPr>
        <p:spPr>
          <a:xfrm>
            <a:off x="1066800" y="3476625"/>
            <a:ext cx="100584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6" name="journey-arrow-0">
            <a:extLst>
              <a:ext uri="{FF2B5EF4-FFF2-40B4-BE49-F238E27FC236}">
                <a16:creationId xmlns:a16="http://schemas.microsoft.com/office/drawing/2014/main" xmlns="" id="{5DB9ECDD-24C0-4EFF-8034-C49E6391AAAE}"/>
              </a:ext>
            </a:extLst>
          </p:cNvPr>
          <p:cNvSpPr>
            <a:spLocks noGrp="1"/>
          </p:cNvSpPr>
          <p:nvPr/>
        </p:nvSpPr>
        <p:spPr>
          <a:xfrm>
            <a:off x="24003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7" name="journey-arrow-1">
            <a:extLst>
              <a:ext uri="{FF2B5EF4-FFF2-40B4-BE49-F238E27FC236}">
                <a16:creationId xmlns:a16="http://schemas.microsoft.com/office/drawing/2014/main" xmlns="" id="{3919AF55-7FF6-4543-BC82-CAC8285248AC}"/>
              </a:ext>
            </a:extLst>
          </p:cNvPr>
          <p:cNvSpPr>
            <a:spLocks noGrp="1"/>
          </p:cNvSpPr>
          <p:nvPr/>
        </p:nvSpPr>
        <p:spPr>
          <a:xfrm>
            <a:off x="428625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8" name="journey-arrow-2">
            <a:extLst>
              <a:ext uri="{FF2B5EF4-FFF2-40B4-BE49-F238E27FC236}">
                <a16:creationId xmlns:a16="http://schemas.microsoft.com/office/drawing/2014/main" xmlns="" id="{EF642BF9-9058-45B5-ADEF-3C5D8A0BEB70}"/>
              </a:ext>
            </a:extLst>
          </p:cNvPr>
          <p:cNvSpPr>
            <a:spLocks noGrp="1"/>
          </p:cNvSpPr>
          <p:nvPr/>
        </p:nvSpPr>
        <p:spPr>
          <a:xfrm>
            <a:off x="61722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9" name="journey-arrow-3">
            <a:extLst>
              <a:ext uri="{FF2B5EF4-FFF2-40B4-BE49-F238E27FC236}">
                <a16:creationId xmlns:a16="http://schemas.microsoft.com/office/drawing/2014/main" xmlns="" id="{DF2A91CE-DE9B-4B1B-82B5-0E3669E20697}"/>
              </a:ext>
            </a:extLst>
          </p:cNvPr>
          <p:cNvSpPr>
            <a:spLocks noGrp="1"/>
          </p:cNvSpPr>
          <p:nvPr/>
        </p:nvSpPr>
        <p:spPr>
          <a:xfrm>
            <a:off x="805815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0" name="journey-arrow-4">
            <a:extLst>
              <a:ext uri="{FF2B5EF4-FFF2-40B4-BE49-F238E27FC236}">
                <a16:creationId xmlns:a16="http://schemas.microsoft.com/office/drawing/2014/main" xmlns="" id="{97E1998C-5F5B-444C-BEE9-D3D4A08F40C2}"/>
              </a:ext>
            </a:extLst>
          </p:cNvPr>
          <p:cNvSpPr>
            <a:spLocks noGrp="1"/>
          </p:cNvSpPr>
          <p:nvPr/>
        </p:nvSpPr>
        <p:spPr>
          <a:xfrm>
            <a:off x="99441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1" name="journey-step-0">
            <a:extLst>
              <a:ext uri="{FF2B5EF4-FFF2-40B4-BE49-F238E27FC236}">
                <a16:creationId xmlns:a16="http://schemas.microsoft.com/office/drawing/2014/main" xmlns="" id="{B7B9ED62-EA49-4590-BC69-B63F2412182E}"/>
              </a:ext>
            </a:extLst>
          </p:cNvPr>
          <p:cNvSpPr>
            <a:spLocks noGrp="1"/>
          </p:cNvSpPr>
          <p:nvPr/>
        </p:nvSpPr>
        <p:spPr>
          <a:xfrm>
            <a:off x="9525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journey-node-0">
            <a:extLst>
              <a:ext uri="{FF2B5EF4-FFF2-40B4-BE49-F238E27FC236}">
                <a16:creationId xmlns:a16="http://schemas.microsoft.com/office/drawing/2014/main" xmlns="" id="{2A531917-56BB-4571-A2AD-01DF2C33FB6C}"/>
              </a:ext>
            </a:extLst>
          </p:cNvPr>
          <p:cNvSpPr>
            <a:spLocks noGrp="1"/>
          </p:cNvSpPr>
          <p:nvPr/>
        </p:nvSpPr>
        <p:spPr>
          <a:xfrm>
            <a:off x="9810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826b7f0eb2f84f0b"/>
              </a:ext>
            </a:extLst>
          </a:blip>
          <a:stretch/>
        </p:blipFill>
        <p:spPr>
          <a:xfrm>
            <a:off x="1190625" y="3238500"/>
            <a:ext cx="257175" cy="257175"/>
          </a:xfrm>
          <a:prstGeom prst="rect">
            <a:avLst/>
          </a:prstGeom>
        </p:spPr>
      </p:pic>
      <p:sp>
        <p:nvSpPr>
          <p:cNvPr id="14" name="journey-label-0">
            <a:extLst>
              <a:ext uri="{FF2B5EF4-FFF2-40B4-BE49-F238E27FC236}">
                <a16:creationId xmlns:a16="http://schemas.microsoft.com/office/drawing/2014/main" xmlns="" id="{0D9731C9-7202-4131-9123-C4A2A99A1CE3}"/>
              </a:ext>
            </a:extLst>
          </p:cNvPr>
          <p:cNvSpPr>
            <a:spLocks noGrp="1"/>
          </p:cNvSpPr>
          <p:nvPr/>
        </p:nvSpPr>
        <p:spPr>
          <a:xfrm>
            <a:off x="5524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Registration</a:t>
            </a:r>
          </a:p>
        </p:txBody>
      </p:sp>
      <p:sp>
        <p:nvSpPr>
          <p:cNvPr id="15" name="journey-desc-0">
            <a:extLst>
              <a:ext uri="{FF2B5EF4-FFF2-40B4-BE49-F238E27FC236}">
                <a16:creationId xmlns:a16="http://schemas.microsoft.com/office/drawing/2014/main" xmlns="" id="{129571B7-7FEA-4D25-B9C9-0BF19BE38387}"/>
              </a:ext>
            </a:extLst>
          </p:cNvPr>
          <p:cNvSpPr>
            <a:spLocks noGrp="1"/>
          </p:cNvSpPr>
          <p:nvPr/>
        </p:nvSpPr>
        <p:spPr>
          <a:xfrm>
            <a:off x="5524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Create account</a:t>
            </a:r>
          </a:p>
        </p:txBody>
      </p:sp>
      <p:sp>
        <p:nvSpPr>
          <p:cNvPr id="16" name="journey-step-1">
            <a:extLst>
              <a:ext uri="{FF2B5EF4-FFF2-40B4-BE49-F238E27FC236}">
                <a16:creationId xmlns:a16="http://schemas.microsoft.com/office/drawing/2014/main" xmlns="" id="{0BF7047E-7C79-4485-A959-9533BAFD84A7}"/>
              </a:ext>
            </a:extLst>
          </p:cNvPr>
          <p:cNvSpPr>
            <a:spLocks noGrp="1"/>
          </p:cNvSpPr>
          <p:nvPr/>
        </p:nvSpPr>
        <p:spPr>
          <a:xfrm>
            <a:off x="28384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journey-node-1">
            <a:extLst>
              <a:ext uri="{FF2B5EF4-FFF2-40B4-BE49-F238E27FC236}">
                <a16:creationId xmlns:a16="http://schemas.microsoft.com/office/drawing/2014/main" xmlns="" id="{11CA291A-5448-4FE7-AC09-CF4C89EDFE04}"/>
              </a:ext>
            </a:extLst>
          </p:cNvPr>
          <p:cNvSpPr>
            <a:spLocks noGrp="1"/>
          </p:cNvSpPr>
          <p:nvPr/>
        </p:nvSpPr>
        <p:spPr>
          <a:xfrm>
            <a:off x="286702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f3461ab7f7540b9"/>
              </a:ext>
            </a:extLst>
          </a:blip>
          <a:stretch/>
        </p:blipFill>
        <p:spPr>
          <a:xfrm>
            <a:off x="3076575" y="3238500"/>
            <a:ext cx="257175" cy="257175"/>
          </a:xfrm>
          <a:prstGeom prst="rect">
            <a:avLst/>
          </a:prstGeom>
        </p:spPr>
      </p:pic>
      <p:sp>
        <p:nvSpPr>
          <p:cNvPr id="19" name="journey-label-1">
            <a:extLst>
              <a:ext uri="{FF2B5EF4-FFF2-40B4-BE49-F238E27FC236}">
                <a16:creationId xmlns:a16="http://schemas.microsoft.com/office/drawing/2014/main" xmlns="" id="{097E1BD2-97A5-4F14-800C-37303C36E9BC}"/>
              </a:ext>
            </a:extLst>
          </p:cNvPr>
          <p:cNvSpPr>
            <a:spLocks noGrp="1"/>
          </p:cNvSpPr>
          <p:nvPr/>
        </p:nvSpPr>
        <p:spPr>
          <a:xfrm>
            <a:off x="24384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Completion</a:t>
            </a:r>
          </a:p>
        </p:txBody>
      </p:sp>
      <p:sp>
        <p:nvSpPr>
          <p:cNvPr id="20" name="journey-desc-1">
            <a:extLst>
              <a:ext uri="{FF2B5EF4-FFF2-40B4-BE49-F238E27FC236}">
                <a16:creationId xmlns:a16="http://schemas.microsoft.com/office/drawing/2014/main" xmlns="" id="{D6DA0DCC-0539-4AB9-802B-07AB95545FC0}"/>
              </a:ext>
            </a:extLst>
          </p:cNvPr>
          <p:cNvSpPr>
            <a:spLocks noGrp="1"/>
          </p:cNvSpPr>
          <p:nvPr/>
        </p:nvSpPr>
        <p:spPr>
          <a:xfrm>
            <a:off x="24384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Complete details</a:t>
            </a:r>
          </a:p>
        </p:txBody>
      </p:sp>
      <p:sp>
        <p:nvSpPr>
          <p:cNvPr id="21" name="journey-step-2">
            <a:extLst>
              <a:ext uri="{FF2B5EF4-FFF2-40B4-BE49-F238E27FC236}">
                <a16:creationId xmlns:a16="http://schemas.microsoft.com/office/drawing/2014/main" xmlns="" id="{B954690A-9B2A-4C57-92FE-29D9891FB56B}"/>
              </a:ext>
            </a:extLst>
          </p:cNvPr>
          <p:cNvSpPr>
            <a:spLocks noGrp="1"/>
          </p:cNvSpPr>
          <p:nvPr/>
        </p:nvSpPr>
        <p:spPr>
          <a:xfrm>
            <a:off x="47244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journey-node-2">
            <a:extLst>
              <a:ext uri="{FF2B5EF4-FFF2-40B4-BE49-F238E27FC236}">
                <a16:creationId xmlns:a16="http://schemas.microsoft.com/office/drawing/2014/main" xmlns="" id="{CC556F4B-49EF-4E18-AA4D-B1A20742EBC3}"/>
              </a:ext>
            </a:extLst>
          </p:cNvPr>
          <p:cNvSpPr>
            <a:spLocks noGrp="1"/>
          </p:cNvSpPr>
          <p:nvPr/>
        </p:nvSpPr>
        <p:spPr>
          <a:xfrm>
            <a:off x="47529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48a0ec4d4854bfe"/>
              </a:ext>
            </a:extLst>
          </a:blip>
          <a:stretch/>
        </p:blipFill>
        <p:spPr>
          <a:xfrm>
            <a:off x="4962525" y="3238500"/>
            <a:ext cx="257175" cy="257175"/>
          </a:xfrm>
          <a:prstGeom prst="rect">
            <a:avLst/>
          </a:prstGeom>
        </p:spPr>
      </p:pic>
      <p:sp>
        <p:nvSpPr>
          <p:cNvPr id="24" name="journey-label-2">
            <a:extLst>
              <a:ext uri="{FF2B5EF4-FFF2-40B4-BE49-F238E27FC236}">
                <a16:creationId xmlns:a16="http://schemas.microsoft.com/office/drawing/2014/main" xmlns="" id="{A8576CD5-7DF5-46B2-AB8A-CB7BF115A1AC}"/>
              </a:ext>
            </a:extLst>
          </p:cNvPr>
          <p:cNvSpPr>
            <a:spLocks noGrp="1"/>
          </p:cNvSpPr>
          <p:nvPr/>
        </p:nvSpPr>
        <p:spPr>
          <a:xfrm>
            <a:off x="43243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Admin Review</a:t>
            </a:r>
          </a:p>
        </p:txBody>
      </p:sp>
      <p:sp>
        <p:nvSpPr>
          <p:cNvPr id="25" name="journey-desc-2">
            <a:extLst>
              <a:ext uri="{FF2B5EF4-FFF2-40B4-BE49-F238E27FC236}">
                <a16:creationId xmlns:a16="http://schemas.microsoft.com/office/drawing/2014/main" xmlns="" id="{37057215-9DD4-49D6-B136-60865CBB64C4}"/>
              </a:ext>
            </a:extLst>
          </p:cNvPr>
          <p:cNvSpPr>
            <a:spLocks noGrp="1"/>
          </p:cNvSpPr>
          <p:nvPr/>
        </p:nvSpPr>
        <p:spPr>
          <a:xfrm>
            <a:off x="43243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Records checked</a:t>
            </a:r>
          </a:p>
        </p:txBody>
      </p:sp>
      <p:sp>
        <p:nvSpPr>
          <p:cNvPr id="26" name="journey-step-3">
            <a:extLst>
              <a:ext uri="{FF2B5EF4-FFF2-40B4-BE49-F238E27FC236}">
                <a16:creationId xmlns:a16="http://schemas.microsoft.com/office/drawing/2014/main" xmlns="" id="{0FF33DD2-7110-4615-A677-8D438BED2CD6}"/>
              </a:ext>
            </a:extLst>
          </p:cNvPr>
          <p:cNvSpPr>
            <a:spLocks noGrp="1"/>
          </p:cNvSpPr>
          <p:nvPr/>
        </p:nvSpPr>
        <p:spPr>
          <a:xfrm>
            <a:off x="66103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journey-node-3">
            <a:extLst>
              <a:ext uri="{FF2B5EF4-FFF2-40B4-BE49-F238E27FC236}">
                <a16:creationId xmlns:a16="http://schemas.microsoft.com/office/drawing/2014/main" xmlns="" id="{3536A814-2C0E-44B5-A209-F52546C17DBA}"/>
              </a:ext>
            </a:extLst>
          </p:cNvPr>
          <p:cNvSpPr>
            <a:spLocks noGrp="1"/>
          </p:cNvSpPr>
          <p:nvPr/>
        </p:nvSpPr>
        <p:spPr>
          <a:xfrm>
            <a:off x="663892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5cd6cb54f5940e6"/>
              </a:ext>
            </a:extLst>
          </a:blip>
          <a:stretch/>
        </p:blipFill>
        <p:spPr>
          <a:xfrm>
            <a:off x="6848475" y="3238500"/>
            <a:ext cx="257175" cy="257175"/>
          </a:xfrm>
          <a:prstGeom prst="rect">
            <a:avLst/>
          </a:prstGeom>
        </p:spPr>
      </p:pic>
      <p:sp>
        <p:nvSpPr>
          <p:cNvPr id="29" name="journey-label-3">
            <a:extLst>
              <a:ext uri="{FF2B5EF4-FFF2-40B4-BE49-F238E27FC236}">
                <a16:creationId xmlns:a16="http://schemas.microsoft.com/office/drawing/2014/main" xmlns="" id="{2F30A82C-E9F9-484D-B104-16EF2348A7C2}"/>
              </a:ext>
            </a:extLst>
          </p:cNvPr>
          <p:cNvSpPr>
            <a:spLocks noGrp="1"/>
          </p:cNvSpPr>
          <p:nvPr/>
        </p:nvSpPr>
        <p:spPr>
          <a:xfrm>
            <a:off x="62103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Approval</a:t>
            </a:r>
          </a:p>
        </p:txBody>
      </p:sp>
      <p:sp>
        <p:nvSpPr>
          <p:cNvPr id="30" name="journey-desc-3">
            <a:extLst>
              <a:ext uri="{FF2B5EF4-FFF2-40B4-BE49-F238E27FC236}">
                <a16:creationId xmlns:a16="http://schemas.microsoft.com/office/drawing/2014/main" xmlns="" id="{9A3136E1-CC38-450B-858C-970302193137}"/>
              </a:ext>
            </a:extLst>
          </p:cNvPr>
          <p:cNvSpPr>
            <a:spLocks noGrp="1"/>
          </p:cNvSpPr>
          <p:nvPr/>
        </p:nvSpPr>
        <p:spPr>
          <a:xfrm>
            <a:off x="62103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Membership confirmed</a:t>
            </a:r>
          </a:p>
        </p:txBody>
      </p:sp>
      <p:sp>
        <p:nvSpPr>
          <p:cNvPr id="31" name="journey-step-4">
            <a:extLst>
              <a:ext uri="{FF2B5EF4-FFF2-40B4-BE49-F238E27FC236}">
                <a16:creationId xmlns:a16="http://schemas.microsoft.com/office/drawing/2014/main" xmlns="" id="{81A33775-B532-4224-9C40-91FC687755B5}"/>
              </a:ext>
            </a:extLst>
          </p:cNvPr>
          <p:cNvSpPr>
            <a:spLocks noGrp="1"/>
          </p:cNvSpPr>
          <p:nvPr/>
        </p:nvSpPr>
        <p:spPr>
          <a:xfrm>
            <a:off x="84963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journey-node-4">
            <a:extLst>
              <a:ext uri="{FF2B5EF4-FFF2-40B4-BE49-F238E27FC236}">
                <a16:creationId xmlns:a16="http://schemas.microsoft.com/office/drawing/2014/main" xmlns="" id="{898FFA4F-C928-4222-9E25-41C389B616B5}"/>
              </a:ext>
            </a:extLst>
          </p:cNvPr>
          <p:cNvSpPr>
            <a:spLocks noGrp="1"/>
          </p:cNvSpPr>
          <p:nvPr/>
        </p:nvSpPr>
        <p:spPr>
          <a:xfrm>
            <a:off x="85248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cd277a24edce48f2"/>
              </a:ext>
            </a:extLst>
          </a:blip>
          <a:stretch/>
        </p:blipFill>
        <p:spPr>
          <a:xfrm>
            <a:off x="8734425" y="3238500"/>
            <a:ext cx="257175" cy="257175"/>
          </a:xfrm>
          <a:prstGeom prst="rect">
            <a:avLst/>
          </a:prstGeom>
        </p:spPr>
      </p:pic>
      <p:sp>
        <p:nvSpPr>
          <p:cNvPr id="34" name="journey-label-4">
            <a:extLst>
              <a:ext uri="{FF2B5EF4-FFF2-40B4-BE49-F238E27FC236}">
                <a16:creationId xmlns:a16="http://schemas.microsoft.com/office/drawing/2014/main" xmlns="" id="{DE6BCA75-FB3F-4815-87EC-C67584DA1D10}"/>
              </a:ext>
            </a:extLst>
          </p:cNvPr>
          <p:cNvSpPr>
            <a:spLocks noGrp="1"/>
          </p:cNvSpPr>
          <p:nvPr/>
        </p:nvSpPr>
        <p:spPr>
          <a:xfrm>
            <a:off x="80962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Card</a:t>
            </a:r>
          </a:p>
        </p:txBody>
      </p:sp>
      <p:sp>
        <p:nvSpPr>
          <p:cNvPr id="35" name="journey-desc-4">
            <a:extLst>
              <a:ext uri="{FF2B5EF4-FFF2-40B4-BE49-F238E27FC236}">
                <a16:creationId xmlns:a16="http://schemas.microsoft.com/office/drawing/2014/main" xmlns="" id="{1D91FC83-AE87-4A63-8432-75FD4961C6A2}"/>
              </a:ext>
            </a:extLst>
          </p:cNvPr>
          <p:cNvSpPr>
            <a:spLocks noGrp="1"/>
          </p:cNvSpPr>
          <p:nvPr/>
        </p:nvSpPr>
        <p:spPr>
          <a:xfrm>
            <a:off x="80962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Verified identity</a:t>
            </a:r>
          </a:p>
        </p:txBody>
      </p:sp>
      <p:sp>
        <p:nvSpPr>
          <p:cNvPr id="36" name="journey-step-5">
            <a:extLst>
              <a:ext uri="{FF2B5EF4-FFF2-40B4-BE49-F238E27FC236}">
                <a16:creationId xmlns:a16="http://schemas.microsoft.com/office/drawing/2014/main" xmlns="" id="{AE61BFF9-A007-48BB-9EAD-527E16C91643}"/>
              </a:ext>
            </a:extLst>
          </p:cNvPr>
          <p:cNvSpPr>
            <a:spLocks noGrp="1"/>
          </p:cNvSpPr>
          <p:nvPr/>
        </p:nvSpPr>
        <p:spPr>
          <a:xfrm>
            <a:off x="103822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7" name="journey-node-5">
            <a:extLst>
              <a:ext uri="{FF2B5EF4-FFF2-40B4-BE49-F238E27FC236}">
                <a16:creationId xmlns:a16="http://schemas.microsoft.com/office/drawing/2014/main" xmlns="" id="{36C11B2A-7607-4030-9804-335826EA1F55}"/>
              </a:ext>
            </a:extLst>
          </p:cNvPr>
          <p:cNvSpPr>
            <a:spLocks noGrp="1"/>
          </p:cNvSpPr>
          <p:nvPr/>
        </p:nvSpPr>
        <p:spPr>
          <a:xfrm>
            <a:off x="10410825" y="3028950"/>
            <a:ext cx="666750" cy="666750"/>
          </a:xfrm>
          <a:prstGeom prst="ellipse">
            <a:avLst/>
          </a:prstGeom>
          <a:solidFill>
            <a:srgbClr val="0D3B2E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477d31654a5445e"/>
              </a:ext>
            </a:extLst>
          </a:blip>
          <a:stretch/>
        </p:blipFill>
        <p:spPr>
          <a:xfrm>
            <a:off x="10620375" y="3238500"/>
            <a:ext cx="257175" cy="257175"/>
          </a:xfrm>
          <a:prstGeom prst="rect">
            <a:avLst/>
          </a:prstGeom>
        </p:spPr>
      </p:pic>
      <p:sp>
        <p:nvSpPr>
          <p:cNvPr id="39" name="journey-label-5">
            <a:extLst>
              <a:ext uri="{FF2B5EF4-FFF2-40B4-BE49-F238E27FC236}">
                <a16:creationId xmlns:a16="http://schemas.microsoft.com/office/drawing/2014/main" xmlns="" id="{0D9FA027-B56E-404C-A92E-C14CF6704BCD}"/>
              </a:ext>
            </a:extLst>
          </p:cNvPr>
          <p:cNvSpPr>
            <a:spLocks noGrp="1"/>
          </p:cNvSpPr>
          <p:nvPr/>
        </p:nvSpPr>
        <p:spPr>
          <a:xfrm>
            <a:off x="99822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40" name="journey-desc-5">
            <a:extLst>
              <a:ext uri="{FF2B5EF4-FFF2-40B4-BE49-F238E27FC236}">
                <a16:creationId xmlns:a16="http://schemas.microsoft.com/office/drawing/2014/main" xmlns="" id="{750186FA-5A1A-4102-B526-195A8B1C9C99}"/>
              </a:ext>
            </a:extLst>
          </p:cNvPr>
          <p:cNvSpPr>
            <a:spLocks noGrp="1"/>
          </p:cNvSpPr>
          <p:nvPr/>
        </p:nvSpPr>
        <p:spPr>
          <a:xfrm>
            <a:off x="99822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Services unlocked</a:t>
            </a:r>
          </a:p>
        </p:txBody>
      </p:sp>
      <p:sp>
        <p:nvSpPr>
          <p:cNvPr id="41" name="journey-outcome">
            <a:extLst>
              <a:ext uri="{FF2B5EF4-FFF2-40B4-BE49-F238E27FC236}">
                <a16:creationId xmlns:a16="http://schemas.microsoft.com/office/drawing/2014/main" xmlns="" id="{365CE265-A82D-4E9A-A75B-19E24EF8C799}"/>
              </a:ext>
            </a:extLst>
          </p:cNvPr>
          <p:cNvSpPr>
            <a:spLocks noGrp="1"/>
          </p:cNvSpPr>
          <p:nvPr/>
        </p:nvSpPr>
        <p:spPr>
          <a:xfrm>
            <a:off x="3333750" y="5286375"/>
            <a:ext cx="5524500" cy="514350"/>
          </a:xfrm>
          <a:prstGeom prst="roundRect">
            <a:avLst>
              <a:gd name="adj" fmla="val 50000"/>
            </a:avLst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42" name="journey-outcome-text">
            <a:extLst>
              <a:ext uri="{FF2B5EF4-FFF2-40B4-BE49-F238E27FC236}">
                <a16:creationId xmlns:a16="http://schemas.microsoft.com/office/drawing/2014/main" xmlns="" id="{43B37A9C-F8F3-4117-8130-22CD36770143}"/>
              </a:ext>
            </a:extLst>
          </p:cNvPr>
          <p:cNvSpPr>
            <a:spLocks noGrp="1"/>
          </p:cNvSpPr>
          <p:nvPr/>
        </p:nvSpPr>
        <p:spPr>
          <a:xfrm>
            <a:off x="3619500" y="54102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stage is trackable, reviewable and connected.</a:t>
            </a:r>
          </a:p>
        </p:txBody>
      </p:sp>
      <p:sp>
        <p:nvSpPr>
          <p:cNvPr id="43" name="footer-rule-5">
            <a:extLst>
              <a:ext uri="{FF2B5EF4-FFF2-40B4-BE49-F238E27FC236}">
                <a16:creationId xmlns:a16="http://schemas.microsoft.com/office/drawing/2014/main" xmlns="" id="{9F606E35-C642-4627-844C-D4222E0FB06D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4" name="footer-label-5">
            <a:extLst>
              <a:ext uri="{FF2B5EF4-FFF2-40B4-BE49-F238E27FC236}">
                <a16:creationId xmlns:a16="http://schemas.microsoft.com/office/drawing/2014/main" xmlns="" id="{72245678-FDCE-4B87-9F84-D4EBAE31A3B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5">
            <a:extLst>
              <a:ext uri="{FF2B5EF4-FFF2-40B4-BE49-F238E27FC236}">
                <a16:creationId xmlns:a16="http://schemas.microsoft.com/office/drawing/2014/main" xmlns="" id="{ACC17471-E45C-4E30-8487-B0B5F3CF060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8166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4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8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20"/>
                            </p:stCondLst>
                            <p:childTnLst>
                              <p:par>
                                <p:cTn id="47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160"/>
                            </p:stCondLst>
                            <p:childTnLst>
                              <p:par>
                                <p:cTn id="58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700"/>
                            </p:stCondLst>
                            <p:childTnLst>
                              <p:par>
                                <p:cTn id="69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24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  <p:bldP spid="15" grpId="0"/>
      <p:bldP spid="19" grpId="0"/>
      <p:bldP spid="20" grpId="0"/>
      <p:bldP spid="24" grpId="0"/>
      <p:bldP spid="25" grpId="0"/>
      <p:bldP spid="29" grpId="0"/>
      <p:bldP spid="30" grpId="0"/>
      <p:bldP spid="34" grpId="0"/>
      <p:bldP spid="35" grpId="0"/>
      <p:bldP spid="39" grpId="0"/>
      <p:bldP spid="40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d-gold-square">
            <a:extLst>
              <a:ext uri="{FF2B5EF4-FFF2-40B4-BE49-F238E27FC236}">
                <a16:creationId xmlns:a16="http://schemas.microsoft.com/office/drawing/2014/main" xmlns="" id="{1AC4082A-D46D-4CBA-9C60-C05FBDFB75D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796AB11C-29DB-48B2-AB5F-799D35A6F3C8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3C8F4CC6-51A4-49A0-AC64-B77463AAAE5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identity is visible—and instantly verifiable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E2CCBE3D-6463-480C-8C3E-89321A33F16A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The actual member card and certificate carry the credentials needed to confirm identity and status.</a:t>
            </a:r>
          </a:p>
        </p:txBody>
      </p:sp>
      <p:sp>
        <p:nvSpPr>
          <p:cNvPr id="5" name="identity-front-label">
            <a:extLst>
              <a:ext uri="{FF2B5EF4-FFF2-40B4-BE49-F238E27FC236}">
                <a16:creationId xmlns:a16="http://schemas.microsoft.com/office/drawing/2014/main" xmlns="" id="{F9C2FCEB-837B-4182-83D1-7376E49074F7}"/>
              </a:ext>
            </a:extLst>
          </p:cNvPr>
          <p:cNvSpPr>
            <a:spLocks noGrp="1"/>
          </p:cNvSpPr>
          <p:nvPr/>
        </p:nvSpPr>
        <p:spPr>
          <a:xfrm>
            <a:off x="685800" y="1895475"/>
            <a:ext cx="2114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DIGITAL CARD • FRONT</a:t>
            </a:r>
          </a:p>
        </p:txBody>
      </p:sp>
      <p:sp>
        <p:nvSpPr>
          <p:cNvPr id="6" name="identity-back-label">
            <a:extLst>
              <a:ext uri="{FF2B5EF4-FFF2-40B4-BE49-F238E27FC236}">
                <a16:creationId xmlns:a16="http://schemas.microsoft.com/office/drawing/2014/main" xmlns="" id="{095AED16-2937-44D4-963F-D4CFC4E59CF6}"/>
              </a:ext>
            </a:extLst>
          </p:cNvPr>
          <p:cNvSpPr>
            <a:spLocks noGrp="1"/>
          </p:cNvSpPr>
          <p:nvPr/>
        </p:nvSpPr>
        <p:spPr>
          <a:xfrm>
            <a:off x="3009900" y="1895475"/>
            <a:ext cx="2114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QR VERIFICATION • BACK</a:t>
            </a:r>
          </a:p>
        </p:txBody>
      </p:sp>
      <p:sp>
        <p:nvSpPr>
          <p:cNvPr id="7" name="identity-certificate-label">
            <a:extLst>
              <a:ext uri="{FF2B5EF4-FFF2-40B4-BE49-F238E27FC236}">
                <a16:creationId xmlns:a16="http://schemas.microsoft.com/office/drawing/2014/main" xmlns="" id="{29601FD5-E98E-489E-976F-59E0E3B0A1A1}"/>
              </a:ext>
            </a:extLst>
          </p:cNvPr>
          <p:cNvSpPr>
            <a:spLocks noGrp="1"/>
          </p:cNvSpPr>
          <p:nvPr/>
        </p:nvSpPr>
        <p:spPr>
          <a:xfrm>
            <a:off x="6362700" y="1895475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MEMBERSHIP CERTIFICATE • QR + REFERENCE</a:t>
            </a:r>
          </a:p>
        </p:txBody>
      </p:sp>
      <p:sp>
        <p:nvSpPr>
          <p:cNvPr id="8" name="identity-front-shadow">
            <a:extLst>
              <a:ext uri="{FF2B5EF4-FFF2-40B4-BE49-F238E27FC236}">
                <a16:creationId xmlns:a16="http://schemas.microsoft.com/office/drawing/2014/main" xmlns="" id="{3C3F11AD-AE9F-4D9E-9697-346376C25C17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114550" cy="3248025"/>
          </a:xfrm>
          <a:prstGeom prst="roundRect">
            <a:avLst>
              <a:gd name="adj" fmla="val 8108"/>
            </a:avLst>
          </a:prstGeom>
          <a:solidFill>
            <a:srgbClr val="000000">
              <a:alpha val="9412"/>
            </a:srgbClr>
          </a:solidFill>
          <a:ln w="0">
            <a:noFill/>
            <a:prstDash val="solid"/>
          </a:ln>
        </p:spPr>
      </p:sp>
      <p:sp>
        <p:nvSpPr>
          <p:cNvPr id="9" name="identity-back-shadow">
            <a:extLst>
              <a:ext uri="{FF2B5EF4-FFF2-40B4-BE49-F238E27FC236}">
                <a16:creationId xmlns:a16="http://schemas.microsoft.com/office/drawing/2014/main" xmlns="" id="{ED72DEA1-39CF-46DF-BC4B-B0B8A38029DF}"/>
              </a:ext>
            </a:extLst>
          </p:cNvPr>
          <p:cNvSpPr>
            <a:spLocks noGrp="1"/>
          </p:cNvSpPr>
          <p:nvPr/>
        </p:nvSpPr>
        <p:spPr>
          <a:xfrm>
            <a:off x="3086100" y="2266950"/>
            <a:ext cx="2114550" cy="3248025"/>
          </a:xfrm>
          <a:prstGeom prst="roundRect">
            <a:avLst>
              <a:gd name="adj" fmla="val 8108"/>
            </a:avLst>
          </a:prstGeom>
          <a:solidFill>
            <a:srgbClr val="000000">
              <a:alpha val="9412"/>
            </a:srgbClr>
          </a:solidFill>
          <a:ln w="0">
            <a:noFill/>
            <a:prstDash val="solid"/>
          </a:ln>
        </p:spPr>
      </p:sp>
      <p:sp>
        <p:nvSpPr>
          <p:cNvPr id="10" name="identity-certificate-shadow">
            <a:extLst>
              <a:ext uri="{FF2B5EF4-FFF2-40B4-BE49-F238E27FC236}">
                <a16:creationId xmlns:a16="http://schemas.microsoft.com/office/drawing/2014/main" xmlns="" id="{550B2CAF-3DD6-479D-AF3D-9BC3F98B2E7B}"/>
              </a:ext>
            </a:extLst>
          </p:cNvPr>
          <p:cNvSpPr>
            <a:spLocks noGrp="1"/>
          </p:cNvSpPr>
          <p:nvPr/>
        </p:nvSpPr>
        <p:spPr>
          <a:xfrm>
            <a:off x="6457950" y="2266950"/>
            <a:ext cx="5048250" cy="3600450"/>
          </a:xfrm>
          <a:prstGeom prst="roundRect">
            <a:avLst>
              <a:gd name="adj" fmla="val 4233"/>
            </a:avLst>
          </a:prstGeom>
          <a:solidFill>
            <a:srgbClr val="000000">
              <a:alpha val="8627"/>
            </a:srgbClr>
          </a:solidFill>
          <a:ln w="0">
            <a:noFill/>
            <a:prstDash val="solid"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82443"/>
            <a:ext cx="2114550" cy="324558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09900" y="2182443"/>
            <a:ext cx="2114550" cy="324558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2700" y="2182761"/>
            <a:ext cx="5143500" cy="3664052"/>
          </a:xfrm>
          <a:prstGeom prst="rect">
            <a:avLst/>
          </a:prstGeom>
        </p:spPr>
      </p:pic>
      <p:sp>
        <p:nvSpPr>
          <p:cNvPr id="14" name="identity-divider">
            <a:extLst>
              <a:ext uri="{FF2B5EF4-FFF2-40B4-BE49-F238E27FC236}">
                <a16:creationId xmlns:a16="http://schemas.microsoft.com/office/drawing/2014/main" xmlns="" id="{F4667A73-8AD9-4401-88F9-428CAA111D55}"/>
              </a:ext>
            </a:extLst>
          </p:cNvPr>
          <p:cNvSpPr>
            <a:spLocks noGrp="1"/>
          </p:cNvSpPr>
          <p:nvPr/>
        </p:nvSpPr>
        <p:spPr>
          <a:xfrm>
            <a:off x="5743575" y="2209800"/>
            <a:ext cx="0" cy="350520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5" name="identity-feature-band">
            <a:extLst>
              <a:ext uri="{FF2B5EF4-FFF2-40B4-BE49-F238E27FC236}">
                <a16:creationId xmlns:a16="http://schemas.microsoft.com/office/drawing/2014/main" xmlns="" id="{59B8A9A5-1F00-4007-8E93-D6815F9A1FC9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400050"/>
          </a:xfrm>
          <a:prstGeom prst="roundRect">
            <a:avLst>
              <a:gd name="adj" fmla="val 50000"/>
            </a:avLst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16" name="identity-features">
            <a:extLst>
              <a:ext uri="{FF2B5EF4-FFF2-40B4-BE49-F238E27FC236}">
                <a16:creationId xmlns:a16="http://schemas.microsoft.com/office/drawing/2014/main" xmlns="" id="{3B81C7EE-75AC-4C62-8F54-8443CE07A687}"/>
              </a:ext>
            </a:extLst>
          </p:cNvPr>
          <p:cNvSpPr>
            <a:spLocks noGrp="1"/>
          </p:cNvSpPr>
          <p:nvPr/>
        </p:nvSpPr>
        <p:spPr>
          <a:xfrm>
            <a:off x="876300" y="5991225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Unique Membership ID   •   QR-verified Digital Card   •   Certificate Verification   •   Reference Number Verification   •   Secure Member Records</a:t>
            </a:r>
          </a:p>
        </p:txBody>
      </p:sp>
      <p:sp>
        <p:nvSpPr>
          <p:cNvPr id="17" name="footer-rule-6">
            <a:extLst>
              <a:ext uri="{FF2B5EF4-FFF2-40B4-BE49-F238E27FC236}">
                <a16:creationId xmlns:a16="http://schemas.microsoft.com/office/drawing/2014/main" xmlns="" id="{A958FF6E-964C-4693-8346-52BC2D4BFA71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18" name="footer-label-6">
            <a:extLst>
              <a:ext uri="{FF2B5EF4-FFF2-40B4-BE49-F238E27FC236}">
                <a16:creationId xmlns:a16="http://schemas.microsoft.com/office/drawing/2014/main" xmlns="" id="{2993BB7E-C83B-40E8-85DB-C04950C44B0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19" name="footer-page-6">
            <a:extLst>
              <a:ext uri="{FF2B5EF4-FFF2-40B4-BE49-F238E27FC236}">
                <a16:creationId xmlns:a16="http://schemas.microsoft.com/office/drawing/2014/main" xmlns="" id="{A60B5053-D188-42BA-8125-97B857236DCA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19752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5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00"/>
                            </p:stCondLst>
                            <p:childTnLst>
                              <p:par>
                                <p:cTn id="24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brand-gold-square">
            <a:extLst>
              <a:ext uri="{FF2B5EF4-FFF2-40B4-BE49-F238E27FC236}">
                <a16:creationId xmlns:a16="http://schemas.microsoft.com/office/drawing/2014/main" xmlns="" id="{1215E48A-BF41-4361-B961-4341110A9E6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693BF4E4-43E9-4C0B-B872-7745F64B1BB1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2421CBE4-6A2D-44A2-B1D2-A9D56FD92CC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AI turns member data into guidance and opportunity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BF60060E-62E5-42E7-8F1B-E4C99BB8BD4B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Two practical tools extend the value of every completed member profile.</a:t>
            </a:r>
          </a:p>
        </p:txBody>
      </p:sp>
      <p:sp>
        <p:nvSpPr>
          <p:cNvPr id="5" name="ai-left-panel">
            <a:extLst>
              <a:ext uri="{FF2B5EF4-FFF2-40B4-BE49-F238E27FC236}">
                <a16:creationId xmlns:a16="http://schemas.microsoft.com/office/drawing/2014/main" xmlns="" id="{6F7C043E-31DC-4724-83E2-634A4EEB63B7}"/>
              </a:ext>
            </a:extLst>
          </p:cNvPr>
          <p:cNvSpPr>
            <a:spLocks noGrp="1"/>
          </p:cNvSpPr>
          <p:nvPr/>
        </p:nvSpPr>
        <p:spPr>
          <a:xfrm>
            <a:off x="0" y="1866900"/>
            <a:ext cx="6096000" cy="419100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ai-left-label">
            <a:extLst>
              <a:ext uri="{FF2B5EF4-FFF2-40B4-BE49-F238E27FC236}">
                <a16:creationId xmlns:a16="http://schemas.microsoft.com/office/drawing/2014/main" xmlns="" id="{480368F3-E725-457B-BA4A-31D59635E4B4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7" name="ai-real-label">
            <a:extLst>
              <a:ext uri="{FF2B5EF4-FFF2-40B4-BE49-F238E27FC236}">
                <a16:creationId xmlns:a16="http://schemas.microsoft.com/office/drawing/2014/main" xmlns="" id="{8C5A5891-04D5-4EF9-8F5A-554407D6DF52}"/>
              </a:ext>
            </a:extLst>
          </p:cNvPr>
          <p:cNvSpPr>
            <a:spLocks noGrp="1"/>
          </p:cNvSpPr>
          <p:nvPr/>
        </p:nvSpPr>
        <p:spPr>
          <a:xfrm>
            <a:off x="685800" y="2295525"/>
            <a:ext cx="2324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REAL PLATFORM VIEW</a:t>
            </a:r>
          </a:p>
        </p:txBody>
      </p:sp>
      <p:sp>
        <p:nvSpPr>
          <p:cNvPr id="8" name="ai-real-shadow">
            <a:extLst>
              <a:ext uri="{FF2B5EF4-FFF2-40B4-BE49-F238E27FC236}">
                <a16:creationId xmlns:a16="http://schemas.microsoft.com/office/drawing/2014/main" xmlns="" id="{BE48D4C4-98AD-4C6D-8FC0-57BA1F24B411}"/>
              </a:ext>
            </a:extLst>
          </p:cNvPr>
          <p:cNvSpPr>
            <a:spLocks noGrp="1"/>
          </p:cNvSpPr>
          <p:nvPr/>
        </p:nvSpPr>
        <p:spPr>
          <a:xfrm>
            <a:off x="762000" y="2590800"/>
            <a:ext cx="2324100" cy="3333750"/>
          </a:xfrm>
          <a:prstGeom prst="roundRect">
            <a:avLst>
              <a:gd name="adj" fmla="val 7377"/>
            </a:avLst>
          </a:prstGeom>
          <a:solidFill>
            <a:srgbClr val="000000">
              <a:alpha val="15686"/>
            </a:srgbClr>
          </a:solidFill>
          <a:ln w="0">
            <a:noFill/>
            <a:prstDash val="solid"/>
          </a:ln>
        </p:spPr>
      </p:sp>
      <p:sp>
        <p:nvSpPr>
          <p:cNvPr id="9" name="ai-real-frame">
            <a:extLst>
              <a:ext uri="{FF2B5EF4-FFF2-40B4-BE49-F238E27FC236}">
                <a16:creationId xmlns:a16="http://schemas.microsoft.com/office/drawing/2014/main" xmlns="" id="{B5301373-8729-4F53-A0A1-FD9D5ACC970D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2324100" cy="333375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C6A15B"/>
            </a:solidFill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484" y="2571750"/>
            <a:ext cx="2170732" cy="3219450"/>
          </a:xfrm>
          <a:prstGeom prst="rect">
            <a:avLst/>
          </a:prstGeom>
        </p:spPr>
      </p:pic>
      <p:sp>
        <p:nvSpPr>
          <p:cNvPr id="11" name="ai-proof-title">
            <a:extLst>
              <a:ext uri="{FF2B5EF4-FFF2-40B4-BE49-F238E27FC236}">
                <a16:creationId xmlns:a16="http://schemas.microsoft.com/office/drawing/2014/main" xmlns="" id="{9DF86312-4298-4BC7-89B5-ECE3921C456E}"/>
              </a:ext>
            </a:extLst>
          </p:cNvPr>
          <p:cNvSpPr>
            <a:spLocks noGrp="1"/>
          </p:cNvSpPr>
          <p:nvPr/>
        </p:nvSpPr>
        <p:spPr>
          <a:xfrm>
            <a:off x="3333750" y="25717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GUIDANCE, ON DEMAND</a:t>
            </a:r>
          </a:p>
        </p:txBody>
      </p:sp>
      <p:sp>
        <p:nvSpPr>
          <p:cNvPr id="12" name="ai-check-1-dot">
            <a:extLst>
              <a:ext uri="{FF2B5EF4-FFF2-40B4-BE49-F238E27FC236}">
                <a16:creationId xmlns:a16="http://schemas.microsoft.com/office/drawing/2014/main" xmlns="" id="{B40F31EA-EFBB-44C8-A857-46B913CA4DB2}"/>
              </a:ext>
            </a:extLst>
          </p:cNvPr>
          <p:cNvSpPr>
            <a:spLocks noGrp="1"/>
          </p:cNvSpPr>
          <p:nvPr/>
        </p:nvSpPr>
        <p:spPr>
          <a:xfrm>
            <a:off x="3333750" y="3019425"/>
            <a:ext cx="304800" cy="3048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8b71a8b0867e4274"/>
              </a:ext>
            </a:extLst>
          </a:blip>
          <a:stretch/>
        </p:blipFill>
        <p:spPr>
          <a:xfrm>
            <a:off x="3409950" y="3095625"/>
            <a:ext cx="152400" cy="152400"/>
          </a:xfrm>
          <a:prstGeom prst="rect">
            <a:avLst/>
          </a:prstGeom>
        </p:spPr>
      </p:pic>
      <p:sp>
        <p:nvSpPr>
          <p:cNvPr id="14" name="ai-check-1-text">
            <a:extLst>
              <a:ext uri="{FF2B5EF4-FFF2-40B4-BE49-F238E27FC236}">
                <a16:creationId xmlns:a16="http://schemas.microsoft.com/office/drawing/2014/main" xmlns="" id="{FA2E263D-5923-4FAF-BFEB-ED9DC5F19319}"/>
              </a:ext>
            </a:extLst>
          </p:cNvPr>
          <p:cNvSpPr>
            <a:spLocks noGrp="1"/>
          </p:cNvSpPr>
          <p:nvPr/>
        </p:nvSpPr>
        <p:spPr>
          <a:xfrm>
            <a:off x="3771900" y="3000375"/>
            <a:ext cx="1847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24/7 member guidance</a:t>
            </a:r>
          </a:p>
        </p:txBody>
      </p:sp>
      <p:sp>
        <p:nvSpPr>
          <p:cNvPr id="15" name="ai-check-2-dot">
            <a:extLst>
              <a:ext uri="{FF2B5EF4-FFF2-40B4-BE49-F238E27FC236}">
                <a16:creationId xmlns:a16="http://schemas.microsoft.com/office/drawing/2014/main" xmlns="" id="{B8852B09-85C1-40EB-8678-495FFACAEB5B}"/>
              </a:ext>
            </a:extLst>
          </p:cNvPr>
          <p:cNvSpPr>
            <a:spLocks noGrp="1"/>
          </p:cNvSpPr>
          <p:nvPr/>
        </p:nvSpPr>
        <p:spPr>
          <a:xfrm>
            <a:off x="3333750" y="3667125"/>
            <a:ext cx="304800" cy="3048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c0c50bb6e16f473e"/>
              </a:ext>
            </a:extLst>
          </a:blip>
          <a:stretch/>
        </p:blipFill>
        <p:spPr>
          <a:xfrm>
            <a:off x="3409950" y="3743325"/>
            <a:ext cx="152400" cy="152400"/>
          </a:xfrm>
          <a:prstGeom prst="rect">
            <a:avLst/>
          </a:prstGeom>
        </p:spPr>
      </p:pic>
      <p:sp>
        <p:nvSpPr>
          <p:cNvPr id="17" name="ai-check-2-text">
            <a:extLst>
              <a:ext uri="{FF2B5EF4-FFF2-40B4-BE49-F238E27FC236}">
                <a16:creationId xmlns:a16="http://schemas.microsoft.com/office/drawing/2014/main" xmlns="" id="{C590531E-DF77-452E-87AC-2A5BFA1D7F05}"/>
              </a:ext>
            </a:extLst>
          </p:cNvPr>
          <p:cNvSpPr>
            <a:spLocks noGrp="1"/>
          </p:cNvSpPr>
          <p:nvPr/>
        </p:nvSpPr>
        <p:spPr>
          <a:xfrm>
            <a:off x="3771900" y="3648075"/>
            <a:ext cx="1847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TNR-related information</a:t>
            </a:r>
          </a:p>
        </p:txBody>
      </p:sp>
      <p:sp>
        <p:nvSpPr>
          <p:cNvPr id="18" name="ai-check-3-dot">
            <a:extLst>
              <a:ext uri="{FF2B5EF4-FFF2-40B4-BE49-F238E27FC236}">
                <a16:creationId xmlns:a16="http://schemas.microsoft.com/office/drawing/2014/main" xmlns="" id="{3025289D-9B0D-4374-9FBD-B4CB3D861621}"/>
              </a:ext>
            </a:extLst>
          </p:cNvPr>
          <p:cNvSpPr>
            <a:spLocks noGrp="1"/>
          </p:cNvSpPr>
          <p:nvPr/>
        </p:nvSpPr>
        <p:spPr>
          <a:xfrm>
            <a:off x="3333750" y="4314825"/>
            <a:ext cx="304800" cy="3048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734f16b19525473e"/>
              </a:ext>
            </a:extLst>
          </a:blip>
          <a:stretch/>
        </p:blipFill>
        <p:spPr>
          <a:xfrm>
            <a:off x="3409950" y="4391025"/>
            <a:ext cx="152400" cy="152400"/>
          </a:xfrm>
          <a:prstGeom prst="rect">
            <a:avLst/>
          </a:prstGeom>
        </p:spPr>
      </p:pic>
      <p:sp>
        <p:nvSpPr>
          <p:cNvPr id="20" name="ai-check-3-text">
            <a:extLst>
              <a:ext uri="{FF2B5EF4-FFF2-40B4-BE49-F238E27FC236}">
                <a16:creationId xmlns:a16="http://schemas.microsoft.com/office/drawing/2014/main" xmlns="" id="{0854E167-EB1F-46E6-80D4-37B4A9D4C78E}"/>
              </a:ext>
            </a:extLst>
          </p:cNvPr>
          <p:cNvSpPr>
            <a:spLocks noGrp="1"/>
          </p:cNvSpPr>
          <p:nvPr/>
        </p:nvSpPr>
        <p:spPr>
          <a:xfrm>
            <a:off x="3771900" y="4295775"/>
            <a:ext cx="1847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assistance</a:t>
            </a:r>
          </a:p>
        </p:txBody>
      </p:sp>
      <p:sp>
        <p:nvSpPr>
          <p:cNvPr id="21" name="ai-proof-rule">
            <a:extLst>
              <a:ext uri="{FF2B5EF4-FFF2-40B4-BE49-F238E27FC236}">
                <a16:creationId xmlns:a16="http://schemas.microsoft.com/office/drawing/2014/main" xmlns="" id="{54D3353D-0F6D-4EFD-B1A6-25A380F6D411}"/>
              </a:ext>
            </a:extLst>
          </p:cNvPr>
          <p:cNvSpPr>
            <a:spLocks noGrp="1"/>
          </p:cNvSpPr>
          <p:nvPr/>
        </p:nvSpPr>
        <p:spPr>
          <a:xfrm>
            <a:off x="3333750" y="4972050"/>
            <a:ext cx="1571625" cy="0"/>
          </a:xfrm>
          <a:prstGeom prst="line">
            <a:avLst/>
          </a:prstGeom>
          <a:noFill/>
          <a:ln w="28575">
            <a:solidFill>
              <a:srgbClr val="C6A15B"/>
            </a:solidFill>
            <a:prstDash val="solid"/>
          </a:ln>
        </p:spPr>
      </p:sp>
      <p:sp>
        <p:nvSpPr>
          <p:cNvPr id="22" name="ai-source-label">
            <a:extLst>
              <a:ext uri="{FF2B5EF4-FFF2-40B4-BE49-F238E27FC236}">
                <a16:creationId xmlns:a16="http://schemas.microsoft.com/office/drawing/2014/main" xmlns="" id="{5C57B029-6647-4120-92D0-54DE8E927ADB}"/>
              </a:ext>
            </a:extLst>
          </p:cNvPr>
          <p:cNvSpPr>
            <a:spLocks noGrp="1"/>
          </p:cNvSpPr>
          <p:nvPr/>
        </p:nvSpPr>
        <p:spPr>
          <a:xfrm>
            <a:off x="3333750" y="5200650"/>
            <a:ext cx="2171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Answers grounded in official TNR information.</a:t>
            </a:r>
          </a:p>
        </p:txBody>
      </p:sp>
      <p:sp>
        <p:nvSpPr>
          <p:cNvPr id="23" name="cv-right-label">
            <a:extLst>
              <a:ext uri="{FF2B5EF4-FFF2-40B4-BE49-F238E27FC236}">
                <a16:creationId xmlns:a16="http://schemas.microsoft.com/office/drawing/2014/main" xmlns="" id="{8CD7A820-5B91-4A1A-BF97-7361610FF661}"/>
              </a:ext>
            </a:extLst>
          </p:cNvPr>
          <p:cNvSpPr>
            <a:spLocks noGrp="1"/>
          </p:cNvSpPr>
          <p:nvPr/>
        </p:nvSpPr>
        <p:spPr>
          <a:xfrm>
            <a:off x="6743700" y="2076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24" name="cv-browser-shadow">
            <a:extLst>
              <a:ext uri="{FF2B5EF4-FFF2-40B4-BE49-F238E27FC236}">
                <a16:creationId xmlns:a16="http://schemas.microsoft.com/office/drawing/2014/main" xmlns="" id="{08A43592-BA6C-41FF-A329-FBA622DD52B9}"/>
              </a:ext>
            </a:extLst>
          </p:cNvPr>
          <p:cNvSpPr>
            <a:spLocks noGrp="1"/>
          </p:cNvSpPr>
          <p:nvPr/>
        </p:nvSpPr>
        <p:spPr>
          <a:xfrm>
            <a:off x="6819900" y="2552700"/>
            <a:ext cx="4762500" cy="2476500"/>
          </a:xfrm>
          <a:prstGeom prst="roundRect">
            <a:avLst>
              <a:gd name="adj" fmla="val 6923"/>
            </a:avLst>
          </a:prstGeom>
          <a:solidFill>
            <a:srgbClr val="000000">
              <a:alpha val="7843"/>
            </a:srgbClr>
          </a:solidFill>
          <a:ln w="0">
            <a:noFill/>
            <a:prstDash val="solid"/>
          </a:ln>
        </p:spPr>
      </p:sp>
      <p:sp>
        <p:nvSpPr>
          <p:cNvPr id="25" name="cv-browser-frame">
            <a:extLst>
              <a:ext uri="{FF2B5EF4-FFF2-40B4-BE49-F238E27FC236}">
                <a16:creationId xmlns:a16="http://schemas.microsoft.com/office/drawing/2014/main" xmlns="" id="{6CB8FE13-4E29-4A0D-9458-013922C7ACC0}"/>
              </a:ext>
            </a:extLst>
          </p:cNvPr>
          <p:cNvSpPr>
            <a:spLocks noGrp="1"/>
          </p:cNvSpPr>
          <p:nvPr/>
        </p:nvSpPr>
        <p:spPr>
          <a:xfrm>
            <a:off x="6743700" y="2457450"/>
            <a:ext cx="4762500" cy="247650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sp>
        <p:nvSpPr>
          <p:cNvPr id="26" name="cv-browser-chrome">
            <a:extLst>
              <a:ext uri="{FF2B5EF4-FFF2-40B4-BE49-F238E27FC236}">
                <a16:creationId xmlns:a16="http://schemas.microsoft.com/office/drawing/2014/main" xmlns="" id="{82857745-8766-4ADF-B7CE-D231ED8F2959}"/>
              </a:ext>
            </a:extLst>
          </p:cNvPr>
          <p:cNvSpPr>
            <a:spLocks noGrp="1"/>
          </p:cNvSpPr>
          <p:nvPr/>
        </p:nvSpPr>
        <p:spPr>
          <a:xfrm>
            <a:off x="6743700" y="2457450"/>
            <a:ext cx="4762500" cy="400050"/>
          </a:xfrm>
          <a:prstGeom prst="roundRect">
            <a:avLst>
              <a:gd name="adj" fmla="val 42857"/>
            </a:avLst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27" name="cv-browser-chrome-cover">
            <a:extLst>
              <a:ext uri="{FF2B5EF4-FFF2-40B4-BE49-F238E27FC236}">
                <a16:creationId xmlns:a16="http://schemas.microsoft.com/office/drawing/2014/main" xmlns="" id="{BCE6F4A5-37B6-4602-8736-C3122A9248FB}"/>
              </a:ext>
            </a:extLst>
          </p:cNvPr>
          <p:cNvSpPr>
            <a:spLocks noGrp="1"/>
          </p:cNvSpPr>
          <p:nvPr/>
        </p:nvSpPr>
        <p:spPr>
          <a:xfrm>
            <a:off x="6743700" y="2695575"/>
            <a:ext cx="4762500" cy="161925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28" name="cv-browser-dot-0">
            <a:extLst>
              <a:ext uri="{FF2B5EF4-FFF2-40B4-BE49-F238E27FC236}">
                <a16:creationId xmlns:a16="http://schemas.microsoft.com/office/drawing/2014/main" xmlns="" id="{BA121C5A-50CA-481C-92EB-DEDBD57A0FD7}"/>
              </a:ext>
            </a:extLst>
          </p:cNvPr>
          <p:cNvSpPr>
            <a:spLocks noGrp="1"/>
          </p:cNvSpPr>
          <p:nvPr/>
        </p:nvSpPr>
        <p:spPr>
          <a:xfrm>
            <a:off x="6915150" y="2609850"/>
            <a:ext cx="66675" cy="6667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9" name="cv-browser-dot-1">
            <a:extLst>
              <a:ext uri="{FF2B5EF4-FFF2-40B4-BE49-F238E27FC236}">
                <a16:creationId xmlns:a16="http://schemas.microsoft.com/office/drawing/2014/main" xmlns="" id="{C56428CC-4145-47F4-8131-BD0BE1B331CA}"/>
              </a:ext>
            </a:extLst>
          </p:cNvPr>
          <p:cNvSpPr>
            <a:spLocks noGrp="1"/>
          </p:cNvSpPr>
          <p:nvPr/>
        </p:nvSpPr>
        <p:spPr>
          <a:xfrm>
            <a:off x="7058025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30" name="cv-browser-dot-2">
            <a:extLst>
              <a:ext uri="{FF2B5EF4-FFF2-40B4-BE49-F238E27FC236}">
                <a16:creationId xmlns:a16="http://schemas.microsoft.com/office/drawing/2014/main" xmlns="" id="{0BBBD657-7805-4610-A8B3-65DC8A54D988}"/>
              </a:ext>
            </a:extLst>
          </p:cNvPr>
          <p:cNvSpPr>
            <a:spLocks noGrp="1"/>
          </p:cNvSpPr>
          <p:nvPr/>
        </p:nvSpPr>
        <p:spPr>
          <a:xfrm>
            <a:off x="7200900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31" name="cv-browser-label">
            <a:extLst>
              <a:ext uri="{FF2B5EF4-FFF2-40B4-BE49-F238E27FC236}">
                <a16:creationId xmlns:a16="http://schemas.microsoft.com/office/drawing/2014/main" xmlns="" id="{CFF51534-153E-4AC4-A871-05D17FC8F6E7}"/>
              </a:ext>
            </a:extLst>
          </p:cNvPr>
          <p:cNvSpPr>
            <a:spLocks noGrp="1"/>
          </p:cNvSpPr>
          <p:nvPr/>
        </p:nvSpPr>
        <p:spPr>
          <a:xfrm>
            <a:off x="7467600" y="2533650"/>
            <a:ext cx="3867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CV BUILDER</a:t>
            </a:r>
          </a:p>
        </p:txBody>
      </p:sp>
      <p:sp>
        <p:nvSpPr>
          <p:cNvPr id="32" name="cv-page">
            <a:extLst>
              <a:ext uri="{FF2B5EF4-FFF2-40B4-BE49-F238E27FC236}">
                <a16:creationId xmlns:a16="http://schemas.microsoft.com/office/drawing/2014/main" xmlns="" id="{C051E325-4FDF-4BEF-BA62-702BDE7435B8}"/>
              </a:ext>
            </a:extLst>
          </p:cNvPr>
          <p:cNvSpPr>
            <a:spLocks noGrp="1"/>
          </p:cNvSpPr>
          <p:nvPr/>
        </p:nvSpPr>
        <p:spPr>
          <a:xfrm>
            <a:off x="7162800" y="2952750"/>
            <a:ext cx="14478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cv-photo">
            <a:extLst>
              <a:ext uri="{FF2B5EF4-FFF2-40B4-BE49-F238E27FC236}">
                <a16:creationId xmlns:a16="http://schemas.microsoft.com/office/drawing/2014/main" xmlns="" id="{CA2CDE22-6ECC-4260-8DE6-44E6600C3F38}"/>
              </a:ext>
            </a:extLst>
          </p:cNvPr>
          <p:cNvSpPr>
            <a:spLocks noGrp="1"/>
          </p:cNvSpPr>
          <p:nvPr/>
        </p:nvSpPr>
        <p:spPr>
          <a:xfrm>
            <a:off x="7334250" y="3124200"/>
            <a:ext cx="361950" cy="361950"/>
          </a:xfrm>
          <a:prstGeom prst="ellipse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8391c51f901b4a48"/>
              </a:ext>
            </a:extLst>
          </a:blip>
          <a:stretch/>
        </p:blipFill>
        <p:spPr>
          <a:xfrm>
            <a:off x="7429500" y="3219450"/>
            <a:ext cx="171450" cy="171450"/>
          </a:xfrm>
          <a:prstGeom prst="rect">
            <a:avLst/>
          </a:prstGeom>
        </p:spPr>
      </p:pic>
      <p:sp>
        <p:nvSpPr>
          <p:cNvPr id="35" name="cv-name-line">
            <a:extLst>
              <a:ext uri="{FF2B5EF4-FFF2-40B4-BE49-F238E27FC236}">
                <a16:creationId xmlns:a16="http://schemas.microsoft.com/office/drawing/2014/main" xmlns="" id="{19CB6DBA-61B1-458F-9BF0-68A8C35677CC}"/>
              </a:ext>
            </a:extLst>
          </p:cNvPr>
          <p:cNvSpPr>
            <a:spLocks noGrp="1"/>
          </p:cNvSpPr>
          <p:nvPr/>
        </p:nvSpPr>
        <p:spPr>
          <a:xfrm>
            <a:off x="7848600" y="3143250"/>
            <a:ext cx="514350" cy="5715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36" name="cv-sub-line">
            <a:extLst>
              <a:ext uri="{FF2B5EF4-FFF2-40B4-BE49-F238E27FC236}">
                <a16:creationId xmlns:a16="http://schemas.microsoft.com/office/drawing/2014/main" xmlns="" id="{31D6F65E-B9F7-40B4-BDA7-69427A6119E8}"/>
              </a:ext>
            </a:extLst>
          </p:cNvPr>
          <p:cNvSpPr>
            <a:spLocks noGrp="1"/>
          </p:cNvSpPr>
          <p:nvPr/>
        </p:nvSpPr>
        <p:spPr>
          <a:xfrm>
            <a:off x="7848600" y="3286125"/>
            <a:ext cx="409575" cy="38100"/>
          </a:xfrm>
          <a:prstGeom prst="rect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37" name="cv-line-0">
            <a:extLst>
              <a:ext uri="{FF2B5EF4-FFF2-40B4-BE49-F238E27FC236}">
                <a16:creationId xmlns:a16="http://schemas.microsoft.com/office/drawing/2014/main" xmlns="" id="{B3ABFA12-640D-4FF4-BE8C-BFA10C8D4FFE}"/>
              </a:ext>
            </a:extLst>
          </p:cNvPr>
          <p:cNvSpPr>
            <a:spLocks noGrp="1"/>
          </p:cNvSpPr>
          <p:nvPr/>
        </p:nvSpPr>
        <p:spPr>
          <a:xfrm>
            <a:off x="7334250" y="3676650"/>
            <a:ext cx="1028700" cy="3810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38" name="cv-line-1">
            <a:extLst>
              <a:ext uri="{FF2B5EF4-FFF2-40B4-BE49-F238E27FC236}">
                <a16:creationId xmlns:a16="http://schemas.microsoft.com/office/drawing/2014/main" xmlns="" id="{8AA509F9-09D9-486A-AF09-F56509E688AB}"/>
              </a:ext>
            </a:extLst>
          </p:cNvPr>
          <p:cNvSpPr>
            <a:spLocks noGrp="1"/>
          </p:cNvSpPr>
          <p:nvPr/>
        </p:nvSpPr>
        <p:spPr>
          <a:xfrm>
            <a:off x="7334250" y="3819525"/>
            <a:ext cx="85725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39" name="cv-line-2">
            <a:extLst>
              <a:ext uri="{FF2B5EF4-FFF2-40B4-BE49-F238E27FC236}">
                <a16:creationId xmlns:a16="http://schemas.microsoft.com/office/drawing/2014/main" xmlns="" id="{AF710456-B8C1-448F-89C4-252ECE573EE7}"/>
              </a:ext>
            </a:extLst>
          </p:cNvPr>
          <p:cNvSpPr>
            <a:spLocks noGrp="1"/>
          </p:cNvSpPr>
          <p:nvPr/>
        </p:nvSpPr>
        <p:spPr>
          <a:xfrm>
            <a:off x="7334250" y="3962400"/>
            <a:ext cx="102870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40" name="cv-line-3">
            <a:extLst>
              <a:ext uri="{FF2B5EF4-FFF2-40B4-BE49-F238E27FC236}">
                <a16:creationId xmlns:a16="http://schemas.microsoft.com/office/drawing/2014/main" xmlns="" id="{9C706069-DBD2-4E79-A12C-64C2879DE8A1}"/>
              </a:ext>
            </a:extLst>
          </p:cNvPr>
          <p:cNvSpPr>
            <a:spLocks noGrp="1"/>
          </p:cNvSpPr>
          <p:nvPr/>
        </p:nvSpPr>
        <p:spPr>
          <a:xfrm>
            <a:off x="7334250" y="4105275"/>
            <a:ext cx="85725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41" name="cv-line-4">
            <a:extLst>
              <a:ext uri="{FF2B5EF4-FFF2-40B4-BE49-F238E27FC236}">
                <a16:creationId xmlns:a16="http://schemas.microsoft.com/office/drawing/2014/main" xmlns="" id="{58244D57-DBEC-4CD5-B0C1-352D4489ED64}"/>
              </a:ext>
            </a:extLst>
          </p:cNvPr>
          <p:cNvSpPr>
            <a:spLocks noGrp="1"/>
          </p:cNvSpPr>
          <p:nvPr/>
        </p:nvSpPr>
        <p:spPr>
          <a:xfrm>
            <a:off x="7334250" y="4248150"/>
            <a:ext cx="102870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42" name="cv-arrow-copy">
            <a:extLst>
              <a:ext uri="{FF2B5EF4-FFF2-40B4-BE49-F238E27FC236}">
                <a16:creationId xmlns:a16="http://schemas.microsoft.com/office/drawing/2014/main" xmlns="" id="{6E562526-0299-40EA-95B1-F55790834EAB}"/>
              </a:ext>
            </a:extLst>
          </p:cNvPr>
          <p:cNvSpPr>
            <a:spLocks noGrp="1"/>
          </p:cNvSpPr>
          <p:nvPr/>
        </p:nvSpPr>
        <p:spPr>
          <a:xfrm>
            <a:off x="8991600" y="31432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MEMBER PROFILE</a:t>
            </a:r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dfbb9d81901d4a6c"/>
              </a:ext>
            </a:extLst>
          </a:blip>
          <a:stretch/>
        </p:blipFill>
        <p:spPr>
          <a:xfrm>
            <a:off x="9601200" y="3476625"/>
            <a:ext cx="438150" cy="438150"/>
          </a:xfrm>
          <a:prstGeom prst="rect">
            <a:avLst/>
          </a:prstGeom>
        </p:spPr>
      </p:pic>
      <p:sp>
        <p:nvSpPr>
          <p:cNvPr id="44" name="cv-output-copy">
            <a:extLst>
              <a:ext uri="{FF2B5EF4-FFF2-40B4-BE49-F238E27FC236}">
                <a16:creationId xmlns:a16="http://schemas.microsoft.com/office/drawing/2014/main" xmlns="" id="{20279BF0-3564-4C00-B5D6-4FD74315719E}"/>
              </a:ext>
            </a:extLst>
          </p:cNvPr>
          <p:cNvSpPr>
            <a:spLocks noGrp="1"/>
          </p:cNvSpPr>
          <p:nvPr/>
        </p:nvSpPr>
        <p:spPr>
          <a:xfrm>
            <a:off x="8991600" y="40481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45" name="cv-check-1-dot">
            <a:extLst>
              <a:ext uri="{FF2B5EF4-FFF2-40B4-BE49-F238E27FC236}">
                <a16:creationId xmlns:a16="http://schemas.microsoft.com/office/drawing/2014/main" xmlns="" id="{1E47111A-D2A0-41A0-8C81-5992EDE0F086}"/>
              </a:ext>
            </a:extLst>
          </p:cNvPr>
          <p:cNvSpPr>
            <a:spLocks noGrp="1"/>
          </p:cNvSpPr>
          <p:nvPr/>
        </p:nvSpPr>
        <p:spPr>
          <a:xfrm>
            <a:off x="6743700" y="5181600"/>
            <a:ext cx="304800" cy="30480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99" name="Picture 9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e0fe0911fc1b462a"/>
              </a:ext>
            </a:extLst>
          </a:blip>
          <a:stretch/>
        </p:blipFill>
        <p:spPr>
          <a:xfrm>
            <a:off x="6819900" y="5257800"/>
            <a:ext cx="152400" cy="152400"/>
          </a:xfrm>
          <a:prstGeom prst="rect">
            <a:avLst/>
          </a:prstGeom>
        </p:spPr>
      </p:pic>
      <p:sp>
        <p:nvSpPr>
          <p:cNvPr id="47" name="cv-check-1-text">
            <a:extLst>
              <a:ext uri="{FF2B5EF4-FFF2-40B4-BE49-F238E27FC236}">
                <a16:creationId xmlns:a16="http://schemas.microsoft.com/office/drawing/2014/main" xmlns="" id="{25FAB088-59D7-4A17-BF58-B7D31125981D}"/>
              </a:ext>
            </a:extLst>
          </p:cNvPr>
          <p:cNvSpPr>
            <a:spLocks noGrp="1"/>
          </p:cNvSpPr>
          <p:nvPr/>
        </p:nvSpPr>
        <p:spPr>
          <a:xfrm>
            <a:off x="7181850" y="5162550"/>
            <a:ext cx="432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Automatic CV generation from member profile</a:t>
            </a:r>
          </a:p>
        </p:txBody>
      </p:sp>
      <p:sp>
        <p:nvSpPr>
          <p:cNvPr id="48" name="cv-check-2-dot">
            <a:extLst>
              <a:ext uri="{FF2B5EF4-FFF2-40B4-BE49-F238E27FC236}">
                <a16:creationId xmlns:a16="http://schemas.microsoft.com/office/drawing/2014/main" xmlns="" id="{DDAE341C-06EC-4CF1-BC37-AA9EA69CA994}"/>
              </a:ext>
            </a:extLst>
          </p:cNvPr>
          <p:cNvSpPr>
            <a:spLocks noGrp="1"/>
          </p:cNvSpPr>
          <p:nvPr/>
        </p:nvSpPr>
        <p:spPr>
          <a:xfrm>
            <a:off x="6743700" y="5600700"/>
            <a:ext cx="304800" cy="30480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102" name="Picture 10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849a6c3e80a54850"/>
              </a:ext>
            </a:extLst>
          </a:blip>
          <a:stretch/>
        </p:blipFill>
        <p:spPr>
          <a:xfrm>
            <a:off x="6819900" y="5676900"/>
            <a:ext cx="152400" cy="152400"/>
          </a:xfrm>
          <a:prstGeom prst="rect">
            <a:avLst/>
          </a:prstGeom>
        </p:spPr>
      </p:pic>
      <p:sp>
        <p:nvSpPr>
          <p:cNvPr id="50" name="cv-check-2-text">
            <a:extLst>
              <a:ext uri="{FF2B5EF4-FFF2-40B4-BE49-F238E27FC236}">
                <a16:creationId xmlns:a16="http://schemas.microsoft.com/office/drawing/2014/main" xmlns="" id="{EA73DB5C-FC12-475D-961D-5ED0C59DBEE3}"/>
              </a:ext>
            </a:extLst>
          </p:cNvPr>
          <p:cNvSpPr>
            <a:spLocks noGrp="1"/>
          </p:cNvSpPr>
          <p:nvPr/>
        </p:nvSpPr>
        <p:spPr>
          <a:xfrm>
            <a:off x="7181850" y="5581650"/>
            <a:ext cx="432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Downloadable professional CV</a:t>
            </a:r>
          </a:p>
        </p:txBody>
      </p:sp>
      <p:sp>
        <p:nvSpPr>
          <p:cNvPr id="51" name="footer-rule-7">
            <a:extLst>
              <a:ext uri="{FF2B5EF4-FFF2-40B4-BE49-F238E27FC236}">
                <a16:creationId xmlns:a16="http://schemas.microsoft.com/office/drawing/2014/main" xmlns="" id="{27277FC1-9062-41BC-B325-7FEEF6F8C5E3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52" name="footer-label-7">
            <a:extLst>
              <a:ext uri="{FF2B5EF4-FFF2-40B4-BE49-F238E27FC236}">
                <a16:creationId xmlns:a16="http://schemas.microsoft.com/office/drawing/2014/main" xmlns="" id="{30503012-3DBA-40D5-91D7-C0E386FCF44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53" name="footer-page-7">
            <a:extLst>
              <a:ext uri="{FF2B5EF4-FFF2-40B4-BE49-F238E27FC236}">
                <a16:creationId xmlns:a16="http://schemas.microsoft.com/office/drawing/2014/main" xmlns="" id="{2B11422C-5AF1-4096-A0A7-A36DB5D56D69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7323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7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3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1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33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69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3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1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1" grpId="0"/>
      <p:bldP spid="14" grpId="0"/>
      <p:bldP spid="17" grpId="0"/>
      <p:bldP spid="20" grpId="0"/>
      <p:bldP spid="22" grpId="0"/>
      <p:bldP spid="23" grpId="0"/>
      <p:bldP spid="44" grpId="0"/>
      <p:bldP spid="47" grpId="0"/>
      <p:bldP spid="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rand-gold-square">
            <a:extLst>
              <a:ext uri="{FF2B5EF4-FFF2-40B4-BE49-F238E27FC236}">
                <a16:creationId xmlns:a16="http://schemas.microsoft.com/office/drawing/2014/main" xmlns="" id="{9C8D5481-3BF7-40B1-A32B-107350B7DA3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AEEC2785-974E-480B-BA8E-77CFBFEC70A3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44D731FF-2630-4A60-B794-8817C3C6F05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participation strengthens governance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0197E9D9-44F8-453D-BF40-6E5D01F3E716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Verified voting and structured organizational workflows support transparent decisions.</a:t>
            </a:r>
          </a:p>
        </p:txBody>
      </p:sp>
      <p:sp>
        <p:nvSpPr>
          <p:cNvPr id="5" name="election-live-tag">
            <a:extLst>
              <a:ext uri="{FF2B5EF4-FFF2-40B4-BE49-F238E27FC236}">
                <a16:creationId xmlns:a16="http://schemas.microsoft.com/office/drawing/2014/main" xmlns="" id="{7626D7B4-56BA-49B8-A4E9-955184FED652}"/>
              </a:ext>
            </a:extLst>
          </p:cNvPr>
          <p:cNvSpPr>
            <a:spLocks noGrp="1"/>
          </p:cNvSpPr>
          <p:nvPr/>
        </p:nvSpPr>
        <p:spPr>
          <a:xfrm>
            <a:off x="8401050" y="1724025"/>
            <a:ext cx="3105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REAL RESULTS VIEW • EVOTEGB.COM</a:t>
            </a:r>
          </a:p>
        </p:txBody>
      </p:sp>
      <p:sp>
        <p:nvSpPr>
          <p:cNvPr id="6" name="election-left-header">
            <a:extLst>
              <a:ext uri="{FF2B5EF4-FFF2-40B4-BE49-F238E27FC236}">
                <a16:creationId xmlns:a16="http://schemas.microsoft.com/office/drawing/2014/main" xmlns="" id="{BA1B0AB6-0334-4283-8649-14F6057C48E4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7" name="election-left-big">
            <a:extLst>
              <a:ext uri="{FF2B5EF4-FFF2-40B4-BE49-F238E27FC236}">
                <a16:creationId xmlns:a16="http://schemas.microsoft.com/office/drawing/2014/main" xmlns="" id="{A2722C6A-9AAF-47E2-BF52-5BE87836A998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4476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MEMBER.</a:t>
            </a:r>
          </a:p>
          <a:p>
            <a:pPr algn="l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VERIFIED VOTE.</a:t>
            </a:r>
          </a:p>
        </p:txBody>
      </p:sp>
      <p:sp>
        <p:nvSpPr>
          <p:cNvPr id="8" name="election-process-proof">
            <a:extLst>
              <a:ext uri="{FF2B5EF4-FFF2-40B4-BE49-F238E27FC236}">
                <a16:creationId xmlns:a16="http://schemas.microsoft.com/office/drawing/2014/main" xmlns="" id="{6C553D58-D3AC-402E-9FA4-EDCD6380CA2E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EMAIL OTP  •  IDENTITY CHECK  •  BALLOT RECEIPT</a:t>
            </a:r>
          </a:p>
        </p:txBody>
      </p:sp>
      <p:sp>
        <p:nvSpPr>
          <p:cNvPr id="9" name="vote-item-0-disc">
            <a:extLst>
              <a:ext uri="{FF2B5EF4-FFF2-40B4-BE49-F238E27FC236}">
                <a16:creationId xmlns:a16="http://schemas.microsoft.com/office/drawing/2014/main" xmlns="" id="{4ADBAA5D-9999-4904-BA99-93018B43BEC5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4406d93bb5f4286"/>
              </a:ext>
            </a:extLst>
          </a:blip>
          <a:stretch/>
        </p:blipFill>
        <p:spPr>
          <a:xfrm>
            <a:off x="800100" y="3752850"/>
            <a:ext cx="228600" cy="228600"/>
          </a:xfrm>
          <a:prstGeom prst="rect">
            <a:avLst/>
          </a:prstGeom>
        </p:spPr>
      </p:pic>
      <p:sp>
        <p:nvSpPr>
          <p:cNvPr id="11" name="vote-label-0">
            <a:extLst>
              <a:ext uri="{FF2B5EF4-FFF2-40B4-BE49-F238E27FC236}">
                <a16:creationId xmlns:a16="http://schemas.microsoft.com/office/drawing/2014/main" xmlns="" id="{B85B83D5-6FD1-4EF3-B23F-B27BC79DED97}"/>
              </a:ext>
            </a:extLst>
          </p:cNvPr>
          <p:cNvSpPr>
            <a:spLocks noGrp="1"/>
          </p:cNvSpPr>
          <p:nvPr/>
        </p:nvSpPr>
        <p:spPr>
          <a:xfrm>
            <a:off x="1276350" y="3629025"/>
            <a:ext cx="1543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12" name="vote-item-1-disc">
            <a:extLst>
              <a:ext uri="{FF2B5EF4-FFF2-40B4-BE49-F238E27FC236}">
                <a16:creationId xmlns:a16="http://schemas.microsoft.com/office/drawing/2014/main" xmlns="" id="{F3DB297D-53E9-4151-8FE5-B486F9873FCC}"/>
              </a:ext>
            </a:extLst>
          </p:cNvPr>
          <p:cNvSpPr>
            <a:spLocks noGrp="1"/>
          </p:cNvSpPr>
          <p:nvPr/>
        </p:nvSpPr>
        <p:spPr>
          <a:xfrm>
            <a:off x="2876550" y="3638550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f467b6e9ef44821"/>
              </a:ext>
            </a:extLst>
          </a:blip>
          <a:stretch/>
        </p:blipFill>
        <p:spPr>
          <a:xfrm>
            <a:off x="2990850" y="3752850"/>
            <a:ext cx="228600" cy="228600"/>
          </a:xfrm>
          <a:prstGeom prst="rect">
            <a:avLst/>
          </a:prstGeom>
        </p:spPr>
      </p:pic>
      <p:sp>
        <p:nvSpPr>
          <p:cNvPr id="14" name="vote-label-1">
            <a:extLst>
              <a:ext uri="{FF2B5EF4-FFF2-40B4-BE49-F238E27FC236}">
                <a16:creationId xmlns:a16="http://schemas.microsoft.com/office/drawing/2014/main" xmlns="" id="{7897C423-6D87-4EE6-8E6E-AB4A41899B5C}"/>
              </a:ext>
            </a:extLst>
          </p:cNvPr>
          <p:cNvSpPr>
            <a:spLocks noGrp="1"/>
          </p:cNvSpPr>
          <p:nvPr/>
        </p:nvSpPr>
        <p:spPr>
          <a:xfrm>
            <a:off x="3467100" y="3629025"/>
            <a:ext cx="1543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OTP Verification</a:t>
            </a:r>
          </a:p>
        </p:txBody>
      </p:sp>
      <p:sp>
        <p:nvSpPr>
          <p:cNvPr id="15" name="vote-item-2-disc">
            <a:extLst>
              <a:ext uri="{FF2B5EF4-FFF2-40B4-BE49-F238E27FC236}">
                <a16:creationId xmlns:a16="http://schemas.microsoft.com/office/drawing/2014/main" xmlns="" id="{625B802B-1A8E-49BF-920F-85A2C89EA3EE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4f659573c534f0c"/>
              </a:ext>
            </a:extLst>
          </a:blip>
          <a:stretch/>
        </p:blipFill>
        <p:spPr>
          <a:xfrm>
            <a:off x="800100" y="4457700"/>
            <a:ext cx="228600" cy="228600"/>
          </a:xfrm>
          <a:prstGeom prst="rect">
            <a:avLst/>
          </a:prstGeom>
        </p:spPr>
      </p:pic>
      <p:sp>
        <p:nvSpPr>
          <p:cNvPr id="17" name="vote-label-2">
            <a:extLst>
              <a:ext uri="{FF2B5EF4-FFF2-40B4-BE49-F238E27FC236}">
                <a16:creationId xmlns:a16="http://schemas.microsoft.com/office/drawing/2014/main" xmlns="" id="{F9AD824C-4C8C-48EA-89B8-2A020DE810C3}"/>
              </a:ext>
            </a:extLst>
          </p:cNvPr>
          <p:cNvSpPr>
            <a:spLocks noGrp="1"/>
          </p:cNvSpPr>
          <p:nvPr/>
        </p:nvSpPr>
        <p:spPr>
          <a:xfrm>
            <a:off x="1276350" y="4333875"/>
            <a:ext cx="1543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Duplicate Vote Prevention</a:t>
            </a:r>
          </a:p>
        </p:txBody>
      </p:sp>
      <p:sp>
        <p:nvSpPr>
          <p:cNvPr id="18" name="vote-item-3-disc">
            <a:extLst>
              <a:ext uri="{FF2B5EF4-FFF2-40B4-BE49-F238E27FC236}">
                <a16:creationId xmlns:a16="http://schemas.microsoft.com/office/drawing/2014/main" xmlns="" id="{1308B02D-C8C4-4317-8B4D-768304309E34}"/>
              </a:ext>
            </a:extLst>
          </p:cNvPr>
          <p:cNvSpPr>
            <a:spLocks noGrp="1"/>
          </p:cNvSpPr>
          <p:nvPr/>
        </p:nvSpPr>
        <p:spPr>
          <a:xfrm>
            <a:off x="2876550" y="4343400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cf78937921384f60"/>
              </a:ext>
            </a:extLst>
          </a:blip>
          <a:stretch/>
        </p:blipFill>
        <p:spPr>
          <a:xfrm>
            <a:off x="2990850" y="4457700"/>
            <a:ext cx="228600" cy="228600"/>
          </a:xfrm>
          <a:prstGeom prst="rect">
            <a:avLst/>
          </a:prstGeom>
        </p:spPr>
      </p:pic>
      <p:sp>
        <p:nvSpPr>
          <p:cNvPr id="20" name="vote-label-3">
            <a:extLst>
              <a:ext uri="{FF2B5EF4-FFF2-40B4-BE49-F238E27FC236}">
                <a16:creationId xmlns:a16="http://schemas.microsoft.com/office/drawing/2014/main" xmlns="" id="{D7251DF0-38F0-4800-A277-FFBDAF4A91C2}"/>
              </a:ext>
            </a:extLst>
          </p:cNvPr>
          <p:cNvSpPr>
            <a:spLocks noGrp="1"/>
          </p:cNvSpPr>
          <p:nvPr/>
        </p:nvSpPr>
        <p:spPr>
          <a:xfrm>
            <a:off x="3467100" y="4333875"/>
            <a:ext cx="1543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Results</a:t>
            </a:r>
          </a:p>
        </p:txBody>
      </p:sp>
      <p:sp>
        <p:nvSpPr>
          <p:cNvPr id="21" name="org-left-header">
            <a:extLst>
              <a:ext uri="{FF2B5EF4-FFF2-40B4-BE49-F238E27FC236}">
                <a16:creationId xmlns:a16="http://schemas.microsoft.com/office/drawing/2014/main" xmlns="" id="{90CE13F2-144D-40B3-9648-621FBAFD58E7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ORGANIZATIONAL MANAGEMENT</a:t>
            </a:r>
          </a:p>
        </p:txBody>
      </p:sp>
      <p:sp>
        <p:nvSpPr>
          <p:cNvPr id="22" name="org-dot-0">
            <a:extLst>
              <a:ext uri="{FF2B5EF4-FFF2-40B4-BE49-F238E27FC236}">
                <a16:creationId xmlns:a16="http://schemas.microsoft.com/office/drawing/2014/main" xmlns="" id="{1368B160-708E-4067-B340-53A6281584A4}"/>
              </a:ext>
            </a:extLst>
          </p:cNvPr>
          <p:cNvSpPr>
            <a:spLocks noGrp="1"/>
          </p:cNvSpPr>
          <p:nvPr/>
        </p:nvSpPr>
        <p:spPr>
          <a:xfrm>
            <a:off x="685800" y="5495925"/>
            <a:ext cx="85725" cy="8572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3" name="org-label-0">
            <a:extLst>
              <a:ext uri="{FF2B5EF4-FFF2-40B4-BE49-F238E27FC236}">
                <a16:creationId xmlns:a16="http://schemas.microsoft.com/office/drawing/2014/main" xmlns="" id="{2429A06E-1EF2-4552-BCCC-3A22498FEA62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Review</a:t>
            </a:r>
          </a:p>
        </p:txBody>
      </p:sp>
      <p:sp>
        <p:nvSpPr>
          <p:cNvPr id="24" name="org-dot-1">
            <a:extLst>
              <a:ext uri="{FF2B5EF4-FFF2-40B4-BE49-F238E27FC236}">
                <a16:creationId xmlns:a16="http://schemas.microsoft.com/office/drawing/2014/main" xmlns="" id="{C4651E41-6241-484E-8995-A93BB3E06353}"/>
              </a:ext>
            </a:extLst>
          </p:cNvPr>
          <p:cNvSpPr>
            <a:spLocks noGrp="1"/>
          </p:cNvSpPr>
          <p:nvPr/>
        </p:nvSpPr>
        <p:spPr>
          <a:xfrm>
            <a:off x="2200275" y="5495925"/>
            <a:ext cx="85725" cy="8572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5" name="org-label-1">
            <a:extLst>
              <a:ext uri="{FF2B5EF4-FFF2-40B4-BE49-F238E27FC236}">
                <a16:creationId xmlns:a16="http://schemas.microsoft.com/office/drawing/2014/main" xmlns="" id="{56D367CF-08DB-40F1-9249-8617CBBA85C9}"/>
              </a:ext>
            </a:extLst>
          </p:cNvPr>
          <p:cNvSpPr>
            <a:spLocks noGrp="1"/>
          </p:cNvSpPr>
          <p:nvPr/>
        </p:nvSpPr>
        <p:spPr>
          <a:xfrm>
            <a:off x="2371725" y="5381625"/>
            <a:ext cx="1219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CEC Management</a:t>
            </a:r>
          </a:p>
        </p:txBody>
      </p:sp>
      <p:sp>
        <p:nvSpPr>
          <p:cNvPr id="26" name="org-dot-2">
            <a:extLst>
              <a:ext uri="{FF2B5EF4-FFF2-40B4-BE49-F238E27FC236}">
                <a16:creationId xmlns:a16="http://schemas.microsoft.com/office/drawing/2014/main" xmlns="" id="{9AB21D7D-175D-4665-AFE1-62E5596417C3}"/>
              </a:ext>
            </a:extLst>
          </p:cNvPr>
          <p:cNvSpPr>
            <a:spLocks noGrp="1"/>
          </p:cNvSpPr>
          <p:nvPr/>
        </p:nvSpPr>
        <p:spPr>
          <a:xfrm>
            <a:off x="3552825" y="5495925"/>
            <a:ext cx="85725" cy="8572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7" name="org-label-2">
            <a:extLst>
              <a:ext uri="{FF2B5EF4-FFF2-40B4-BE49-F238E27FC236}">
                <a16:creationId xmlns:a16="http://schemas.microsoft.com/office/drawing/2014/main" xmlns="" id="{9EF5AE3E-3B2C-40BA-AEA9-10F8BDD1ABCE}"/>
              </a:ext>
            </a:extLst>
          </p:cNvPr>
          <p:cNvSpPr>
            <a:spLocks noGrp="1"/>
          </p:cNvSpPr>
          <p:nvPr/>
        </p:nvSpPr>
        <p:spPr>
          <a:xfrm>
            <a:off x="3724275" y="538162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Advisory Council Management</a:t>
            </a:r>
          </a:p>
        </p:txBody>
      </p:sp>
      <p:sp>
        <p:nvSpPr>
          <p:cNvPr id="28" name="election-results-shadow">
            <a:extLst>
              <a:ext uri="{FF2B5EF4-FFF2-40B4-BE49-F238E27FC236}">
                <a16:creationId xmlns:a16="http://schemas.microsoft.com/office/drawing/2014/main" xmlns="" id="{5329D4BE-CF94-4918-B89F-C729C6A35F17}"/>
              </a:ext>
            </a:extLst>
          </p:cNvPr>
          <p:cNvSpPr>
            <a:spLocks noGrp="1"/>
          </p:cNvSpPr>
          <p:nvPr/>
        </p:nvSpPr>
        <p:spPr>
          <a:xfrm>
            <a:off x="6076950" y="2114550"/>
            <a:ext cx="5429250" cy="3943350"/>
          </a:xfrm>
          <a:prstGeom prst="roundRect">
            <a:avLst>
              <a:gd name="adj" fmla="val 4348"/>
            </a:avLst>
          </a:prstGeom>
          <a:solidFill>
            <a:srgbClr val="000000">
              <a:alpha val="15686"/>
            </a:srgbClr>
          </a:solidFill>
          <a:ln w="0">
            <a:noFill/>
            <a:prstDash val="solid"/>
          </a:ln>
        </p:spPr>
      </p:sp>
      <p:sp>
        <p:nvSpPr>
          <p:cNvPr id="29" name="election-results-frame">
            <a:extLst>
              <a:ext uri="{FF2B5EF4-FFF2-40B4-BE49-F238E27FC236}">
                <a16:creationId xmlns:a16="http://schemas.microsoft.com/office/drawing/2014/main" xmlns="" id="{5AA40607-35D7-4008-BDE7-33110E983F04}"/>
              </a:ext>
            </a:extLst>
          </p:cNvPr>
          <p:cNvSpPr>
            <a:spLocks noGrp="1"/>
          </p:cNvSpPr>
          <p:nvPr/>
        </p:nvSpPr>
        <p:spPr>
          <a:xfrm>
            <a:off x="5962650" y="2000250"/>
            <a:ext cx="5543550" cy="39433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6A15B"/>
            </a:solidFill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8417" y="2133600"/>
            <a:ext cx="5012016" cy="3676650"/>
          </a:xfrm>
          <a:prstGeom prst="rect">
            <a:avLst/>
          </a:prstGeom>
        </p:spPr>
      </p:pic>
      <p:sp>
        <p:nvSpPr>
          <p:cNvPr id="31" name="footer-rule-8">
            <a:extLst>
              <a:ext uri="{FF2B5EF4-FFF2-40B4-BE49-F238E27FC236}">
                <a16:creationId xmlns:a16="http://schemas.microsoft.com/office/drawing/2014/main" xmlns="" id="{BD481F6D-7C85-4800-9B39-BC13C148554D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32" name="footer-label-8">
            <a:extLst>
              <a:ext uri="{FF2B5EF4-FFF2-40B4-BE49-F238E27FC236}">
                <a16:creationId xmlns:a16="http://schemas.microsoft.com/office/drawing/2014/main" xmlns="" id="{730D820C-EB94-4083-8ABA-A475DFFF143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3" name="footer-page-8">
            <a:extLst>
              <a:ext uri="{FF2B5EF4-FFF2-40B4-BE49-F238E27FC236}">
                <a16:creationId xmlns:a16="http://schemas.microsoft.com/office/drawing/2014/main" xmlns="" id="{73C6029B-9DDE-46AC-AE5D-2CED2EF5A066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7494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8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6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00"/>
                            </p:stCondLst>
                            <p:childTnLst>
                              <p:par>
                                <p:cTn id="38" presetID="2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48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8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8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11" grpId="0"/>
      <p:bldP spid="14" grpId="0"/>
      <p:bldP spid="17" grpId="0"/>
      <p:bldP spid="20" grpId="0"/>
      <p:bldP spid="23" grpId="0"/>
      <p:bldP spid="25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rand-gold-square">
            <a:extLst>
              <a:ext uri="{FF2B5EF4-FFF2-40B4-BE49-F238E27FC236}">
                <a16:creationId xmlns:a16="http://schemas.microsoft.com/office/drawing/2014/main" xmlns="" id="{8CE6E27A-B9C0-49DE-8A7C-61078B9F9A2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E0909216-0113-49CD-B121-205C54AEA00C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3F3ABF65-7E93-4B28-AA2B-99FAD525502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 value grows with every interaction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93D3C22A-4C07-4050-8335-6057337FCC05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Identity, services, communication and opportunity come together in one place.</a:t>
            </a:r>
          </a:p>
        </p:txBody>
      </p:sp>
      <p:sp>
        <p:nvSpPr>
          <p:cNvPr id="5" name="benefit-left-link-0">
            <a:extLst>
              <a:ext uri="{FF2B5EF4-FFF2-40B4-BE49-F238E27FC236}">
                <a16:creationId xmlns:a16="http://schemas.microsoft.com/office/drawing/2014/main" xmlns="" id="{CB552629-CE94-4314-A82D-F3E017C1071E}"/>
              </a:ext>
            </a:extLst>
          </p:cNvPr>
          <p:cNvSpPr>
            <a:spLocks noGrp="1"/>
          </p:cNvSpPr>
          <p:nvPr/>
        </p:nvSpPr>
        <p:spPr>
          <a:xfrm>
            <a:off x="3543300" y="251460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6" name="benefit-left-link-1">
            <a:extLst>
              <a:ext uri="{FF2B5EF4-FFF2-40B4-BE49-F238E27FC236}">
                <a16:creationId xmlns:a16="http://schemas.microsoft.com/office/drawing/2014/main" xmlns="" id="{18FBE708-432E-4795-8637-F398F4C7D456}"/>
              </a:ext>
            </a:extLst>
          </p:cNvPr>
          <p:cNvSpPr>
            <a:spLocks noGrp="1"/>
          </p:cNvSpPr>
          <p:nvPr/>
        </p:nvSpPr>
        <p:spPr>
          <a:xfrm>
            <a:off x="3543300" y="340995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7" name="benefit-left-link-2">
            <a:extLst>
              <a:ext uri="{FF2B5EF4-FFF2-40B4-BE49-F238E27FC236}">
                <a16:creationId xmlns:a16="http://schemas.microsoft.com/office/drawing/2014/main" xmlns="" id="{49C6ECDE-025F-4317-99C6-A0FF40C8D361}"/>
              </a:ext>
            </a:extLst>
          </p:cNvPr>
          <p:cNvSpPr>
            <a:spLocks noGrp="1"/>
          </p:cNvSpPr>
          <p:nvPr/>
        </p:nvSpPr>
        <p:spPr>
          <a:xfrm>
            <a:off x="3543300" y="430530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8" name="benefit-left-link-3">
            <a:extLst>
              <a:ext uri="{FF2B5EF4-FFF2-40B4-BE49-F238E27FC236}">
                <a16:creationId xmlns:a16="http://schemas.microsoft.com/office/drawing/2014/main" xmlns="" id="{F3095157-9B91-4B2B-B32F-D90FB7D4575A}"/>
              </a:ext>
            </a:extLst>
          </p:cNvPr>
          <p:cNvSpPr>
            <a:spLocks noGrp="1"/>
          </p:cNvSpPr>
          <p:nvPr/>
        </p:nvSpPr>
        <p:spPr>
          <a:xfrm>
            <a:off x="3543300" y="520065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9" name="benefit-right-link-0">
            <a:extLst>
              <a:ext uri="{FF2B5EF4-FFF2-40B4-BE49-F238E27FC236}">
                <a16:creationId xmlns:a16="http://schemas.microsoft.com/office/drawing/2014/main" xmlns="" id="{07A1F14D-8041-49AC-97C0-6CAF0638885E}"/>
              </a:ext>
            </a:extLst>
          </p:cNvPr>
          <p:cNvSpPr>
            <a:spLocks noGrp="1"/>
          </p:cNvSpPr>
          <p:nvPr/>
        </p:nvSpPr>
        <p:spPr>
          <a:xfrm>
            <a:off x="7315200" y="251460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0" name="benefit-right-link-1">
            <a:extLst>
              <a:ext uri="{FF2B5EF4-FFF2-40B4-BE49-F238E27FC236}">
                <a16:creationId xmlns:a16="http://schemas.microsoft.com/office/drawing/2014/main" xmlns="" id="{2EF38867-76A6-4739-87E5-40ED77F58CD7}"/>
              </a:ext>
            </a:extLst>
          </p:cNvPr>
          <p:cNvSpPr>
            <a:spLocks noGrp="1"/>
          </p:cNvSpPr>
          <p:nvPr/>
        </p:nvSpPr>
        <p:spPr>
          <a:xfrm>
            <a:off x="7315200" y="340995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1" name="benefit-right-link-2">
            <a:extLst>
              <a:ext uri="{FF2B5EF4-FFF2-40B4-BE49-F238E27FC236}">
                <a16:creationId xmlns:a16="http://schemas.microsoft.com/office/drawing/2014/main" xmlns="" id="{7C09102F-8FED-4C38-A7DE-C5A481490A94}"/>
              </a:ext>
            </a:extLst>
          </p:cNvPr>
          <p:cNvSpPr>
            <a:spLocks noGrp="1"/>
          </p:cNvSpPr>
          <p:nvPr/>
        </p:nvSpPr>
        <p:spPr>
          <a:xfrm>
            <a:off x="7315200" y="430530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2" name="benefit-right-link-3">
            <a:extLst>
              <a:ext uri="{FF2B5EF4-FFF2-40B4-BE49-F238E27FC236}">
                <a16:creationId xmlns:a16="http://schemas.microsoft.com/office/drawing/2014/main" xmlns="" id="{A7587595-236C-4AC7-89AC-7049A6B9B915}"/>
              </a:ext>
            </a:extLst>
          </p:cNvPr>
          <p:cNvSpPr>
            <a:spLocks noGrp="1"/>
          </p:cNvSpPr>
          <p:nvPr/>
        </p:nvSpPr>
        <p:spPr>
          <a:xfrm>
            <a:off x="7315200" y="520065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3" name="benefit-core-shadow">
            <a:extLst>
              <a:ext uri="{FF2B5EF4-FFF2-40B4-BE49-F238E27FC236}">
                <a16:creationId xmlns:a16="http://schemas.microsoft.com/office/drawing/2014/main" xmlns="" id="{69BEA5BA-5EFB-4EC5-AB85-0CF869276AD0}"/>
              </a:ext>
            </a:extLst>
          </p:cNvPr>
          <p:cNvSpPr>
            <a:spLocks noGrp="1"/>
          </p:cNvSpPr>
          <p:nvPr/>
        </p:nvSpPr>
        <p:spPr>
          <a:xfrm>
            <a:off x="4743450" y="2533650"/>
            <a:ext cx="2705100" cy="2705100"/>
          </a:xfrm>
          <a:prstGeom prst="ellipse">
            <a:avLst/>
          </a:prstGeom>
          <a:solidFill>
            <a:srgbClr val="000000">
              <a:alpha val="7059"/>
            </a:srgbClr>
          </a:solidFill>
          <a:ln w="0">
            <a:noFill/>
            <a:prstDash val="solid"/>
          </a:ln>
        </p:spPr>
      </p:sp>
      <p:sp>
        <p:nvSpPr>
          <p:cNvPr id="14" name="benefit-core">
            <a:extLst>
              <a:ext uri="{FF2B5EF4-FFF2-40B4-BE49-F238E27FC236}">
                <a16:creationId xmlns:a16="http://schemas.microsoft.com/office/drawing/2014/main" xmlns="" id="{A6AFECA0-1FDD-49F8-9C25-0A4706266256}"/>
              </a:ext>
            </a:extLst>
          </p:cNvPr>
          <p:cNvSpPr>
            <a:spLocks noGrp="1"/>
          </p:cNvSpPr>
          <p:nvPr/>
        </p:nvSpPr>
        <p:spPr>
          <a:xfrm>
            <a:off x="4610100" y="2400300"/>
            <a:ext cx="2705100" cy="2705100"/>
          </a:xfrm>
          <a:prstGeom prst="ellipse">
            <a:avLst/>
          </a:prstGeom>
          <a:solidFill>
            <a:srgbClr val="0D3B2E"/>
          </a:solidFill>
          <a:ln w="38100">
            <a:solidFill>
              <a:srgbClr val="C6A15B"/>
            </a:solidFill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99366b62d2c4b5e"/>
              </a:ext>
            </a:extLst>
          </a:blip>
          <a:stretch/>
        </p:blipFill>
        <p:spPr>
          <a:xfrm>
            <a:off x="5638800" y="2895600"/>
            <a:ext cx="647700" cy="647700"/>
          </a:xfrm>
          <a:prstGeom prst="rect">
            <a:avLst/>
          </a:prstGeom>
        </p:spPr>
      </p:pic>
      <p:sp>
        <p:nvSpPr>
          <p:cNvPr id="16" name="benefit-core-label">
            <a:extLst>
              <a:ext uri="{FF2B5EF4-FFF2-40B4-BE49-F238E27FC236}">
                <a16:creationId xmlns:a16="http://schemas.microsoft.com/office/drawing/2014/main" xmlns="" id="{D9645B94-710F-4F10-ADFC-F35B2363468B}"/>
              </a:ext>
            </a:extLst>
          </p:cNvPr>
          <p:cNvSpPr>
            <a:spLocks noGrp="1"/>
          </p:cNvSpPr>
          <p:nvPr/>
        </p:nvSpPr>
        <p:spPr>
          <a:xfrm>
            <a:off x="5238750" y="3714750"/>
            <a:ext cx="1447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sp>
        <p:nvSpPr>
          <p:cNvPr id="17" name="benefit-core-copy">
            <a:extLst>
              <a:ext uri="{FF2B5EF4-FFF2-40B4-BE49-F238E27FC236}">
                <a16:creationId xmlns:a16="http://schemas.microsoft.com/office/drawing/2014/main" xmlns="" id="{EA8CD9EE-F117-488F-B1A4-FBEC2F4FC940}"/>
              </a:ext>
            </a:extLst>
          </p:cNvPr>
          <p:cNvSpPr>
            <a:spLocks noGrp="1"/>
          </p:cNvSpPr>
          <p:nvPr/>
        </p:nvSpPr>
        <p:spPr>
          <a:xfrm>
            <a:off x="4953000" y="4552950"/>
            <a:ext cx="2019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One connected experience</a:t>
            </a:r>
          </a:p>
        </p:txBody>
      </p:sp>
      <p:sp>
        <p:nvSpPr>
          <p:cNvPr id="18" name="benefit-left-box-0">
            <a:extLst>
              <a:ext uri="{FF2B5EF4-FFF2-40B4-BE49-F238E27FC236}">
                <a16:creationId xmlns:a16="http://schemas.microsoft.com/office/drawing/2014/main" xmlns="" id="{91B707BF-14DC-435F-95EF-CDB598C53BD5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aadd9c549b6745e6"/>
              </a:ext>
            </a:extLst>
          </a:blip>
          <a:stretch/>
        </p:blipFill>
        <p:spPr>
          <a:xfrm>
            <a:off x="876300" y="2381250"/>
            <a:ext cx="266700" cy="266700"/>
          </a:xfrm>
          <a:prstGeom prst="rect">
            <a:avLst/>
          </a:prstGeom>
        </p:spPr>
      </p:pic>
      <p:sp>
        <p:nvSpPr>
          <p:cNvPr id="20" name="benefit-left-label-0">
            <a:extLst>
              <a:ext uri="{FF2B5EF4-FFF2-40B4-BE49-F238E27FC236}">
                <a16:creationId xmlns:a16="http://schemas.microsoft.com/office/drawing/2014/main" xmlns="" id="{46B6F4B4-CFE9-4088-9805-F829331F7694}"/>
              </a:ext>
            </a:extLst>
          </p:cNvPr>
          <p:cNvSpPr>
            <a:spLocks noGrp="1"/>
          </p:cNvSpPr>
          <p:nvPr/>
        </p:nvSpPr>
        <p:spPr>
          <a:xfrm>
            <a:off x="1295400" y="22383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Identity</a:t>
            </a:r>
          </a:p>
        </p:txBody>
      </p:sp>
      <p:sp>
        <p:nvSpPr>
          <p:cNvPr id="21" name="benefit-left-box-1">
            <a:extLst>
              <a:ext uri="{FF2B5EF4-FFF2-40B4-BE49-F238E27FC236}">
                <a16:creationId xmlns:a16="http://schemas.microsoft.com/office/drawing/2014/main" xmlns="" id="{7DC470E3-AD3D-4B77-A48A-B69AE419A23D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a068415eb77d4a8c"/>
              </a:ext>
            </a:extLst>
          </a:blip>
          <a:stretch/>
        </p:blipFill>
        <p:spPr>
          <a:xfrm>
            <a:off x="876300" y="3276600"/>
            <a:ext cx="266700" cy="266700"/>
          </a:xfrm>
          <a:prstGeom prst="rect">
            <a:avLst/>
          </a:prstGeom>
        </p:spPr>
      </p:pic>
      <p:sp>
        <p:nvSpPr>
          <p:cNvPr id="23" name="benefit-left-label-1">
            <a:extLst>
              <a:ext uri="{FF2B5EF4-FFF2-40B4-BE49-F238E27FC236}">
                <a16:creationId xmlns:a16="http://schemas.microsoft.com/office/drawing/2014/main" xmlns="" id="{51D9DF0E-96AC-477D-9859-B6AFF3BFB534}"/>
              </a:ext>
            </a:extLst>
          </p:cNvPr>
          <p:cNvSpPr>
            <a:spLocks noGrp="1"/>
          </p:cNvSpPr>
          <p:nvPr/>
        </p:nvSpPr>
        <p:spPr>
          <a:xfrm>
            <a:off x="1295400" y="31337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Verified Membership</a:t>
            </a:r>
          </a:p>
        </p:txBody>
      </p:sp>
      <p:sp>
        <p:nvSpPr>
          <p:cNvPr id="24" name="benefit-left-box-2">
            <a:extLst>
              <a:ext uri="{FF2B5EF4-FFF2-40B4-BE49-F238E27FC236}">
                <a16:creationId xmlns:a16="http://schemas.microsoft.com/office/drawing/2014/main" xmlns="" id="{48752291-62BF-41E4-8025-408B672648C6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16a4ff5142b44a1"/>
              </a:ext>
            </a:extLst>
          </a:blip>
          <a:stretch/>
        </p:blipFill>
        <p:spPr>
          <a:xfrm>
            <a:off x="876300" y="4171950"/>
            <a:ext cx="266700" cy="266700"/>
          </a:xfrm>
          <a:prstGeom prst="rect">
            <a:avLst/>
          </a:prstGeom>
        </p:spPr>
      </p:pic>
      <p:sp>
        <p:nvSpPr>
          <p:cNvPr id="26" name="benefit-left-label-2">
            <a:extLst>
              <a:ext uri="{FF2B5EF4-FFF2-40B4-BE49-F238E27FC236}">
                <a16:creationId xmlns:a16="http://schemas.microsoft.com/office/drawing/2014/main" xmlns="" id="{B9E15DE0-2F66-40EE-AC31-1201C09F0DF6}"/>
              </a:ext>
            </a:extLst>
          </p:cNvPr>
          <p:cNvSpPr>
            <a:spLocks noGrp="1"/>
          </p:cNvSpPr>
          <p:nvPr/>
        </p:nvSpPr>
        <p:spPr>
          <a:xfrm>
            <a:off x="1295400" y="40290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Easy Access to Services</a:t>
            </a:r>
          </a:p>
        </p:txBody>
      </p:sp>
      <p:sp>
        <p:nvSpPr>
          <p:cNvPr id="27" name="benefit-left-box-3">
            <a:extLst>
              <a:ext uri="{FF2B5EF4-FFF2-40B4-BE49-F238E27FC236}">
                <a16:creationId xmlns:a16="http://schemas.microsoft.com/office/drawing/2014/main" xmlns="" id="{04391774-1648-46D9-83D9-FA4A25593877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c2323f4b9b240d2"/>
              </a:ext>
            </a:extLst>
          </a:blip>
          <a:stretch/>
        </p:blipFill>
        <p:spPr>
          <a:xfrm>
            <a:off x="876300" y="5067300"/>
            <a:ext cx="266700" cy="266700"/>
          </a:xfrm>
          <a:prstGeom prst="rect">
            <a:avLst/>
          </a:prstGeom>
        </p:spPr>
      </p:pic>
      <p:sp>
        <p:nvSpPr>
          <p:cNvPr id="29" name="benefit-left-label-3">
            <a:extLst>
              <a:ext uri="{FF2B5EF4-FFF2-40B4-BE49-F238E27FC236}">
                <a16:creationId xmlns:a16="http://schemas.microsoft.com/office/drawing/2014/main" xmlns="" id="{82AC8F36-A7B5-4D17-B5CA-B23C42E44498}"/>
              </a:ext>
            </a:extLst>
          </p:cNvPr>
          <p:cNvSpPr>
            <a:spLocks noGrp="1"/>
          </p:cNvSpPr>
          <p:nvPr/>
        </p:nvSpPr>
        <p:spPr>
          <a:xfrm>
            <a:off x="1295400" y="49244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30" name="benefit-right-box-0">
            <a:extLst>
              <a:ext uri="{FF2B5EF4-FFF2-40B4-BE49-F238E27FC236}">
                <a16:creationId xmlns:a16="http://schemas.microsoft.com/office/drawing/2014/main" xmlns="" id="{5E2C817D-4973-4D05-B54C-83FF1FB2EA8A}"/>
              </a:ext>
            </a:extLst>
          </p:cNvPr>
          <p:cNvSpPr>
            <a:spLocks noGrp="1"/>
          </p:cNvSpPr>
          <p:nvPr/>
        </p:nvSpPr>
        <p:spPr>
          <a:xfrm>
            <a:off x="8648700" y="22383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82cc0c43ddd4178"/>
              </a:ext>
            </a:extLst>
          </a:blip>
          <a:stretch/>
        </p:blipFill>
        <p:spPr>
          <a:xfrm>
            <a:off x="8839200" y="2381250"/>
            <a:ext cx="266700" cy="266700"/>
          </a:xfrm>
          <a:prstGeom prst="rect">
            <a:avLst/>
          </a:prstGeom>
        </p:spPr>
      </p:pic>
      <p:sp>
        <p:nvSpPr>
          <p:cNvPr id="32" name="benefit-right-label-0">
            <a:extLst>
              <a:ext uri="{FF2B5EF4-FFF2-40B4-BE49-F238E27FC236}">
                <a16:creationId xmlns:a16="http://schemas.microsoft.com/office/drawing/2014/main" xmlns="" id="{EBE9A8AA-ECCB-4E27-83E7-AAE679E11E11}"/>
              </a:ext>
            </a:extLst>
          </p:cNvPr>
          <p:cNvSpPr>
            <a:spLocks noGrp="1"/>
          </p:cNvSpPr>
          <p:nvPr/>
        </p:nvSpPr>
        <p:spPr>
          <a:xfrm>
            <a:off x="9258300" y="22383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Better Communication</a:t>
            </a:r>
          </a:p>
        </p:txBody>
      </p:sp>
      <p:sp>
        <p:nvSpPr>
          <p:cNvPr id="33" name="benefit-right-box-1">
            <a:extLst>
              <a:ext uri="{FF2B5EF4-FFF2-40B4-BE49-F238E27FC236}">
                <a16:creationId xmlns:a16="http://schemas.microsoft.com/office/drawing/2014/main" xmlns="" id="{BC8033F7-F610-4E54-8308-B61838E7704D}"/>
              </a:ext>
            </a:extLst>
          </p:cNvPr>
          <p:cNvSpPr>
            <a:spLocks noGrp="1"/>
          </p:cNvSpPr>
          <p:nvPr/>
        </p:nvSpPr>
        <p:spPr>
          <a:xfrm>
            <a:off x="8648700" y="31337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c86727a0ae74c0d"/>
              </a:ext>
            </a:extLst>
          </a:blip>
          <a:stretch/>
        </p:blipFill>
        <p:spPr>
          <a:xfrm>
            <a:off x="8839200" y="3276600"/>
            <a:ext cx="266700" cy="266700"/>
          </a:xfrm>
          <a:prstGeom prst="rect">
            <a:avLst/>
          </a:prstGeom>
        </p:spPr>
      </p:pic>
      <p:sp>
        <p:nvSpPr>
          <p:cNvPr id="35" name="benefit-right-label-1">
            <a:extLst>
              <a:ext uri="{FF2B5EF4-FFF2-40B4-BE49-F238E27FC236}">
                <a16:creationId xmlns:a16="http://schemas.microsoft.com/office/drawing/2014/main" xmlns="" id="{0E931C3F-3A01-485F-BB0E-14200A4F7BAF}"/>
              </a:ext>
            </a:extLst>
          </p:cNvPr>
          <p:cNvSpPr>
            <a:spLocks noGrp="1"/>
          </p:cNvSpPr>
          <p:nvPr/>
        </p:nvSpPr>
        <p:spPr>
          <a:xfrm>
            <a:off x="9258300" y="31337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6" name="benefit-right-box-2">
            <a:extLst>
              <a:ext uri="{FF2B5EF4-FFF2-40B4-BE49-F238E27FC236}">
                <a16:creationId xmlns:a16="http://schemas.microsoft.com/office/drawing/2014/main" xmlns="" id="{73EC26C6-E52D-41F8-8309-BB5C8330A9CE}"/>
              </a:ext>
            </a:extLst>
          </p:cNvPr>
          <p:cNvSpPr>
            <a:spLocks noGrp="1"/>
          </p:cNvSpPr>
          <p:nvPr/>
        </p:nvSpPr>
        <p:spPr>
          <a:xfrm>
            <a:off x="8648700" y="40290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3236c8792d834b03"/>
              </a:ext>
            </a:extLst>
          </a:blip>
          <a:stretch/>
        </p:blipFill>
        <p:spPr>
          <a:xfrm>
            <a:off x="8839200" y="4171950"/>
            <a:ext cx="266700" cy="266700"/>
          </a:xfrm>
          <a:prstGeom prst="rect">
            <a:avLst/>
          </a:prstGeom>
        </p:spPr>
      </p:pic>
      <p:sp>
        <p:nvSpPr>
          <p:cNvPr id="38" name="benefit-right-label-2">
            <a:extLst>
              <a:ext uri="{FF2B5EF4-FFF2-40B4-BE49-F238E27FC236}">
                <a16:creationId xmlns:a16="http://schemas.microsoft.com/office/drawing/2014/main" xmlns="" id="{C47B5E66-2FE1-435D-B0CE-08819020BD44}"/>
              </a:ext>
            </a:extLst>
          </p:cNvPr>
          <p:cNvSpPr>
            <a:spLocks noGrp="1"/>
          </p:cNvSpPr>
          <p:nvPr/>
        </p:nvSpPr>
        <p:spPr>
          <a:xfrm>
            <a:off x="9258300" y="40290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Global Networking</a:t>
            </a:r>
          </a:p>
        </p:txBody>
      </p:sp>
      <p:sp>
        <p:nvSpPr>
          <p:cNvPr id="39" name="benefit-right-box-3">
            <a:extLst>
              <a:ext uri="{FF2B5EF4-FFF2-40B4-BE49-F238E27FC236}">
                <a16:creationId xmlns:a16="http://schemas.microsoft.com/office/drawing/2014/main" xmlns="" id="{4F6C046A-4BC1-4136-AA72-C39E0F3F4B86}"/>
              </a:ext>
            </a:extLst>
          </p:cNvPr>
          <p:cNvSpPr>
            <a:spLocks noGrp="1"/>
          </p:cNvSpPr>
          <p:nvPr/>
        </p:nvSpPr>
        <p:spPr>
          <a:xfrm>
            <a:off x="8648700" y="49244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5e0e5012e914736"/>
              </a:ext>
            </a:extLst>
          </a:blip>
          <a:stretch/>
        </p:blipFill>
        <p:spPr>
          <a:xfrm>
            <a:off x="8839200" y="5067300"/>
            <a:ext cx="266700" cy="266700"/>
          </a:xfrm>
          <a:prstGeom prst="rect">
            <a:avLst/>
          </a:prstGeom>
        </p:spPr>
      </p:pic>
      <p:sp>
        <p:nvSpPr>
          <p:cNvPr id="41" name="benefit-right-label-3">
            <a:extLst>
              <a:ext uri="{FF2B5EF4-FFF2-40B4-BE49-F238E27FC236}">
                <a16:creationId xmlns:a16="http://schemas.microsoft.com/office/drawing/2014/main" xmlns="" id="{1831F6E8-08EF-4F78-ACEC-01FFB3BBBBDE}"/>
              </a:ext>
            </a:extLst>
          </p:cNvPr>
          <p:cNvSpPr>
            <a:spLocks noGrp="1"/>
          </p:cNvSpPr>
          <p:nvPr/>
        </p:nvSpPr>
        <p:spPr>
          <a:xfrm>
            <a:off x="9258300" y="49244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Opportunities</a:t>
            </a:r>
          </a:p>
        </p:txBody>
      </p:sp>
      <p:sp>
        <p:nvSpPr>
          <p:cNvPr id="42" name="footer-rule-9">
            <a:extLst>
              <a:ext uri="{FF2B5EF4-FFF2-40B4-BE49-F238E27FC236}">
                <a16:creationId xmlns:a16="http://schemas.microsoft.com/office/drawing/2014/main" xmlns="" id="{E0BDFABC-0918-4E13-A240-0D70F4AD5665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3" name="footer-label-9">
            <a:extLst>
              <a:ext uri="{FF2B5EF4-FFF2-40B4-BE49-F238E27FC236}">
                <a16:creationId xmlns:a16="http://schemas.microsoft.com/office/drawing/2014/main" xmlns="" id="{620BF282-3EEA-4C6E-A6E7-350F59AC719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4" name="footer-page-9">
            <a:extLst>
              <a:ext uri="{FF2B5EF4-FFF2-40B4-BE49-F238E27FC236}">
                <a16:creationId xmlns:a16="http://schemas.microsoft.com/office/drawing/2014/main" xmlns="" id="{BBD1B2BD-4BE0-4A61-A0DE-A923898D5093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8239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9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8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7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66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9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4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3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6" grpId="0"/>
      <p:bldP spid="20" grpId="0"/>
      <p:bldP spid="23" grpId="0"/>
      <p:bldP spid="26" grpId="0"/>
      <p:bldP spid="29" grpId="0"/>
      <p:bldP spid="32" grpId="0"/>
      <p:bldP spid="35" grpId="0"/>
      <p:bldP spid="38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rand-gold-square">
            <a:extLst>
              <a:ext uri="{FF2B5EF4-FFF2-40B4-BE49-F238E27FC236}">
                <a16:creationId xmlns:a16="http://schemas.microsoft.com/office/drawing/2014/main" xmlns="" id="{7EA45139-20C6-49CC-9154-9DE5FF45C3A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63FA0421-DF08-4D69-9D26-AD6E0A9ADF69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18A1EB6D-A5DF-44A9-A7AC-E73EBFB5430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Upcoming modules expand the platform’s reach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5554A420-0884-45CA-AE2E-6F047D254A7A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A proposed next-stage roadmap shaped by the live platform and emerging community needs.</a:t>
            </a:r>
          </a:p>
        </p:txBody>
      </p:sp>
      <p:sp>
        <p:nvSpPr>
          <p:cNvPr id="5" name="upcoming-left-band">
            <a:extLst>
              <a:ext uri="{FF2B5EF4-FFF2-40B4-BE49-F238E27FC236}">
                <a16:creationId xmlns:a16="http://schemas.microsoft.com/office/drawing/2014/main" xmlns="" id="{2B24D26D-747C-4345-8250-72FEBF385FF6}"/>
              </a:ext>
            </a:extLst>
          </p:cNvPr>
          <p:cNvSpPr>
            <a:spLocks noGrp="1"/>
          </p:cNvSpPr>
          <p:nvPr/>
        </p:nvSpPr>
        <p:spPr>
          <a:xfrm>
            <a:off x="0" y="1914525"/>
            <a:ext cx="3143250" cy="4105275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upcoming-kicker">
            <a:extLst>
              <a:ext uri="{FF2B5EF4-FFF2-40B4-BE49-F238E27FC236}">
                <a16:creationId xmlns:a16="http://schemas.microsoft.com/office/drawing/2014/main" xmlns="" id="{EE165EA0-4243-4D19-864E-B046641C7517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PROPOSED ROADMAP</a:t>
            </a:r>
          </a:p>
        </p:txBody>
      </p:sp>
      <p:sp>
        <p:nvSpPr>
          <p:cNvPr id="7" name="upcoming-next">
            <a:extLst>
              <a:ext uri="{FF2B5EF4-FFF2-40B4-BE49-F238E27FC236}">
                <a16:creationId xmlns:a16="http://schemas.microsoft.com/office/drawing/2014/main" xmlns="" id="{F073C48B-1DC6-4CB0-B601-C54E15420561}"/>
              </a:ext>
            </a:extLst>
          </p:cNvPr>
          <p:cNvSpPr>
            <a:spLocks noGrp="1"/>
          </p:cNvSpPr>
          <p:nvPr/>
        </p:nvSpPr>
        <p:spPr>
          <a:xfrm>
            <a:off x="600075" y="2676525"/>
            <a:ext cx="2190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57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  <p:sp>
        <p:nvSpPr>
          <p:cNvPr id="8" name="upcoming-left-rule">
            <a:extLst>
              <a:ext uri="{FF2B5EF4-FFF2-40B4-BE49-F238E27FC236}">
                <a16:creationId xmlns:a16="http://schemas.microsoft.com/office/drawing/2014/main" xmlns="" id="{88A37354-0501-4BF5-8E7C-EB4A3C38A105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04775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9" name="upcoming-left-copy">
            <a:extLst>
              <a:ext uri="{FF2B5EF4-FFF2-40B4-BE49-F238E27FC236}">
                <a16:creationId xmlns:a16="http://schemas.microsoft.com/office/drawing/2014/main" xmlns="" id="{AC23CBA2-6427-470C-8010-59088446A15C}"/>
              </a:ext>
            </a:extLst>
          </p:cNvPr>
          <p:cNvSpPr>
            <a:spLocks noGrp="1"/>
          </p:cNvSpPr>
          <p:nvPr/>
        </p:nvSpPr>
        <p:spPr>
          <a:xfrm>
            <a:off x="628650" y="4191000"/>
            <a:ext cx="2095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Extend access.</a:t>
            </a:r>
          </a:p>
          <a:p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Deepen participation.</a:t>
            </a:r>
          </a:p>
          <a:p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Measure community impact.</a:t>
            </a:r>
          </a:p>
        </p:txBody>
      </p:sp>
      <p:sp>
        <p:nvSpPr>
          <p:cNvPr id="10" name="upcoming-left-note">
            <a:extLst>
              <a:ext uri="{FF2B5EF4-FFF2-40B4-BE49-F238E27FC236}">
                <a16:creationId xmlns:a16="http://schemas.microsoft.com/office/drawing/2014/main" xmlns="" id="{DA156569-8EC5-4462-9EAA-D84FF5CA2D01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2133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975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Priorities can be phased by community value and operational readiness.</a:t>
            </a:r>
          </a:p>
        </p:txBody>
      </p:sp>
      <p:sp>
        <p:nvSpPr>
          <p:cNvPr id="11" name="upcoming-item-0-disc">
            <a:extLst>
              <a:ext uri="{FF2B5EF4-FFF2-40B4-BE49-F238E27FC236}">
                <a16:creationId xmlns:a16="http://schemas.microsoft.com/office/drawing/2014/main" xmlns="" id="{5C95500B-382F-4F57-8AF5-81C02D62C1A4}"/>
              </a:ext>
            </a:extLst>
          </p:cNvPr>
          <p:cNvSpPr>
            <a:spLocks noGrp="1"/>
          </p:cNvSpPr>
          <p:nvPr/>
        </p:nvSpPr>
        <p:spPr>
          <a:xfrm>
            <a:off x="3714750" y="21526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ad24fcfa94e4a15"/>
              </a:ext>
            </a:extLst>
          </a:blip>
          <a:stretch/>
        </p:blipFill>
        <p:spPr>
          <a:xfrm>
            <a:off x="3843338" y="2281238"/>
            <a:ext cx="257175" cy="257175"/>
          </a:xfrm>
          <a:prstGeom prst="rect">
            <a:avLst/>
          </a:prstGeom>
        </p:spPr>
      </p:pic>
      <p:sp>
        <p:nvSpPr>
          <p:cNvPr id="13" name="upcoming-label-0">
            <a:extLst>
              <a:ext uri="{FF2B5EF4-FFF2-40B4-BE49-F238E27FC236}">
                <a16:creationId xmlns:a16="http://schemas.microsoft.com/office/drawing/2014/main" xmlns="" id="{0A3F04B4-FBAA-437F-920E-40E861BC885E}"/>
              </a:ext>
            </a:extLst>
          </p:cNvPr>
          <p:cNvSpPr>
            <a:spLocks noGrp="1"/>
          </p:cNvSpPr>
          <p:nvPr/>
        </p:nvSpPr>
        <p:spPr>
          <a:xfrm>
            <a:off x="4400550" y="21336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Mobile App</a:t>
            </a:r>
          </a:p>
        </p:txBody>
      </p:sp>
      <p:sp>
        <p:nvSpPr>
          <p:cNvPr id="14" name="upcoming-desc-0">
            <a:extLst>
              <a:ext uri="{FF2B5EF4-FFF2-40B4-BE49-F238E27FC236}">
                <a16:creationId xmlns:a16="http://schemas.microsoft.com/office/drawing/2014/main" xmlns="" id="{D8D0FE14-C3F2-4B80-B0A7-CF9F8DB26358}"/>
              </a:ext>
            </a:extLst>
          </p:cNvPr>
          <p:cNvSpPr>
            <a:spLocks noGrp="1"/>
          </p:cNvSpPr>
          <p:nvPr/>
        </p:nvSpPr>
        <p:spPr>
          <a:xfrm>
            <a:off x="4400550" y="25146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Services and notifications anywhere</a:t>
            </a:r>
          </a:p>
        </p:txBody>
      </p:sp>
      <p:sp>
        <p:nvSpPr>
          <p:cNvPr id="15" name="upcoming-rule-0">
            <a:extLst>
              <a:ext uri="{FF2B5EF4-FFF2-40B4-BE49-F238E27FC236}">
                <a16:creationId xmlns:a16="http://schemas.microsoft.com/office/drawing/2014/main" xmlns="" id="{9B3AC2D9-4775-48DF-A3F2-E572788285B8}"/>
              </a:ext>
            </a:extLst>
          </p:cNvPr>
          <p:cNvSpPr>
            <a:spLocks noGrp="1"/>
          </p:cNvSpPr>
          <p:nvPr/>
        </p:nvSpPr>
        <p:spPr>
          <a:xfrm>
            <a:off x="4400550" y="3067050"/>
            <a:ext cx="280035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16" name="upcoming-item-1-disc">
            <a:extLst>
              <a:ext uri="{FF2B5EF4-FFF2-40B4-BE49-F238E27FC236}">
                <a16:creationId xmlns:a16="http://schemas.microsoft.com/office/drawing/2014/main" xmlns="" id="{81953C98-5FB8-4469-91CF-4368F76D22C5}"/>
              </a:ext>
            </a:extLst>
          </p:cNvPr>
          <p:cNvSpPr>
            <a:spLocks noGrp="1"/>
          </p:cNvSpPr>
          <p:nvPr/>
        </p:nvSpPr>
        <p:spPr>
          <a:xfrm>
            <a:off x="7639050" y="21526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6eae204d4374877"/>
              </a:ext>
            </a:extLst>
          </a:blip>
          <a:stretch/>
        </p:blipFill>
        <p:spPr>
          <a:xfrm>
            <a:off x="7767638" y="2281238"/>
            <a:ext cx="257175" cy="257175"/>
          </a:xfrm>
          <a:prstGeom prst="rect">
            <a:avLst/>
          </a:prstGeom>
        </p:spPr>
      </p:pic>
      <p:sp>
        <p:nvSpPr>
          <p:cNvPr id="18" name="upcoming-label-1">
            <a:extLst>
              <a:ext uri="{FF2B5EF4-FFF2-40B4-BE49-F238E27FC236}">
                <a16:creationId xmlns:a16="http://schemas.microsoft.com/office/drawing/2014/main" xmlns="" id="{DFE3E186-D5CF-44E2-AF5B-4EBE9EC97F79}"/>
              </a:ext>
            </a:extLst>
          </p:cNvPr>
          <p:cNvSpPr>
            <a:spLocks noGrp="1"/>
          </p:cNvSpPr>
          <p:nvPr/>
        </p:nvSpPr>
        <p:spPr>
          <a:xfrm>
            <a:off x="8324850" y="21336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Mentorship Exchange</a:t>
            </a:r>
          </a:p>
        </p:txBody>
      </p:sp>
      <p:sp>
        <p:nvSpPr>
          <p:cNvPr id="19" name="upcoming-desc-1">
            <a:extLst>
              <a:ext uri="{FF2B5EF4-FFF2-40B4-BE49-F238E27FC236}">
                <a16:creationId xmlns:a16="http://schemas.microsoft.com/office/drawing/2014/main" xmlns="" id="{9C717513-1432-4970-8EF4-83651AEA4898}"/>
              </a:ext>
            </a:extLst>
          </p:cNvPr>
          <p:cNvSpPr>
            <a:spLocks noGrp="1"/>
          </p:cNvSpPr>
          <p:nvPr/>
        </p:nvSpPr>
        <p:spPr>
          <a:xfrm>
            <a:off x="8324850" y="25146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Students connected with professionals</a:t>
            </a:r>
          </a:p>
        </p:txBody>
      </p:sp>
      <p:sp>
        <p:nvSpPr>
          <p:cNvPr id="20" name="upcoming-rule-1">
            <a:extLst>
              <a:ext uri="{FF2B5EF4-FFF2-40B4-BE49-F238E27FC236}">
                <a16:creationId xmlns:a16="http://schemas.microsoft.com/office/drawing/2014/main" xmlns="" id="{3C55C5AB-335E-480E-9434-DD096F727BDD}"/>
              </a:ext>
            </a:extLst>
          </p:cNvPr>
          <p:cNvSpPr>
            <a:spLocks noGrp="1"/>
          </p:cNvSpPr>
          <p:nvPr/>
        </p:nvSpPr>
        <p:spPr>
          <a:xfrm>
            <a:off x="8324850" y="3067050"/>
            <a:ext cx="280035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21" name="upcoming-item-2-disc">
            <a:extLst>
              <a:ext uri="{FF2B5EF4-FFF2-40B4-BE49-F238E27FC236}">
                <a16:creationId xmlns:a16="http://schemas.microsoft.com/office/drawing/2014/main" xmlns="" id="{8C290C32-1C07-4656-B9EB-708CBC4C75C6}"/>
              </a:ext>
            </a:extLst>
          </p:cNvPr>
          <p:cNvSpPr>
            <a:spLocks noGrp="1"/>
          </p:cNvSpPr>
          <p:nvPr/>
        </p:nvSpPr>
        <p:spPr>
          <a:xfrm>
            <a:off x="3714750" y="33337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a3906233f0874cec"/>
              </a:ext>
            </a:extLst>
          </a:blip>
          <a:stretch/>
        </p:blipFill>
        <p:spPr>
          <a:xfrm>
            <a:off x="3843338" y="3462338"/>
            <a:ext cx="257175" cy="257175"/>
          </a:xfrm>
          <a:prstGeom prst="rect">
            <a:avLst/>
          </a:prstGeom>
        </p:spPr>
      </p:pic>
      <p:sp>
        <p:nvSpPr>
          <p:cNvPr id="23" name="upcoming-label-2">
            <a:extLst>
              <a:ext uri="{FF2B5EF4-FFF2-40B4-BE49-F238E27FC236}">
                <a16:creationId xmlns:a16="http://schemas.microsoft.com/office/drawing/2014/main" xmlns="" id="{C212B8C3-9791-4D7E-AE47-6B018ECDE7AF}"/>
              </a:ext>
            </a:extLst>
          </p:cNvPr>
          <p:cNvSpPr>
            <a:spLocks noGrp="1"/>
          </p:cNvSpPr>
          <p:nvPr/>
        </p:nvSpPr>
        <p:spPr>
          <a:xfrm>
            <a:off x="4400550" y="33147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Welfare Management</a:t>
            </a:r>
          </a:p>
        </p:txBody>
      </p:sp>
      <p:sp>
        <p:nvSpPr>
          <p:cNvPr id="24" name="upcoming-desc-2">
            <a:extLst>
              <a:ext uri="{FF2B5EF4-FFF2-40B4-BE49-F238E27FC236}">
                <a16:creationId xmlns:a16="http://schemas.microsoft.com/office/drawing/2014/main" xmlns="" id="{49819E83-0502-433C-9B2E-355D02AF91CD}"/>
              </a:ext>
            </a:extLst>
          </p:cNvPr>
          <p:cNvSpPr>
            <a:spLocks noGrp="1"/>
          </p:cNvSpPr>
          <p:nvPr/>
        </p:nvSpPr>
        <p:spPr>
          <a:xfrm>
            <a:off x="4400550" y="36957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Transparent support and community giving</a:t>
            </a:r>
          </a:p>
        </p:txBody>
      </p:sp>
      <p:sp>
        <p:nvSpPr>
          <p:cNvPr id="25" name="upcoming-rule-2">
            <a:extLst>
              <a:ext uri="{FF2B5EF4-FFF2-40B4-BE49-F238E27FC236}">
                <a16:creationId xmlns:a16="http://schemas.microsoft.com/office/drawing/2014/main" xmlns="" id="{484167E3-07DC-4FE1-8BFC-C543A6C9597F}"/>
              </a:ext>
            </a:extLst>
          </p:cNvPr>
          <p:cNvSpPr>
            <a:spLocks noGrp="1"/>
          </p:cNvSpPr>
          <p:nvPr/>
        </p:nvSpPr>
        <p:spPr>
          <a:xfrm>
            <a:off x="4400550" y="4248150"/>
            <a:ext cx="280035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26" name="upcoming-item-3-disc">
            <a:extLst>
              <a:ext uri="{FF2B5EF4-FFF2-40B4-BE49-F238E27FC236}">
                <a16:creationId xmlns:a16="http://schemas.microsoft.com/office/drawing/2014/main" xmlns="" id="{AB7263B1-AA30-47D5-B0D7-B83547586C15}"/>
              </a:ext>
            </a:extLst>
          </p:cNvPr>
          <p:cNvSpPr>
            <a:spLocks noGrp="1"/>
          </p:cNvSpPr>
          <p:nvPr/>
        </p:nvSpPr>
        <p:spPr>
          <a:xfrm>
            <a:off x="7639050" y="33337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39815c95b8046ad"/>
              </a:ext>
            </a:extLst>
          </a:blip>
          <a:stretch/>
        </p:blipFill>
        <p:spPr>
          <a:xfrm>
            <a:off x="7767638" y="3462338"/>
            <a:ext cx="257175" cy="257175"/>
          </a:xfrm>
          <a:prstGeom prst="rect">
            <a:avLst/>
          </a:prstGeom>
        </p:spPr>
      </p:pic>
      <p:sp>
        <p:nvSpPr>
          <p:cNvPr id="28" name="upcoming-label-3">
            <a:extLst>
              <a:ext uri="{FF2B5EF4-FFF2-40B4-BE49-F238E27FC236}">
                <a16:creationId xmlns:a16="http://schemas.microsoft.com/office/drawing/2014/main" xmlns="" id="{FC0A094B-6AAB-48F6-95B1-7B0A3ED1C889}"/>
              </a:ext>
            </a:extLst>
          </p:cNvPr>
          <p:cNvSpPr>
            <a:spLocks noGrp="1"/>
          </p:cNvSpPr>
          <p:nvPr/>
        </p:nvSpPr>
        <p:spPr>
          <a:xfrm>
            <a:off x="8324850" y="33147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Scholarship Tracker</a:t>
            </a:r>
          </a:p>
        </p:txBody>
      </p:sp>
      <p:sp>
        <p:nvSpPr>
          <p:cNvPr id="29" name="upcoming-desc-3">
            <a:extLst>
              <a:ext uri="{FF2B5EF4-FFF2-40B4-BE49-F238E27FC236}">
                <a16:creationId xmlns:a16="http://schemas.microsoft.com/office/drawing/2014/main" xmlns="" id="{5A5C4048-D5EE-435A-A3F9-619D49D4755F}"/>
              </a:ext>
            </a:extLst>
          </p:cNvPr>
          <p:cNvSpPr>
            <a:spLocks noGrp="1"/>
          </p:cNvSpPr>
          <p:nvPr/>
        </p:nvSpPr>
        <p:spPr>
          <a:xfrm>
            <a:off x="8324850" y="36957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Guidance and application progress</a:t>
            </a:r>
          </a:p>
        </p:txBody>
      </p:sp>
      <p:sp>
        <p:nvSpPr>
          <p:cNvPr id="30" name="upcoming-rule-3">
            <a:extLst>
              <a:ext uri="{FF2B5EF4-FFF2-40B4-BE49-F238E27FC236}">
                <a16:creationId xmlns:a16="http://schemas.microsoft.com/office/drawing/2014/main" xmlns="" id="{2030C86D-D7EE-41AF-ACD3-0BFEB1618388}"/>
              </a:ext>
            </a:extLst>
          </p:cNvPr>
          <p:cNvSpPr>
            <a:spLocks noGrp="1"/>
          </p:cNvSpPr>
          <p:nvPr/>
        </p:nvSpPr>
        <p:spPr>
          <a:xfrm>
            <a:off x="8324850" y="4248150"/>
            <a:ext cx="280035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31" name="upcoming-item-4-disc">
            <a:extLst>
              <a:ext uri="{FF2B5EF4-FFF2-40B4-BE49-F238E27FC236}">
                <a16:creationId xmlns:a16="http://schemas.microsoft.com/office/drawing/2014/main" xmlns="" id="{56305187-5024-4480-8C29-BC8A74E6421F}"/>
              </a:ext>
            </a:extLst>
          </p:cNvPr>
          <p:cNvSpPr>
            <a:spLocks noGrp="1"/>
          </p:cNvSpPr>
          <p:nvPr/>
        </p:nvSpPr>
        <p:spPr>
          <a:xfrm>
            <a:off x="3714750" y="45148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65c56a8ee3384285"/>
              </a:ext>
            </a:extLst>
          </a:blip>
          <a:stretch/>
        </p:blipFill>
        <p:spPr>
          <a:xfrm>
            <a:off x="3843338" y="4643438"/>
            <a:ext cx="257175" cy="257175"/>
          </a:xfrm>
          <a:prstGeom prst="rect">
            <a:avLst/>
          </a:prstGeom>
        </p:spPr>
      </p:pic>
      <p:sp>
        <p:nvSpPr>
          <p:cNvPr id="33" name="upcoming-label-4">
            <a:extLst>
              <a:ext uri="{FF2B5EF4-FFF2-40B4-BE49-F238E27FC236}">
                <a16:creationId xmlns:a16="http://schemas.microsoft.com/office/drawing/2014/main" xmlns="" id="{6EF2BFE6-DBE7-40C7-8246-EF32ACD5CF0C}"/>
              </a:ext>
            </a:extLst>
          </p:cNvPr>
          <p:cNvSpPr>
            <a:spLocks noGrp="1"/>
          </p:cNvSpPr>
          <p:nvPr/>
        </p:nvSpPr>
        <p:spPr>
          <a:xfrm>
            <a:off x="4400550" y="44958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Local Council Portals</a:t>
            </a:r>
          </a:p>
        </p:txBody>
      </p:sp>
      <p:sp>
        <p:nvSpPr>
          <p:cNvPr id="34" name="upcoming-desc-4">
            <a:extLst>
              <a:ext uri="{FF2B5EF4-FFF2-40B4-BE49-F238E27FC236}">
                <a16:creationId xmlns:a16="http://schemas.microsoft.com/office/drawing/2014/main" xmlns="" id="{88FEE5CB-F420-4CB3-938F-AC083A563039}"/>
              </a:ext>
            </a:extLst>
          </p:cNvPr>
          <p:cNvSpPr>
            <a:spLocks noGrp="1"/>
          </p:cNvSpPr>
          <p:nvPr/>
        </p:nvSpPr>
        <p:spPr>
          <a:xfrm>
            <a:off x="4400550" y="48768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Village and union-council coordination</a:t>
            </a:r>
          </a:p>
        </p:txBody>
      </p:sp>
      <p:sp>
        <p:nvSpPr>
          <p:cNvPr id="35" name="upcoming-item-5-disc">
            <a:extLst>
              <a:ext uri="{FF2B5EF4-FFF2-40B4-BE49-F238E27FC236}">
                <a16:creationId xmlns:a16="http://schemas.microsoft.com/office/drawing/2014/main" xmlns="" id="{F2CBEC3A-63CD-4A7F-BBA7-0D137EF63ACF}"/>
              </a:ext>
            </a:extLst>
          </p:cNvPr>
          <p:cNvSpPr>
            <a:spLocks noGrp="1"/>
          </p:cNvSpPr>
          <p:nvPr/>
        </p:nvSpPr>
        <p:spPr>
          <a:xfrm>
            <a:off x="7639050" y="45148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c2287b52e423460a"/>
              </a:ext>
            </a:extLst>
          </a:blip>
          <a:stretch/>
        </p:blipFill>
        <p:spPr>
          <a:xfrm>
            <a:off x="7767638" y="4643438"/>
            <a:ext cx="257175" cy="257175"/>
          </a:xfrm>
          <a:prstGeom prst="rect">
            <a:avLst/>
          </a:prstGeom>
        </p:spPr>
      </p:pic>
      <p:sp>
        <p:nvSpPr>
          <p:cNvPr id="37" name="upcoming-label-5">
            <a:extLst>
              <a:ext uri="{FF2B5EF4-FFF2-40B4-BE49-F238E27FC236}">
                <a16:creationId xmlns:a16="http://schemas.microsoft.com/office/drawing/2014/main" xmlns="" id="{1391A179-CA41-4712-848C-B934AD895AB1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Impact Analytics</a:t>
            </a:r>
          </a:p>
        </p:txBody>
      </p:sp>
      <p:sp>
        <p:nvSpPr>
          <p:cNvPr id="38" name="upcoming-desc-5">
            <a:extLst>
              <a:ext uri="{FF2B5EF4-FFF2-40B4-BE49-F238E27FC236}">
                <a16:creationId xmlns:a16="http://schemas.microsoft.com/office/drawing/2014/main" xmlns="" id="{3E056A5B-ADD4-4BC9-A2BE-86AA7C6A9A4D}"/>
              </a:ext>
            </a:extLst>
          </p:cNvPr>
          <p:cNvSpPr>
            <a:spLocks noGrp="1"/>
          </p:cNvSpPr>
          <p:nvPr/>
        </p:nvSpPr>
        <p:spPr>
          <a:xfrm>
            <a:off x="8324850" y="48768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Reach, outcomes and transparent reporting</a:t>
            </a:r>
          </a:p>
        </p:txBody>
      </p:sp>
      <p:sp>
        <p:nvSpPr>
          <p:cNvPr id="39" name="footer-rule-10">
            <a:extLst>
              <a:ext uri="{FF2B5EF4-FFF2-40B4-BE49-F238E27FC236}">
                <a16:creationId xmlns:a16="http://schemas.microsoft.com/office/drawing/2014/main" xmlns="" id="{085DD66D-679C-4178-A445-986129F0969E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40" name="footer-label-10">
            <a:extLst>
              <a:ext uri="{FF2B5EF4-FFF2-40B4-BE49-F238E27FC236}">
                <a16:creationId xmlns:a16="http://schemas.microsoft.com/office/drawing/2014/main" xmlns="" id="{3AC65890-87DB-490D-A2D2-C71A2AF181F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1" name="footer-page-10">
            <a:extLst>
              <a:ext uri="{FF2B5EF4-FFF2-40B4-BE49-F238E27FC236}">
                <a16:creationId xmlns:a16="http://schemas.microsoft.com/office/drawing/2014/main" xmlns="" id="{FBBD8656-7714-4303-9648-38C8270535E6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1474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40"/>
                            </p:stCondLst>
                            <p:childTnLst>
                              <p:par>
                                <p:cTn id="23" presetID="23" presetClass="entr" presetSubtype="16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70"/>
                            </p:stCondLst>
                            <p:childTnLst>
                              <p:par>
                                <p:cTn id="34" presetID="23" presetClass="entr" presetSubtype="16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900"/>
                            </p:stCondLst>
                            <p:childTnLst>
                              <p:par>
                                <p:cTn id="45" presetID="23" presetClass="entr" presetSubtype="16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430"/>
                            </p:stCondLst>
                            <p:childTnLst>
                              <p:par>
                                <p:cTn id="56" presetID="23" presetClass="entr" presetSubtype="16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960"/>
                            </p:stCondLst>
                            <p:childTnLst>
                              <p:par>
                                <p:cTn id="67" presetID="23" presetClass="entr" presetSubtype="16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490"/>
                            </p:stCondLst>
                            <p:childTnLst>
                              <p:par>
                                <p:cTn id="78" presetID="23" presetClass="entr" presetSubtype="16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7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9" grpId="0"/>
      <p:bldP spid="13" grpId="0"/>
      <p:bldP spid="14" grpId="0"/>
      <p:bldP spid="18" grpId="0"/>
      <p:bldP spid="19" grpId="0"/>
      <p:bldP spid="23" grpId="0"/>
      <p:bldP spid="24" grpId="0"/>
      <p:bldP spid="28" grpId="0"/>
      <p:bldP spid="29" grpId="0"/>
      <p:bldP spid="33" grpId="0"/>
      <p:bldP spid="34" grpId="0"/>
      <p:bldP spid="37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losing-side-panel">
            <a:extLst>
              <a:ext uri="{FF2B5EF4-FFF2-40B4-BE49-F238E27FC236}">
                <a16:creationId xmlns:a16="http://schemas.microsoft.com/office/drawing/2014/main" xmlns="" id="{76754CD9-EA08-430D-9906-CD35AF8F3838}"/>
              </a:ext>
            </a:extLst>
          </p:cNvPr>
          <p:cNvSpPr>
            <a:spLocks noGrp="1"/>
          </p:cNvSpPr>
          <p:nvPr/>
        </p:nvSpPr>
        <p:spPr>
          <a:xfrm>
            <a:off x="8896350" y="0"/>
            <a:ext cx="3295650" cy="685800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2" name="closing-logo-halo">
            <a:extLst>
              <a:ext uri="{FF2B5EF4-FFF2-40B4-BE49-F238E27FC236}">
                <a16:creationId xmlns:a16="http://schemas.microsoft.com/office/drawing/2014/main" xmlns="" id="{3C770806-8283-4B3A-850D-D8BBC75387FE}"/>
              </a:ext>
            </a:extLst>
          </p:cNvPr>
          <p:cNvSpPr>
            <a:spLocks noGrp="1"/>
          </p:cNvSpPr>
          <p:nvPr/>
        </p:nvSpPr>
        <p:spPr>
          <a:xfrm>
            <a:off x="9077325" y="914400"/>
            <a:ext cx="2933700" cy="2933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A15B"/>
            </a:solidFill>
            <a:prstDash val="solid"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0" y="981075"/>
            <a:ext cx="2800350" cy="2800350"/>
          </a:xfrm>
          <a:prstGeom prst="rect">
            <a:avLst/>
          </a:prstGeom>
        </p:spPr>
      </p:pic>
      <p:sp>
        <p:nvSpPr>
          <p:cNvPr id="4" name="closing-rule-top">
            <a:extLst>
              <a:ext uri="{FF2B5EF4-FFF2-40B4-BE49-F238E27FC236}">
                <a16:creationId xmlns:a16="http://schemas.microsoft.com/office/drawing/2014/main" xmlns="" id="{CD4D62CC-31F0-428F-9FE5-144A54D59FC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" cy="47625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5" name="closing-eyebrow">
            <a:extLst>
              <a:ext uri="{FF2B5EF4-FFF2-40B4-BE49-F238E27FC236}">
                <a16:creationId xmlns:a16="http://schemas.microsoft.com/office/drawing/2014/main" xmlns="" id="{3E0F3211-CAB0-4BDF-9D78-6AE0E4A464AC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6" name="closing-main">
            <a:extLst>
              <a:ext uri="{FF2B5EF4-FFF2-40B4-BE49-F238E27FC236}">
                <a16:creationId xmlns:a16="http://schemas.microsoft.com/office/drawing/2014/main" xmlns="" id="{07E374A3-49E6-4C58-B2BE-54E991FD1F1D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7810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Together, We Are Building</a:t>
            </a:r>
          </a:p>
          <a:p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Digital Future of TNR.</a:t>
            </a:r>
          </a:p>
        </p:txBody>
      </p:sp>
      <p:sp>
        <p:nvSpPr>
          <p:cNvPr id="7" name="closing-rule-mid">
            <a:extLst>
              <a:ext uri="{FF2B5EF4-FFF2-40B4-BE49-F238E27FC236}">
                <a16:creationId xmlns:a16="http://schemas.microsoft.com/office/drawing/2014/main" xmlns="" id="{7E682B8A-AFB8-4C7B-9427-766F620A06FB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17145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8" name="closing-quote">
            <a:extLst>
              <a:ext uri="{FF2B5EF4-FFF2-40B4-BE49-F238E27FC236}">
                <a16:creationId xmlns:a16="http://schemas.microsoft.com/office/drawing/2014/main" xmlns="" id="{35ABBC00-54AF-4BCF-92A0-BC545F9CD8E9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666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Technology becomes meaningful</a:t>
            </a:r>
          </a:p>
          <a:p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when it serves the community.</a:t>
            </a:r>
          </a:p>
        </p:txBody>
      </p:sp>
      <p:sp>
        <p:nvSpPr>
          <p:cNvPr id="9" name="closing-presenter">
            <a:extLst>
              <a:ext uri="{FF2B5EF4-FFF2-40B4-BE49-F238E27FC236}">
                <a16:creationId xmlns:a16="http://schemas.microsoft.com/office/drawing/2014/main" xmlns="" id="{6F874956-DFA7-4B1B-9695-341A3A8AB04B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SHABBIR HUSSAIN  •  TECHNICAL COORDINATOR – TNR</a:t>
            </a:r>
          </a:p>
        </p:txBody>
      </p:sp>
      <p:sp>
        <p:nvSpPr>
          <p:cNvPr id="10" name="closing-logo-rule">
            <a:extLst>
              <a:ext uri="{FF2B5EF4-FFF2-40B4-BE49-F238E27FC236}">
                <a16:creationId xmlns:a16="http://schemas.microsoft.com/office/drawing/2014/main" xmlns="" id="{9F99DD55-0EBB-4DA7-8A7C-B20E493D9DDF}"/>
              </a:ext>
            </a:extLst>
          </p:cNvPr>
          <p:cNvSpPr>
            <a:spLocks noGrp="1"/>
          </p:cNvSpPr>
          <p:nvPr/>
        </p:nvSpPr>
        <p:spPr>
          <a:xfrm>
            <a:off x="9553575" y="4248150"/>
            <a:ext cx="1981200" cy="0"/>
          </a:xfrm>
          <a:prstGeom prst="line">
            <a:avLst/>
          </a:prstGeom>
          <a:noFill/>
          <a:ln w="28575">
            <a:solidFill>
              <a:srgbClr val="C6A15B"/>
            </a:solidFill>
            <a:prstDash val="solid"/>
          </a:ln>
        </p:spPr>
      </p:sp>
      <p:sp>
        <p:nvSpPr>
          <p:cNvPr id="11" name="closing-platform">
            <a:extLst>
              <a:ext uri="{FF2B5EF4-FFF2-40B4-BE49-F238E27FC236}">
                <a16:creationId xmlns:a16="http://schemas.microsoft.com/office/drawing/2014/main" xmlns="" id="{A286A118-779E-4FBE-B255-63D690426D97}"/>
              </a:ext>
            </a:extLst>
          </p:cNvPr>
          <p:cNvSpPr>
            <a:spLocks noGrp="1"/>
          </p:cNvSpPr>
          <p:nvPr/>
        </p:nvSpPr>
        <p:spPr>
          <a:xfrm>
            <a:off x="9124950" y="4476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12" name="closing-connected">
            <a:extLst>
              <a:ext uri="{FF2B5EF4-FFF2-40B4-BE49-F238E27FC236}">
                <a16:creationId xmlns:a16="http://schemas.microsoft.com/office/drawing/2014/main" xmlns="" id="{46E2041D-4C34-45BC-87E5-8727E2AC6D7B}"/>
              </a:ext>
            </a:extLst>
          </p:cNvPr>
          <p:cNvSpPr>
            <a:spLocks noGrp="1"/>
          </p:cNvSpPr>
          <p:nvPr/>
        </p:nvSpPr>
        <p:spPr>
          <a:xfrm>
            <a:off x="9124950" y="48291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</p:spTree>
    <p:extLst>
      <p:ext uri="{BB962C8B-B14F-4D97-AF65-F5344CB8AC3E}">
        <p14:creationId xmlns:p14="http://schemas.microsoft.com/office/powerpoint/2010/main" val="1603161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1495</Words>
  <Application>Microsoft Office PowerPoint</Application>
  <DocSecurity>0</DocSecurity>
  <PresentationFormat>Widescreen</PresentationFormat>
  <Paragraphs>260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ARIFA OVERSEAS 4</cp:lastModifiedBy>
  <cp:revision>1</cp:revision>
  <dcterms:created xsi:type="dcterms:W3CDTF">2026-08-04T11:53:57Z</dcterms:created>
  <dcterms:modified xsi:type="dcterms:W3CDTF">2026-08-04T11:55:06Z</dcterms:modified>
</cp:coreProperties>
</file>