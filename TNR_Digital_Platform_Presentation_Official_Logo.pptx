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bfa3eda5a24281" /><Relationship Type="http://schemas.openxmlformats.org/officeDocument/2006/relationships/extended-properties" Target="/docProps/app.xml" Id="R0d41d5f69aa6483c" /><Relationship Type="http://schemas.openxmlformats.org/officeDocument/2006/relationships/officeDocument" Target="/ppt/presentation.xml" Id="Rd9291a610d6a4d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5c8265dc89437a"/>
  </p:sldMasterIdLst>
  <p:notesMasterIdLst>
    <p:notesMasterId xmlns:r="http://schemas.openxmlformats.org/officeDocument/2006/relationships" r:id="R93b33bb3421e4e83"/>
  </p:notesMasterIdLst>
  <p:sldIdLst>
    <p:sldId xmlns:r="http://schemas.openxmlformats.org/officeDocument/2006/relationships" id="256" r:id="Rf3c10ae86ca843dd"/>
    <p:sldId xmlns:r="http://schemas.openxmlformats.org/officeDocument/2006/relationships" id="257" r:id="R40a498c73e654569"/>
    <p:sldId xmlns:r="http://schemas.openxmlformats.org/officeDocument/2006/relationships" id="258" r:id="R286d630e53b04c2f"/>
    <p:sldId xmlns:r="http://schemas.openxmlformats.org/officeDocument/2006/relationships" id="259" r:id="Rfb32bde80a4f4bcf"/>
    <p:sldId xmlns:r="http://schemas.openxmlformats.org/officeDocument/2006/relationships" id="260" r:id="R766a35e53d414779"/>
    <p:sldId xmlns:r="http://schemas.openxmlformats.org/officeDocument/2006/relationships" id="261" r:id="R1b8882e4b69d4c1d"/>
    <p:sldId xmlns:r="http://schemas.openxmlformats.org/officeDocument/2006/relationships" id="262" r:id="Rc4ccb9fb154f4220"/>
    <p:sldId xmlns:r="http://schemas.openxmlformats.org/officeDocument/2006/relationships" id="263" r:id="Raf3399fd29514d1b"/>
    <p:sldId xmlns:r="http://schemas.openxmlformats.org/officeDocument/2006/relationships" id="264" r:id="R961153aad5e94e9e"/>
    <p:sldId xmlns:r="http://schemas.openxmlformats.org/officeDocument/2006/relationships" id="265" r:id="R77a1b1e2ec664a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83b738cc34984" /><Relationship Type="http://schemas.openxmlformats.org/officeDocument/2006/relationships/slideMaster" Target="/ppt/slideMasters/slideMaster1.xml" Id="R555c8265dc89437a" /><Relationship Type="http://schemas.openxmlformats.org/officeDocument/2006/relationships/notesMaster" Target="/ppt/notesMasters/notesMaster1.xml" Id="R93b33bb3421e4e83" /><Relationship Type="http://schemas.openxmlformats.org/officeDocument/2006/relationships/presProps" Target="/ppt/presProps.xml" Id="R0b360f43dc8d4e01" /><Relationship Type="http://schemas.openxmlformats.org/officeDocument/2006/relationships/tableStyles" Target="/ppt/tableStyles.xml" Id="Rba2eaf2ac3d544d2" /><Relationship Type="http://schemas.openxmlformats.org/officeDocument/2006/relationships/slide" Target="/ppt/slides/slide1.xml" Id="Rf3c10ae86ca843dd" /><Relationship Type="http://schemas.openxmlformats.org/officeDocument/2006/relationships/slide" Target="/ppt/slides/slide2.xml" Id="R40a498c73e654569" /><Relationship Type="http://schemas.openxmlformats.org/officeDocument/2006/relationships/slide" Target="/ppt/slides/slide3.xml" Id="R286d630e53b04c2f" /><Relationship Type="http://schemas.openxmlformats.org/officeDocument/2006/relationships/slide" Target="/ppt/slides/slide4.xml" Id="Rfb32bde80a4f4bcf" /><Relationship Type="http://schemas.openxmlformats.org/officeDocument/2006/relationships/slide" Target="/ppt/slides/slide5.xml" Id="R766a35e53d414779" /><Relationship Type="http://schemas.openxmlformats.org/officeDocument/2006/relationships/slide" Target="/ppt/slides/slide6.xml" Id="R1b8882e4b69d4c1d" /><Relationship Type="http://schemas.openxmlformats.org/officeDocument/2006/relationships/slide" Target="/ppt/slides/slide7.xml" Id="Rc4ccb9fb154f4220" /><Relationship Type="http://schemas.openxmlformats.org/officeDocument/2006/relationships/slide" Target="/ppt/slides/slide8.xml" Id="Raf3399fd29514d1b" /><Relationship Type="http://schemas.openxmlformats.org/officeDocument/2006/relationships/slide" Target="/ppt/slides/slide9.xml" Id="R961153aad5e94e9e" /><Relationship Type="http://schemas.openxmlformats.org/officeDocument/2006/relationships/slide" Target="/ppt/slides/slide10.xml" Id="R77a1b1e2ec664a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9c920a72184a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3512fcb6174edd" /><Relationship Type="http://schemas.openxmlformats.org/officeDocument/2006/relationships/notesMaster" Target="/ppt/notesMasters/notesMaster1.xml" Id="Rb2bd01a6f5fb44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9426848ba44368" /><Relationship Type="http://schemas.openxmlformats.org/officeDocument/2006/relationships/notesMaster" Target="/ppt/notesMasters/notesMaster1.xml" Id="R04c060767bc744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51da2259944c58" /><Relationship Type="http://schemas.openxmlformats.org/officeDocument/2006/relationships/notesMaster" Target="/ppt/notesMasters/notesMaster1.xml" Id="R1c9b5da6f2a24e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54747429254095" /><Relationship Type="http://schemas.openxmlformats.org/officeDocument/2006/relationships/notesMaster" Target="/ppt/notesMasters/notesMaster1.xml" Id="R3ce60171f79b45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e5464e7832439d" /><Relationship Type="http://schemas.openxmlformats.org/officeDocument/2006/relationships/notesMaster" Target="/ppt/notesMasters/notesMaster1.xml" Id="R6540cead0b944c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046f327a0645e9" /><Relationship Type="http://schemas.openxmlformats.org/officeDocument/2006/relationships/notesMaster" Target="/ppt/notesMasters/notesMaster1.xml" Id="R97e95c26430f47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1380d6bef8420d" /><Relationship Type="http://schemas.openxmlformats.org/officeDocument/2006/relationships/notesMaster" Target="/ppt/notesMasters/notesMaster1.xml" Id="R48aec542d9eb4a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ce785f60dc47ce" /><Relationship Type="http://schemas.openxmlformats.org/officeDocument/2006/relationships/notesMaster" Target="/ppt/notesMasters/notesMaster1.xml" Id="R6a4fb985f9ab48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521b2986c142e7" /><Relationship Type="http://schemas.openxmlformats.org/officeDocument/2006/relationships/notesMaster" Target="/ppt/notesMasters/notesMaster1.xml" Id="R899e684962b844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645d26d3da4062" /><Relationship Type="http://schemas.openxmlformats.org/officeDocument/2006/relationships/notesMaster" Target="/ppt/notesMasters/notesMaster1.xml" Id="R4ee4e7f66e5c48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platform as community infrastructure, not simply a website.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community purpose: technology is the enabler, not the destination.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aa2b995334c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2c00628c8e4400" /><Relationship Type="http://schemas.openxmlformats.org/officeDocument/2006/relationships/slideLayout" Target="/ppt/slideLayouts/slideLayout1.xml" Id="R7347b469e27941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47b469e27941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57c7a51044531" /><Relationship Type="http://schemas.openxmlformats.org/officeDocument/2006/relationships/image" Target="/ppt/media/image.png" Id="Rc9aa635cf2184c94" /><Relationship Type="http://schemas.openxmlformats.org/officeDocument/2006/relationships/notesSlide" Target="/ppt/notesSlides/notesSlide1.xml" Id="R03a983ab57244c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3e6e9de1f4ed2" /><Relationship Type="http://schemas.openxmlformats.org/officeDocument/2006/relationships/image" Target="/ppt/media/image2.png" Id="R9873cc9c90134927" /><Relationship Type="http://schemas.openxmlformats.org/officeDocument/2006/relationships/image" Target="/ppt/media/image.svg" Id="R9633892b298b4a7d" /><Relationship Type="http://schemas.openxmlformats.org/officeDocument/2006/relationships/image" Target="/ppt/media/image3.png" Id="R6ddd2d7a605e4211" /><Relationship Type="http://schemas.openxmlformats.org/officeDocument/2006/relationships/image" Target="/ppt/media/image2.svg" Id="R3c6c62e08c9d40e7" /><Relationship Type="http://schemas.openxmlformats.org/officeDocument/2006/relationships/image" Target="/ppt/media/image4.png" Id="R0baa4cf79d1947cb" /><Relationship Type="http://schemas.openxmlformats.org/officeDocument/2006/relationships/image" Target="/ppt/media/image3.svg" Id="Rfc6bc8117eef4345" /><Relationship Type="http://schemas.openxmlformats.org/officeDocument/2006/relationships/image" Target="/ppt/media/image5.png" Id="R24f67a9c1ec84ada" /><Relationship Type="http://schemas.openxmlformats.org/officeDocument/2006/relationships/image" Target="/ppt/media/image4.svg" Id="Rbe0f4a1ad0c2442e" /><Relationship Type="http://schemas.openxmlformats.org/officeDocument/2006/relationships/image" Target="/ppt/media/image6.png" Id="R44391def1cbb4265" /><Relationship Type="http://schemas.openxmlformats.org/officeDocument/2006/relationships/image" Target="/ppt/media/image5.svg" Id="R8410085c0efa47f4" /><Relationship Type="http://schemas.openxmlformats.org/officeDocument/2006/relationships/image" Target="/ppt/media/image7.png" Id="R288feabd1d2e49a9" /><Relationship Type="http://schemas.openxmlformats.org/officeDocument/2006/relationships/image" Target="/ppt/media/image6.svg" Id="Rc5d2259740f84c04" /><Relationship Type="http://schemas.openxmlformats.org/officeDocument/2006/relationships/notesSlide" Target="/ppt/notesSlides/notesSlide2.xml" Id="R3f82df3ff35944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0bdb699024d02" /><Relationship Type="http://schemas.openxmlformats.org/officeDocument/2006/relationships/image" Target="/ppt/media/image8.png" Id="Rb738bd208be341c3" /><Relationship Type="http://schemas.openxmlformats.org/officeDocument/2006/relationships/image" Target="/ppt/media/image7.svg" Id="R7d6286e9858c4c1f" /><Relationship Type="http://schemas.openxmlformats.org/officeDocument/2006/relationships/image" Target="/ppt/media/image9.png" Id="R62232e2338e14dcc" /><Relationship Type="http://schemas.openxmlformats.org/officeDocument/2006/relationships/image" Target="/ppt/media/image8.svg" Id="R7d1d0c0084c0450d" /><Relationship Type="http://schemas.openxmlformats.org/officeDocument/2006/relationships/image" Target="/ppt/media/image10.png" Id="R4c2e6d10f34d4059" /><Relationship Type="http://schemas.openxmlformats.org/officeDocument/2006/relationships/image" Target="/ppt/media/image9.svg" Id="R247045b8006e454b" /><Relationship Type="http://schemas.openxmlformats.org/officeDocument/2006/relationships/image" Target="/ppt/media/image11.png" Id="R40f2651c3bf74b01" /><Relationship Type="http://schemas.openxmlformats.org/officeDocument/2006/relationships/image" Target="/ppt/media/image10.svg" Id="R0d21d49898e040ff" /><Relationship Type="http://schemas.openxmlformats.org/officeDocument/2006/relationships/image" Target="/ppt/media/image12.png" Id="R6b496b52b94d4125" /><Relationship Type="http://schemas.openxmlformats.org/officeDocument/2006/relationships/image" Target="/ppt/media/image11.svg" Id="R2c498495555243f2" /><Relationship Type="http://schemas.openxmlformats.org/officeDocument/2006/relationships/notesSlide" Target="/ppt/notesSlides/notesSlide3.xml" Id="R817a82dfc7b04b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156c2be894e83" /><Relationship Type="http://schemas.openxmlformats.org/officeDocument/2006/relationships/image" Target="/ppt/media/image13.png" Id="R8f0dda92de1c4af0" /><Relationship Type="http://schemas.openxmlformats.org/officeDocument/2006/relationships/image" Target="/ppt/media/image12.svg" Id="R13c664b799be42a5" /><Relationship Type="http://schemas.openxmlformats.org/officeDocument/2006/relationships/image" Target="/ppt/media/image14.png" Id="R637906242edc4101" /><Relationship Type="http://schemas.openxmlformats.org/officeDocument/2006/relationships/image" Target="/ppt/media/image13.svg" Id="R4e0e2ac8eca146dd" /><Relationship Type="http://schemas.openxmlformats.org/officeDocument/2006/relationships/image" Target="/ppt/media/image15.png" Id="Rb8cfd2a90c834903" /><Relationship Type="http://schemas.openxmlformats.org/officeDocument/2006/relationships/image" Target="/ppt/media/image14.svg" Id="R03132d0689b74103" /><Relationship Type="http://schemas.openxmlformats.org/officeDocument/2006/relationships/image" Target="/ppt/media/image16.png" Id="R408d0abb9eec446c" /><Relationship Type="http://schemas.openxmlformats.org/officeDocument/2006/relationships/image" Target="/ppt/media/image15.svg" Id="R629977563e114013" /><Relationship Type="http://schemas.openxmlformats.org/officeDocument/2006/relationships/image" Target="/ppt/media/image17.png" Id="Rfe0a21c0c0204808" /><Relationship Type="http://schemas.openxmlformats.org/officeDocument/2006/relationships/image" Target="/ppt/media/image16.svg" Id="R99e8c4e9706b4df2" /><Relationship Type="http://schemas.openxmlformats.org/officeDocument/2006/relationships/image" Target="/ppt/media/image18.png" Id="R833e3ff8e4124785" /><Relationship Type="http://schemas.openxmlformats.org/officeDocument/2006/relationships/image" Target="/ppt/media/image17.svg" Id="Rf79a3be353644c69" /><Relationship Type="http://schemas.openxmlformats.org/officeDocument/2006/relationships/image" Target="/ppt/media/image19.png" Id="R2862181252734033" /><Relationship Type="http://schemas.openxmlformats.org/officeDocument/2006/relationships/image" Target="/ppt/media/image18.svg" Id="Rd44350efaaa14fc3" /><Relationship Type="http://schemas.openxmlformats.org/officeDocument/2006/relationships/image" Target="/ppt/media/image20.png" Id="R372cce2c24034c77" /><Relationship Type="http://schemas.openxmlformats.org/officeDocument/2006/relationships/image" Target="/ppt/media/image19.svg" Id="Rf8769a46c8e24604" /><Relationship Type="http://schemas.openxmlformats.org/officeDocument/2006/relationships/image" Target="/ppt/media/image21.png" Id="R81595f3b3d9a44d7" /><Relationship Type="http://schemas.openxmlformats.org/officeDocument/2006/relationships/image" Target="/ppt/media/image20.svg" Id="R7f308b0937e44514" /><Relationship Type="http://schemas.openxmlformats.org/officeDocument/2006/relationships/image" Target="/ppt/media/image22.png" Id="Rc0052f96105c4de6" /><Relationship Type="http://schemas.openxmlformats.org/officeDocument/2006/relationships/image" Target="/ppt/media/image21.svg" Id="R2d0939324c204141" /><Relationship Type="http://schemas.openxmlformats.org/officeDocument/2006/relationships/notesSlide" Target="/ppt/notesSlides/notesSlide4.xml" Id="R24a54dec17384d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b4ce80b7d4165" /><Relationship Type="http://schemas.openxmlformats.org/officeDocument/2006/relationships/image" Target="/ppt/media/image23.png" Id="Rd5e74c7399934819" /><Relationship Type="http://schemas.openxmlformats.org/officeDocument/2006/relationships/image" Target="/ppt/media/image22.svg" Id="R5e945c2ade8a44f9" /><Relationship Type="http://schemas.openxmlformats.org/officeDocument/2006/relationships/image" Target="/ppt/media/image24.png" Id="R861ec6922b4c4235" /><Relationship Type="http://schemas.openxmlformats.org/officeDocument/2006/relationships/image" Target="/ppt/media/image23.svg" Id="R5c2323536d76479a" /><Relationship Type="http://schemas.openxmlformats.org/officeDocument/2006/relationships/image" Target="/ppt/media/image25.png" Id="Rac0cf55795684c1d" /><Relationship Type="http://schemas.openxmlformats.org/officeDocument/2006/relationships/image" Target="/ppt/media/image24.svg" Id="Refa6e329aeac40be" /><Relationship Type="http://schemas.openxmlformats.org/officeDocument/2006/relationships/image" Target="/ppt/media/image26.png" Id="R25f46e1283f840a5" /><Relationship Type="http://schemas.openxmlformats.org/officeDocument/2006/relationships/image" Target="/ppt/media/image25.svg" Id="R669a1dad79bc4ede" /><Relationship Type="http://schemas.openxmlformats.org/officeDocument/2006/relationships/image" Target="/ppt/media/image27.png" Id="R874b6722d080439a" /><Relationship Type="http://schemas.openxmlformats.org/officeDocument/2006/relationships/image" Target="/ppt/media/image26.svg" Id="R0cc47056a4aa47b0" /><Relationship Type="http://schemas.openxmlformats.org/officeDocument/2006/relationships/image" Target="/ppt/media/image28.png" Id="Raa665b4f5d664bfe" /><Relationship Type="http://schemas.openxmlformats.org/officeDocument/2006/relationships/image" Target="/ppt/media/image27.svg" Id="R15577e85a4b74d79" /><Relationship Type="http://schemas.openxmlformats.org/officeDocument/2006/relationships/notesSlide" Target="/ppt/notesSlides/notesSlide5.xml" Id="R5c5b8180c3184c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1b9f2c95a4f76" /><Relationship Type="http://schemas.openxmlformats.org/officeDocument/2006/relationships/image" Target="/ppt/media/image29.png" Id="R96153811ca084e81" /><Relationship Type="http://schemas.openxmlformats.org/officeDocument/2006/relationships/image" Target="/ppt/media/image28.svg" Id="R96c9c9d1587e4cd0" /><Relationship Type="http://schemas.openxmlformats.org/officeDocument/2006/relationships/image" Target="/ppt/media/image30.png" Id="Rc0d03c2df7634e9b" /><Relationship Type="http://schemas.openxmlformats.org/officeDocument/2006/relationships/image" Target="/ppt/media/image29.svg" Id="R02c19c0b288d4136" /><Relationship Type="http://schemas.openxmlformats.org/officeDocument/2006/relationships/image" Target="/ppt/media/image31.png" Id="R951978193cd34d82" /><Relationship Type="http://schemas.openxmlformats.org/officeDocument/2006/relationships/image" Target="/ppt/media/image30.svg" Id="R9215ac72687f42d0" /><Relationship Type="http://schemas.openxmlformats.org/officeDocument/2006/relationships/image" Target="/ppt/media/image32.png" Id="R59974a3ea6fb4477" /><Relationship Type="http://schemas.openxmlformats.org/officeDocument/2006/relationships/image" Target="/ppt/media/image31.svg" Id="Rfe275832fb114a8a" /><Relationship Type="http://schemas.openxmlformats.org/officeDocument/2006/relationships/image" Target="/ppt/media/image33.png" Id="R3624799d8f09475b" /><Relationship Type="http://schemas.openxmlformats.org/officeDocument/2006/relationships/image" Target="/ppt/media/image32.svg" Id="Rcbb6d786d382425a" /><Relationship Type="http://schemas.openxmlformats.org/officeDocument/2006/relationships/image" Target="/ppt/media/image34.png" Id="Rcc3b51ea64714b1d" /><Relationship Type="http://schemas.openxmlformats.org/officeDocument/2006/relationships/image" Target="/ppt/media/image33.svg" Id="R160c9b66897e4d95" /><Relationship Type="http://schemas.openxmlformats.org/officeDocument/2006/relationships/image" Target="/ppt/media/image35.png" Id="Rd4f99aad94a34436" /><Relationship Type="http://schemas.openxmlformats.org/officeDocument/2006/relationships/image" Target="/ppt/media/image34.svg" Id="R08d21075556742e3" /><Relationship Type="http://schemas.openxmlformats.org/officeDocument/2006/relationships/notesSlide" Target="/ppt/notesSlides/notesSlide6.xml" Id="R4e39d3cc4a8840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7cc95947e4b5f" /><Relationship Type="http://schemas.openxmlformats.org/officeDocument/2006/relationships/image" Target="/ppt/media/image36.png" Id="R18b86be36dbf4aab" /><Relationship Type="http://schemas.openxmlformats.org/officeDocument/2006/relationships/image" Target="/ppt/media/image35.svg" Id="R8b557b39e5284eb4" /><Relationship Type="http://schemas.openxmlformats.org/officeDocument/2006/relationships/image" Target="/ppt/media/image37.png" Id="Ra5b64f7238d34c6f" /><Relationship Type="http://schemas.openxmlformats.org/officeDocument/2006/relationships/image" Target="/ppt/media/image36.svg" Id="R570c7717b6f14114" /><Relationship Type="http://schemas.openxmlformats.org/officeDocument/2006/relationships/image" Target="/ppt/media/image38.png" Id="Rf86311e00d4c430d" /><Relationship Type="http://schemas.openxmlformats.org/officeDocument/2006/relationships/image" Target="/ppt/media/image37.svg" Id="Racd17fdcf3a240f5" /><Relationship Type="http://schemas.openxmlformats.org/officeDocument/2006/relationships/image" Target="/ppt/media/image39.png" Id="Rb30daf7145794be9" /><Relationship Type="http://schemas.openxmlformats.org/officeDocument/2006/relationships/image" Target="/ppt/media/image38.svg" Id="R47eed937cff84f31" /><Relationship Type="http://schemas.openxmlformats.org/officeDocument/2006/relationships/image" Target="/ppt/media/image40.png" Id="R33bb44cad31e4f6e" /><Relationship Type="http://schemas.openxmlformats.org/officeDocument/2006/relationships/image" Target="/ppt/media/image39.svg" Id="R20c776fe175c4caf" /><Relationship Type="http://schemas.openxmlformats.org/officeDocument/2006/relationships/image" Target="/ppt/media/image41.png" Id="R98722f26f5ca4568" /><Relationship Type="http://schemas.openxmlformats.org/officeDocument/2006/relationships/image" Target="/ppt/media/image40.svg" Id="R93c43f8f55d74588" /><Relationship Type="http://schemas.openxmlformats.org/officeDocument/2006/relationships/image" Target="/ppt/media/image42.png" Id="R6c539821e0cd46d4" /><Relationship Type="http://schemas.openxmlformats.org/officeDocument/2006/relationships/image" Target="/ppt/media/image41.svg" Id="Re611982b59144f41" /><Relationship Type="http://schemas.openxmlformats.org/officeDocument/2006/relationships/image" Target="/ppt/media/image43.png" Id="Ree78604ef8104bd6" /><Relationship Type="http://schemas.openxmlformats.org/officeDocument/2006/relationships/image" Target="/ppt/media/image42.svg" Id="R5457184c27ba499a" /><Relationship Type="http://schemas.openxmlformats.org/officeDocument/2006/relationships/notesSlide" Target="/ppt/notesSlides/notesSlide7.xml" Id="R03be6a0dea0b45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8ca9f41ec4214" /><Relationship Type="http://schemas.openxmlformats.org/officeDocument/2006/relationships/image" Target="/ppt/media/image44.png" Id="Rb3387b07cc1b4b8e" /><Relationship Type="http://schemas.openxmlformats.org/officeDocument/2006/relationships/image" Target="/ppt/media/image43.svg" Id="R13ce096dadd14295" /><Relationship Type="http://schemas.openxmlformats.org/officeDocument/2006/relationships/image" Target="/ppt/media/image45.png" Id="R1ad18fa04ec84f5b" /><Relationship Type="http://schemas.openxmlformats.org/officeDocument/2006/relationships/image" Target="/ppt/media/image44.svg" Id="Rd191b4c1da114573" /><Relationship Type="http://schemas.openxmlformats.org/officeDocument/2006/relationships/image" Target="/ppt/media/image46.png" Id="R0e6f1f6f1b1b43bd" /><Relationship Type="http://schemas.openxmlformats.org/officeDocument/2006/relationships/image" Target="/ppt/media/image45.svg" Id="R2692f8ddb6214567" /><Relationship Type="http://schemas.openxmlformats.org/officeDocument/2006/relationships/image" Target="/ppt/media/image47.png" Id="R5aa7fe55640d4280" /><Relationship Type="http://schemas.openxmlformats.org/officeDocument/2006/relationships/image" Target="/ppt/media/image46.svg" Id="R71b6d1ab612245f7" /><Relationship Type="http://schemas.openxmlformats.org/officeDocument/2006/relationships/image" Target="/ppt/media/image48.png" Id="Rc7a54e11c482488b" /><Relationship Type="http://schemas.openxmlformats.org/officeDocument/2006/relationships/image" Target="/ppt/media/image47.svg" Id="R254375c131c84f9a" /><Relationship Type="http://schemas.openxmlformats.org/officeDocument/2006/relationships/image" Target="/ppt/media/image49.png" Id="R68f900f62f664112" /><Relationship Type="http://schemas.openxmlformats.org/officeDocument/2006/relationships/image" Target="/ppt/media/image48.svg" Id="R2bbaf0adae834475" /><Relationship Type="http://schemas.openxmlformats.org/officeDocument/2006/relationships/image" Target="/ppt/media/image50.png" Id="R80ce77a17f634f4e" /><Relationship Type="http://schemas.openxmlformats.org/officeDocument/2006/relationships/image" Target="/ppt/media/image49.svg" Id="R6a993d3460a24777" /><Relationship Type="http://schemas.openxmlformats.org/officeDocument/2006/relationships/notesSlide" Target="/ppt/notesSlides/notesSlide8.xml" Id="R72411f7c774c41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c39d7397d4d36" /><Relationship Type="http://schemas.openxmlformats.org/officeDocument/2006/relationships/image" Target="/ppt/media/image51.png" Id="Re23aacbb6f3c4fde" /><Relationship Type="http://schemas.openxmlformats.org/officeDocument/2006/relationships/image" Target="/ppt/media/image50.svg" Id="R79fc5522e9434595" /><Relationship Type="http://schemas.openxmlformats.org/officeDocument/2006/relationships/image" Target="/ppt/media/image52.png" Id="Rda2080a7c3074619" /><Relationship Type="http://schemas.openxmlformats.org/officeDocument/2006/relationships/image" Target="/ppt/media/image51.svg" Id="Rb46c2d8ad07c4444" /><Relationship Type="http://schemas.openxmlformats.org/officeDocument/2006/relationships/image" Target="/ppt/media/image53.png" Id="R43eb378468cd4940" /><Relationship Type="http://schemas.openxmlformats.org/officeDocument/2006/relationships/image" Target="/ppt/media/image52.svg" Id="Raeed0ab0ee524596" /><Relationship Type="http://schemas.openxmlformats.org/officeDocument/2006/relationships/image" Target="/ppt/media/image54.png" Id="R0342429bb763467f" /><Relationship Type="http://schemas.openxmlformats.org/officeDocument/2006/relationships/image" Target="/ppt/media/image53.svg" Id="R9d1ff605054a404c" /><Relationship Type="http://schemas.openxmlformats.org/officeDocument/2006/relationships/image" Target="/ppt/media/image55.png" Id="R181f5e36bb2f436f" /><Relationship Type="http://schemas.openxmlformats.org/officeDocument/2006/relationships/image" Target="/ppt/media/image54.svg" Id="Rfd17f0ff05034389" /><Relationship Type="http://schemas.openxmlformats.org/officeDocument/2006/relationships/image" Target="/ppt/media/image56.png" Id="R0d6f2a993b264d66" /><Relationship Type="http://schemas.openxmlformats.org/officeDocument/2006/relationships/image" Target="/ppt/media/image55.svg" Id="R57ccc30870b4488d" /><Relationship Type="http://schemas.openxmlformats.org/officeDocument/2006/relationships/image" Target="/ppt/media/image57.png" Id="R78401cc03fa64c79" /><Relationship Type="http://schemas.openxmlformats.org/officeDocument/2006/relationships/image" Target="/ppt/media/image56.svg" Id="R7d8421db06c648b7" /><Relationship Type="http://schemas.openxmlformats.org/officeDocument/2006/relationships/image" Target="/ppt/media/image58.png" Id="R03000e1b26474489" /><Relationship Type="http://schemas.openxmlformats.org/officeDocument/2006/relationships/image" Target="/ppt/media/image57.svg" Id="R9a79bfe491ea4edb" /><Relationship Type="http://schemas.openxmlformats.org/officeDocument/2006/relationships/image" Target="/ppt/media/image59.png" Id="Rc9e80221e5624168" /><Relationship Type="http://schemas.openxmlformats.org/officeDocument/2006/relationships/image" Target="/ppt/media/image58.svg" Id="R4e00296bf0c146ab" /><Relationship Type="http://schemas.openxmlformats.org/officeDocument/2006/relationships/notesSlide" Target="/ppt/notesSlides/notesSlide9.xml" Id="R98f93fc92f1c43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c313fbfca4699" /><Relationship Type="http://schemas.openxmlformats.org/officeDocument/2006/relationships/image" Target="/ppt/media/image60.png" Id="Rc0855af9aa724ac5" /><Relationship Type="http://schemas.openxmlformats.org/officeDocument/2006/relationships/notesSlide" Target="/ppt/notesSlides/notesSlide10.xml" Id="R25663385b2f842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ver-right-panel">
            <a:extLst xmlns:a="http://schemas.openxmlformats.org/drawingml/2006/main">
              <a:ext uri="{FF2B5EF4-FFF2-40B4-BE49-F238E27FC236}">
                <a16:creationId xmlns:a16="http://schemas.microsoft.com/office/drawing/2014/main" id="{C4DD4E25-72F8-489C-981B-227299AF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0"/>
            <a:ext cx="3638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logo-halo">
            <a:extLst xmlns:a="http://schemas.openxmlformats.org/drawingml/2006/main">
              <a:ext uri="{FF2B5EF4-FFF2-40B4-BE49-F238E27FC236}">
                <a16:creationId xmlns:a16="http://schemas.microsoft.com/office/drawing/2014/main" id="{EB6FB2AB-E92B-47B9-AF14-25C6A80E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1114425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a635cf2184c94"/>
          <a:stretch xmlns:a="http://schemas.openxmlformats.org/drawingml/2006/main"/>
        </p:blipFill>
        <p:spPr>
          <a:xfrm xmlns:a="http://schemas.openxmlformats.org/drawingml/2006/main">
            <a:off x="8829675" y="1190625"/>
            <a:ext cx="3086100" cy="3086100"/>
          </a:xfrm>
          <a:prstGeom xmlns:a="http://schemas.openxmlformats.org/drawingml/2006/main" prst="rect">
            <a:avLst/>
          </a:prstGeom>
        </p:spPr>
      </p:pic>
      <p:sp>
        <p:nvSpPr>
          <p:cNvPr id="4" name="cover-tag-line">
            <a:extLst xmlns:a="http://schemas.openxmlformats.org/drawingml/2006/main">
              <a:ext uri="{FF2B5EF4-FFF2-40B4-BE49-F238E27FC236}">
                <a16:creationId xmlns:a16="http://schemas.microsoft.com/office/drawing/2014/main" id="{D167AB41-AB55-46FF-98C5-F740A6C7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335C4E4-3E14-4EB0-9EC1-8E30AF58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• DIGITAL TRANSFORMATION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C71C304-7016-4A4A-BB24-6ACC449F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7" name="cover-title-rule">
            <a:extLst xmlns:a="http://schemas.openxmlformats.org/drawingml/2006/main">
              <a:ext uri="{FF2B5EF4-FFF2-40B4-BE49-F238E27FC236}">
                <a16:creationId xmlns:a16="http://schemas.microsoft.com/office/drawing/2014/main" id="{D831DD69-F4F1-44AB-A287-945D2D3E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7813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C9F8C91-4ED3-47CB-B557-BE45AAA7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666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Building a Connected, Transparent and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Future-Ready Roundu Community</a:t>
            </a:r>
          </a:p>
        </p:txBody>
      </p:sp>
      <p:sp>
        <p:nvSpPr>
          <p:cNvPr id="9" name="cover-presenter">
            <a:extLst xmlns:a="http://schemas.openxmlformats.org/drawingml/2006/main">
              <a:ext uri="{FF2B5EF4-FFF2-40B4-BE49-F238E27FC236}">
                <a16:creationId xmlns:a16="http://schemas.microsoft.com/office/drawing/2014/main" id="{CCD1A028-A34F-464A-AAEF-6DA09BFE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SHABBIR HUSSAIN</a:t>
            </a:r>
          </a:p>
        </p:txBody>
      </p:sp>
      <p:sp>
        <p:nvSpPr>
          <p:cNvPr id="10" name="cover-role">
            <a:extLst xmlns:a="http://schemas.openxmlformats.org/drawingml/2006/main">
              <a:ext uri="{FF2B5EF4-FFF2-40B4-BE49-F238E27FC236}">
                <a16:creationId xmlns:a16="http://schemas.microsoft.com/office/drawing/2014/main" id="{12802F21-6989-4B9F-909E-C5955643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Technical Coordinator – TNR</a:t>
            </a:r>
          </a:p>
        </p:txBody>
      </p:sp>
      <p:sp>
        <p:nvSpPr>
          <p:cNvPr id="11" name="cover-date">
            <a:extLst xmlns:a="http://schemas.openxmlformats.org/drawingml/2006/main">
              <a:ext uri="{FF2B5EF4-FFF2-40B4-BE49-F238E27FC236}">
                <a16:creationId xmlns:a16="http://schemas.microsoft.com/office/drawing/2014/main" id="{E0BF854D-7ACC-4AF3-9864-D51CCBA1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OFFICIAL PLATFORM OVERVIEW</a:t>
            </a:r>
          </a:p>
        </p:txBody>
      </p:sp>
      <p:sp>
        <p:nvSpPr>
          <p:cNvPr id="12" name="cover-logo-rule">
            <a:extLst xmlns:a="http://schemas.openxmlformats.org/drawingml/2006/main">
              <a:ext uri="{FF2B5EF4-FFF2-40B4-BE49-F238E27FC236}">
                <a16:creationId xmlns:a16="http://schemas.microsoft.com/office/drawing/2014/main" id="{7CEA5707-AE02-4E9A-AE16-641A589F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91650" y="47053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13" name="cover-platform-mark">
            <a:extLst xmlns:a="http://schemas.openxmlformats.org/drawingml/2006/main">
              <a:ext uri="{FF2B5EF4-FFF2-40B4-BE49-F238E27FC236}">
                <a16:creationId xmlns:a16="http://schemas.microsoft.com/office/drawing/2014/main" id="{9A0D07D6-FFA2-47A7-A801-853DDEB3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339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14" name="cover-community-mark">
            <a:extLst xmlns:a="http://schemas.openxmlformats.org/drawingml/2006/main">
              <a:ext uri="{FF2B5EF4-FFF2-40B4-BE49-F238E27FC236}">
                <a16:creationId xmlns:a16="http://schemas.microsoft.com/office/drawing/2014/main" id="{D6935EF7-3230-451E-88D1-25B45CD6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7685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</p:spTree>
    <p:extLst>
      <p:ext uri="{BB962C8B-B14F-4D97-AF65-F5344CB8AC3E}">
        <p14:creationId xmlns:p14="http://schemas.microsoft.com/office/powerpoint/2010/main" val="317938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ADCD5D79-CAFA-4030-97BE-0D015C58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C158A1A9-EF67-4061-9528-06730325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E47FBC-78F7-42D8-A6A6-51B8FDB2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One platform brings TNR into view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D38180D-F17A-4FB0-9634-E807BCF9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shared digital foundation replaces fragmented records, tools and communication.</a:t>
            </a:r>
          </a:p>
        </p:txBody>
      </p:sp>
      <p:sp>
        <p:nvSpPr>
          <p:cNvPr id="5" name="why-left-band">
            <a:extLst xmlns:a="http://schemas.openxmlformats.org/drawingml/2006/main">
              <a:ext uri="{FF2B5EF4-FFF2-40B4-BE49-F238E27FC236}">
                <a16:creationId xmlns:a16="http://schemas.microsoft.com/office/drawing/2014/main" id="{5FD349FE-650D-4673-BDD3-81147535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924050"/>
            <a:ext cx="3619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hy-kicker">
            <a:extLst xmlns:a="http://schemas.openxmlformats.org/drawingml/2006/main">
              <a:ext uri="{FF2B5EF4-FFF2-40B4-BE49-F238E27FC236}">
                <a16:creationId xmlns:a16="http://schemas.microsoft.com/office/drawing/2014/main" id="{CE04916E-7C25-4DA9-B44E-E5A02160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WHY NOW</a:t>
            </a:r>
          </a:p>
        </p:txBody>
      </p:sp>
      <p:sp>
        <p:nvSpPr>
          <p:cNvPr id="7" name="why-statement">
            <a:extLst xmlns:a="http://schemas.openxmlformats.org/drawingml/2006/main">
              <a:ext uri="{FF2B5EF4-FFF2-40B4-BE49-F238E27FC236}">
                <a16:creationId xmlns:a16="http://schemas.microsoft.com/office/drawing/2014/main" id="{46D7FA43-675B-4E0E-A62E-FDDDB62B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428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Community trust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needs one reliable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source of truth.</a:t>
            </a:r>
          </a:p>
        </p:txBody>
      </p:sp>
      <p:sp>
        <p:nvSpPr>
          <p:cNvPr id="8" name="why-support">
            <a:extLst xmlns:a="http://schemas.openxmlformats.org/drawingml/2006/main">
              <a:ext uri="{FF2B5EF4-FFF2-40B4-BE49-F238E27FC236}">
                <a16:creationId xmlns:a16="http://schemas.microsoft.com/office/drawing/2014/main" id="{19196789-B03F-4BF8-BDDD-A159E9E7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Centralization makes information easier to find, services easier to access, and decisions easier to understand.</a:t>
            </a:r>
          </a:p>
        </p:txBody>
      </p:sp>
      <p:sp>
        <p:nvSpPr>
          <p:cNvPr id="9" name="why-gold-rule">
            <a:extLst xmlns:a="http://schemas.openxmlformats.org/drawingml/2006/main">
              <a:ext uri="{FF2B5EF4-FFF2-40B4-BE49-F238E27FC236}">
                <a16:creationId xmlns:a16="http://schemas.microsoft.com/office/drawing/2014/main" id="{361CC30C-9479-4A98-8092-124BD266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557212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10" name="why-item-0-disc">
            <a:extLst xmlns:a="http://schemas.openxmlformats.org/drawingml/2006/main">
              <a:ext uri="{FF2B5EF4-FFF2-40B4-BE49-F238E27FC236}">
                <a16:creationId xmlns:a16="http://schemas.microsoft.com/office/drawing/2014/main" id="{A2222B71-306D-4287-AC45-CAA80763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21145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3cc9c90134927">
            <a:extLst>
              <a:ext uri="{96DAC541-7B7A-43D3-8B79-37D633B846F1}">
                <asvg:svgBlip xmlns:asvg="http://schemas.microsoft.com/office/drawing/2016/SVG/main" r:embed="R9633892b298b4a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1013" y="2233613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2" name="why-label-0">
            <a:extLst xmlns:a="http://schemas.openxmlformats.org/drawingml/2006/main">
              <a:ext uri="{FF2B5EF4-FFF2-40B4-BE49-F238E27FC236}">
                <a16:creationId xmlns:a16="http://schemas.microsoft.com/office/drawing/2014/main" id="{36F5216E-D25F-4614-8BC2-6B538B8E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05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Members</a:t>
            </a:r>
          </a:p>
        </p:txBody>
      </p:sp>
      <p:sp>
        <p:nvSpPr>
          <p:cNvPr id="13" name="why-desc-0">
            <a:extLst xmlns:a="http://schemas.openxmlformats.org/drawingml/2006/main">
              <a:ext uri="{FF2B5EF4-FFF2-40B4-BE49-F238E27FC236}">
                <a16:creationId xmlns:a16="http://schemas.microsoft.com/office/drawing/2014/main" id="{2B16334C-64B4-407F-AC62-E080AD94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907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One recognized community</a:t>
            </a:r>
          </a:p>
        </p:txBody>
      </p:sp>
      <p:sp>
        <p:nvSpPr>
          <p:cNvPr id="14" name="why-link-0">
            <a:extLst xmlns:a="http://schemas.openxmlformats.org/drawingml/2006/main">
              <a:ext uri="{FF2B5EF4-FFF2-40B4-BE49-F238E27FC236}">
                <a16:creationId xmlns:a16="http://schemas.microsoft.com/office/drawing/2014/main" id="{9A6888DD-5DEA-4492-82AA-23DAB4F2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23526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5" name="why-item-1-disc">
            <a:extLst xmlns:a="http://schemas.openxmlformats.org/drawingml/2006/main">
              <a:ext uri="{FF2B5EF4-FFF2-40B4-BE49-F238E27FC236}">
                <a16:creationId xmlns:a16="http://schemas.microsoft.com/office/drawing/2014/main" id="{DF5BABBA-6E9A-4738-A329-2FFC4D88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d2d7a605e4211">
            <a:extLst>
              <a:ext uri="{96DAC541-7B7A-43D3-8B79-37D633B846F1}">
                <asvg:svgBlip xmlns:asvg="http://schemas.microsoft.com/office/drawing/2016/SVG/main" r:embed="R3c6c62e08c9d40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1013" y="2976563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7" name="why-label-1">
            <a:extLst xmlns:a="http://schemas.openxmlformats.org/drawingml/2006/main">
              <a:ext uri="{FF2B5EF4-FFF2-40B4-BE49-F238E27FC236}">
                <a16:creationId xmlns:a16="http://schemas.microsoft.com/office/drawing/2014/main" id="{021694D3-8BB2-426D-9AC3-8639DB9B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479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Records</a:t>
            </a:r>
          </a:p>
        </p:txBody>
      </p:sp>
      <p:sp>
        <p:nvSpPr>
          <p:cNvPr id="18" name="why-desc-1">
            <a:extLst xmlns:a="http://schemas.openxmlformats.org/drawingml/2006/main">
              <a:ext uri="{FF2B5EF4-FFF2-40B4-BE49-F238E27FC236}">
                <a16:creationId xmlns:a16="http://schemas.microsoft.com/office/drawing/2014/main" id="{074AEB95-15E8-4390-A1A8-88300767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33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Structured and secure</a:t>
            </a:r>
          </a:p>
        </p:txBody>
      </p:sp>
      <p:sp>
        <p:nvSpPr>
          <p:cNvPr id="19" name="why-link-1">
            <a:extLst xmlns:a="http://schemas.openxmlformats.org/drawingml/2006/main">
              <a:ext uri="{FF2B5EF4-FFF2-40B4-BE49-F238E27FC236}">
                <a16:creationId xmlns:a16="http://schemas.microsoft.com/office/drawing/2014/main" id="{B14434A3-880A-4549-B576-DB3418C6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30956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20" name="why-item-2-disc">
            <a:extLst xmlns:a="http://schemas.openxmlformats.org/drawingml/2006/main">
              <a:ext uri="{FF2B5EF4-FFF2-40B4-BE49-F238E27FC236}">
                <a16:creationId xmlns:a16="http://schemas.microsoft.com/office/drawing/2014/main" id="{681C4B16-5065-4E4B-B17F-E2BAFFE9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3600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a4cf79d1947cb">
            <a:extLst>
              <a:ext uri="{96DAC541-7B7A-43D3-8B79-37D633B846F1}">
                <asvg:svgBlip xmlns:asvg="http://schemas.microsoft.com/office/drawing/2016/SVG/main" r:embed="Rfc6bc8117eef43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1013" y="3719513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2" name="why-label-2">
            <a:extLst xmlns:a="http://schemas.openxmlformats.org/drawingml/2006/main">
              <a:ext uri="{FF2B5EF4-FFF2-40B4-BE49-F238E27FC236}">
                <a16:creationId xmlns:a16="http://schemas.microsoft.com/office/drawing/2014/main" id="{9D1F5A9A-1896-400F-B529-A4B589A0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909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Services</a:t>
            </a:r>
          </a:p>
        </p:txBody>
      </p:sp>
      <p:sp>
        <p:nvSpPr>
          <p:cNvPr id="23" name="why-desc-2">
            <a:extLst xmlns:a="http://schemas.openxmlformats.org/drawingml/2006/main">
              <a:ext uri="{FF2B5EF4-FFF2-40B4-BE49-F238E27FC236}">
                <a16:creationId xmlns:a16="http://schemas.microsoft.com/office/drawing/2014/main" id="{CD1D9EAE-3CED-4AC2-8EC7-0425C1AA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766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Available from one place</a:t>
            </a:r>
          </a:p>
        </p:txBody>
      </p:sp>
      <p:sp>
        <p:nvSpPr>
          <p:cNvPr id="24" name="why-link-2">
            <a:extLst xmlns:a="http://schemas.openxmlformats.org/drawingml/2006/main">
              <a:ext uri="{FF2B5EF4-FFF2-40B4-BE49-F238E27FC236}">
                <a16:creationId xmlns:a16="http://schemas.microsoft.com/office/drawing/2014/main" id="{4840D16F-AF2C-4345-9BCD-8CDCFEF7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38385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25" name="why-item-3-disc">
            <a:extLst xmlns:a="http://schemas.openxmlformats.org/drawingml/2006/main">
              <a:ext uri="{FF2B5EF4-FFF2-40B4-BE49-F238E27FC236}">
                <a16:creationId xmlns:a16="http://schemas.microsoft.com/office/drawing/2014/main" id="{1FF6CB7F-6DCB-474D-9B6E-720CB88C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343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67a9c1ec84ada">
            <a:extLst>
              <a:ext uri="{96DAC541-7B7A-43D3-8B79-37D633B846F1}">
                <asvg:svgBlip xmlns:asvg="http://schemas.microsoft.com/office/drawing/2016/SVG/main" r:embed="Rbe0f4a1ad0c244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1013" y="4462463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7" name="why-label-3">
            <a:extLst xmlns:a="http://schemas.openxmlformats.org/drawingml/2006/main">
              <a:ext uri="{FF2B5EF4-FFF2-40B4-BE49-F238E27FC236}">
                <a16:creationId xmlns:a16="http://schemas.microsoft.com/office/drawing/2014/main" id="{829AD7A0-6DF7-4827-A8C6-42BE1BD8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33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Communication</a:t>
            </a:r>
          </a:p>
        </p:txBody>
      </p:sp>
      <p:sp>
        <p:nvSpPr>
          <p:cNvPr id="28" name="why-desc-3">
            <a:extLst xmlns:a="http://schemas.openxmlformats.org/drawingml/2006/main">
              <a:ext uri="{FF2B5EF4-FFF2-40B4-BE49-F238E27FC236}">
                <a16:creationId xmlns:a16="http://schemas.microsoft.com/office/drawing/2014/main" id="{05FC5124-F007-490C-A3E0-D020F266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196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Clear and consistent</a:t>
            </a:r>
          </a:p>
        </p:txBody>
      </p:sp>
      <p:sp>
        <p:nvSpPr>
          <p:cNvPr id="29" name="why-link-3">
            <a:extLst xmlns:a="http://schemas.openxmlformats.org/drawingml/2006/main">
              <a:ext uri="{FF2B5EF4-FFF2-40B4-BE49-F238E27FC236}">
                <a16:creationId xmlns:a16="http://schemas.microsoft.com/office/drawing/2014/main" id="{3445C692-62F8-4C00-B2AD-BDC5375E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45815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30" name="why-item-4-disc">
            <a:extLst xmlns:a="http://schemas.openxmlformats.org/drawingml/2006/main">
              <a:ext uri="{FF2B5EF4-FFF2-40B4-BE49-F238E27FC236}">
                <a16:creationId xmlns:a16="http://schemas.microsoft.com/office/drawing/2014/main" id="{3A957ACB-A636-4445-B5D8-0889FAC7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5086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91def1cbb4265">
            <a:extLst>
              <a:ext uri="{96DAC541-7B7A-43D3-8B79-37D633B846F1}">
                <asvg:svgBlip xmlns:asvg="http://schemas.microsoft.com/office/drawing/2016/SVG/main" r:embed="R8410085c0efa47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1013" y="5205413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2" name="why-label-4">
            <a:extLst xmlns:a="http://schemas.openxmlformats.org/drawingml/2006/main">
              <a:ext uri="{FF2B5EF4-FFF2-40B4-BE49-F238E27FC236}">
                <a16:creationId xmlns:a16="http://schemas.microsoft.com/office/drawing/2014/main" id="{D53A876A-F981-415C-A71E-37CF7E9B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768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33" name="why-desc-4">
            <a:extLst xmlns:a="http://schemas.openxmlformats.org/drawingml/2006/main">
              <a:ext uri="{FF2B5EF4-FFF2-40B4-BE49-F238E27FC236}">
                <a16:creationId xmlns:a16="http://schemas.microsoft.com/office/drawing/2014/main" id="{9E2D240F-97E7-40D4-A1D9-5D667855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625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Visible processes and status</a:t>
            </a:r>
          </a:p>
        </p:txBody>
      </p:sp>
      <p:sp>
        <p:nvSpPr>
          <p:cNvPr id="34" name="why-link-4">
            <a:extLst xmlns:a="http://schemas.openxmlformats.org/drawingml/2006/main">
              <a:ext uri="{FF2B5EF4-FFF2-40B4-BE49-F238E27FC236}">
                <a16:creationId xmlns:a16="http://schemas.microsoft.com/office/drawing/2014/main" id="{7AD0EEC2-F7A3-4CF4-A258-F4C9BE3B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53244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35" name="why-core-shadow">
            <a:extLst xmlns:a="http://schemas.openxmlformats.org/drawingml/2006/main">
              <a:ext uri="{FF2B5EF4-FFF2-40B4-BE49-F238E27FC236}">
                <a16:creationId xmlns:a16="http://schemas.microsoft.com/office/drawing/2014/main" id="{C0D6DE0C-0843-470E-A79F-685B6998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2419350"/>
            <a:ext cx="2647950" cy="2647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hy-core-outer">
            <a:extLst xmlns:a="http://schemas.openxmlformats.org/drawingml/2006/main">
              <a:ext uri="{FF2B5EF4-FFF2-40B4-BE49-F238E27FC236}">
                <a16:creationId xmlns:a16="http://schemas.microsoft.com/office/drawing/2014/main" id="{008F372B-80B6-4BFE-87C5-870C9596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2286000"/>
            <a:ext cx="2647950" cy="2647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37" name="why-core-inner">
            <a:extLst xmlns:a="http://schemas.openxmlformats.org/drawingml/2006/main">
              <a:ext uri="{FF2B5EF4-FFF2-40B4-BE49-F238E27FC236}">
                <a16:creationId xmlns:a16="http://schemas.microsoft.com/office/drawing/2014/main" id="{D29E829F-5B8C-4559-9E12-8EDAEB22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2686050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feabd1d2e49a9">
            <a:extLst>
              <a:ext uri="{96DAC541-7B7A-43D3-8B79-37D633B846F1}">
                <asvg:svgBlip xmlns:asvg="http://schemas.microsoft.com/office/drawing/2016/SVG/main" r:embed="Rc5d2259740f84c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15450" y="30384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39" name="why-core-title">
            <a:extLst xmlns:a="http://schemas.openxmlformats.org/drawingml/2006/main">
              <a:ext uri="{FF2B5EF4-FFF2-40B4-BE49-F238E27FC236}">
                <a16:creationId xmlns:a16="http://schemas.microsoft.com/office/drawing/2014/main" id="{C2BF43CF-90E6-4424-AC0D-34E5E7CF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1200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SYSTEM</a:t>
            </a:r>
          </a:p>
        </p:txBody>
      </p:sp>
      <p:sp>
        <p:nvSpPr>
          <p:cNvPr id="40" name="why-core-caption">
            <a:extLst xmlns:a="http://schemas.openxmlformats.org/drawingml/2006/main">
              <a:ext uri="{FF2B5EF4-FFF2-40B4-BE49-F238E27FC236}">
                <a16:creationId xmlns:a16="http://schemas.microsoft.com/office/drawing/2014/main" id="{B13B9F1B-8DE3-4AFC-A730-46307264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387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Connected • Trusted • Accountable</a:t>
            </a:r>
          </a:p>
        </p:txBody>
      </p:sp>
      <p:sp>
        <p:nvSpPr>
          <p:cNvPr id="41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286C6570-2FBD-4EA9-A99C-57BC8E5A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2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1E5D153C-B43A-436D-9CC1-35186A6D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AF063FD9-B41C-4C8F-BD03-3112C844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6183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E24553B7-72A8-453B-AD0F-1373EA5A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0A126E74-5969-4EA3-B57D-40CE4F90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4510CE-F61A-49E8-973D-01FEB472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identity connects the whole community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DCA4E3-93DF-4790-B362-12F80629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Every step builds on the one before it—ending in a connected Roundu community.</a:t>
            </a:r>
          </a:p>
        </p:txBody>
      </p:sp>
      <p:sp>
        <p:nvSpPr>
          <p:cNvPr id="5" name="vision-one">
            <a:extLst xmlns:a="http://schemas.openxmlformats.org/drawingml/2006/main">
              <a:ext uri="{FF2B5EF4-FFF2-40B4-BE49-F238E27FC236}">
                <a16:creationId xmlns:a16="http://schemas.microsoft.com/office/drawing/2014/main" id="{86416CA9-AC0B-4161-85F5-F774EB78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813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</p:txBody>
      </p:sp>
      <p:sp>
        <p:nvSpPr>
          <p:cNvPr id="6" name="vision-caption">
            <a:extLst xmlns:a="http://schemas.openxmlformats.org/drawingml/2006/main">
              <a:ext uri="{FF2B5EF4-FFF2-40B4-BE49-F238E27FC236}">
                <a16:creationId xmlns:a16="http://schemas.microsoft.com/office/drawing/2014/main" id="{010D24A6-FABB-4520-850E-71AAF65A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SIMPLE PRINCIPLE.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COMPLETE DIGITAL FOUNDATION.</a:t>
            </a:r>
          </a:p>
        </p:txBody>
      </p:sp>
      <p:sp>
        <p:nvSpPr>
          <p:cNvPr id="7" name="vision-rule">
            <a:extLst xmlns:a="http://schemas.openxmlformats.org/drawingml/2006/main">
              <a:ext uri="{FF2B5EF4-FFF2-40B4-BE49-F238E27FC236}">
                <a16:creationId xmlns:a16="http://schemas.microsoft.com/office/drawing/2014/main" id="{CD75CCE3-F915-40B4-A282-47216E3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6863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6552"/>
            </a:solidFill>
            <a:prstDash val="solid"/>
          </a:ln>
        </p:spPr>
      </p:sp>
      <p:sp>
        <p:nvSpPr>
          <p:cNvPr id="8" name="vision-promise">
            <a:extLst xmlns:a="http://schemas.openxmlformats.org/drawingml/2006/main">
              <a:ext uri="{FF2B5EF4-FFF2-40B4-BE49-F238E27FC236}">
                <a16:creationId xmlns:a16="http://schemas.microsoft.com/office/drawing/2014/main" id="{F163E64C-7ACF-4E6C-B803-9647D917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Identity becomes the bridge between people, services, governance and opportunity.</a:t>
            </a:r>
          </a:p>
        </p:txBody>
      </p:sp>
      <p:sp>
        <p:nvSpPr>
          <p:cNvPr id="9" name="vision-spine">
            <a:extLst xmlns:a="http://schemas.openxmlformats.org/drawingml/2006/main">
              <a:ext uri="{FF2B5EF4-FFF2-40B4-BE49-F238E27FC236}">
                <a16:creationId xmlns:a16="http://schemas.microsoft.com/office/drawing/2014/main" id="{8FAF7180-D706-443A-8407-FF88B43C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91075" y="23241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10" name="vision-node-0">
            <a:extLst xmlns:a="http://schemas.openxmlformats.org/drawingml/2006/main">
              <a:ext uri="{FF2B5EF4-FFF2-40B4-BE49-F238E27FC236}">
                <a16:creationId xmlns:a16="http://schemas.microsoft.com/office/drawing/2014/main" id="{D760FCA2-BD69-491A-A54A-3D0DEE55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266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11" name="vision-num-0">
            <a:extLst xmlns:a="http://schemas.openxmlformats.org/drawingml/2006/main">
              <a:ext uri="{FF2B5EF4-FFF2-40B4-BE49-F238E27FC236}">
                <a16:creationId xmlns:a16="http://schemas.microsoft.com/office/drawing/2014/main" id="{30396FC4-924D-457D-ADFB-211F975B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764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8bd208be341c3">
            <a:extLst>
              <a:ext uri="{96DAC541-7B7A-43D3-8B79-37D633B846F1}">
                <asvg:svgBlip xmlns:asvg="http://schemas.microsoft.com/office/drawing/2016/SVG/main" r:embed="R7d6286e9858c4c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21240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vision-label-0">
            <a:extLst xmlns:a="http://schemas.openxmlformats.org/drawingml/2006/main">
              <a:ext uri="{FF2B5EF4-FFF2-40B4-BE49-F238E27FC236}">
                <a16:creationId xmlns:a16="http://schemas.microsoft.com/office/drawing/2014/main" id="{BE33EF03-76FA-46D0-8CED-E7E0AEE1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</a:t>
            </a:r>
          </a:p>
        </p:txBody>
      </p:sp>
      <p:sp>
        <p:nvSpPr>
          <p:cNvPr id="14" name="vision-desc-0">
            <a:extLst xmlns:a="http://schemas.openxmlformats.org/drawingml/2006/main">
              <a:ext uri="{FF2B5EF4-FFF2-40B4-BE49-F238E27FC236}">
                <a16:creationId xmlns:a16="http://schemas.microsoft.com/office/drawing/2014/main" id="{F454D2C7-E173-469D-B7B5-AEB8E70D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Recognized in the community</a:t>
            </a:r>
          </a:p>
        </p:txBody>
      </p:sp>
      <p:sp>
        <p:nvSpPr>
          <p:cNvPr id="15" name="vision-node-1">
            <a:extLst xmlns:a="http://schemas.openxmlformats.org/drawingml/2006/main">
              <a:ext uri="{FF2B5EF4-FFF2-40B4-BE49-F238E27FC236}">
                <a16:creationId xmlns:a16="http://schemas.microsoft.com/office/drawing/2014/main" id="{118621A6-1DCC-4763-A4CD-C7F8E0F3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057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16" name="vision-num-1">
            <a:extLst xmlns:a="http://schemas.openxmlformats.org/drawingml/2006/main">
              <a:ext uri="{FF2B5EF4-FFF2-40B4-BE49-F238E27FC236}">
                <a16:creationId xmlns:a16="http://schemas.microsoft.com/office/drawing/2014/main" id="{0A305BF4-E25C-494F-A535-146C065C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670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32e2338e14dcc">
            <a:extLst>
              <a:ext uri="{96DAC541-7B7A-43D3-8B79-37D633B846F1}">
                <asvg:svgBlip xmlns:asvg="http://schemas.microsoft.com/office/drawing/2016/SVG/main" r:embed="R7d1d0c0084c045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29146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8" name="vision-label-1">
            <a:extLst xmlns:a="http://schemas.openxmlformats.org/drawingml/2006/main">
              <a:ext uri="{FF2B5EF4-FFF2-40B4-BE49-F238E27FC236}">
                <a16:creationId xmlns:a16="http://schemas.microsoft.com/office/drawing/2014/main" id="{CABC6B95-1A03-466D-A8A9-6C333D25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Profile</a:t>
            </a:r>
          </a:p>
        </p:txBody>
      </p:sp>
      <p:sp>
        <p:nvSpPr>
          <p:cNvPr id="19" name="vision-desc-1">
            <a:extLst xmlns:a="http://schemas.openxmlformats.org/drawingml/2006/main">
              <a:ext uri="{FF2B5EF4-FFF2-40B4-BE49-F238E27FC236}">
                <a16:creationId xmlns:a16="http://schemas.microsoft.com/office/drawing/2014/main" id="{C0B88614-DD51-4C1A-8AE5-2EFA3861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289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Always-current member record</a:t>
            </a:r>
          </a:p>
        </p:txBody>
      </p:sp>
      <p:sp>
        <p:nvSpPr>
          <p:cNvPr id="20" name="vision-node-2">
            <a:extLst xmlns:a="http://schemas.openxmlformats.org/drawingml/2006/main">
              <a:ext uri="{FF2B5EF4-FFF2-40B4-BE49-F238E27FC236}">
                <a16:creationId xmlns:a16="http://schemas.microsoft.com/office/drawing/2014/main" id="{C3BF8FA6-39D4-42F9-9155-4B239D76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848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21" name="vision-num-2">
            <a:extLst xmlns:a="http://schemas.openxmlformats.org/drawingml/2006/main">
              <a:ext uri="{FF2B5EF4-FFF2-40B4-BE49-F238E27FC236}">
                <a16:creationId xmlns:a16="http://schemas.microsoft.com/office/drawing/2014/main" id="{AABC1B19-1443-4D44-B73A-B3921E5F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576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e6d10f34d4059">
            <a:extLst>
              <a:ext uri="{96DAC541-7B7A-43D3-8B79-37D633B846F1}">
                <asvg:svgBlip xmlns:asvg="http://schemas.microsoft.com/office/drawing/2016/SVG/main" r:embed="R247045b8006e45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37052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3" name="vision-label-2">
            <a:extLst xmlns:a="http://schemas.openxmlformats.org/drawingml/2006/main">
              <a:ext uri="{FF2B5EF4-FFF2-40B4-BE49-F238E27FC236}">
                <a16:creationId xmlns:a16="http://schemas.microsoft.com/office/drawing/2014/main" id="{3977F7F3-09C7-4F55-BE82-BFBF55F1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Digital Identity</a:t>
            </a:r>
          </a:p>
        </p:txBody>
      </p:sp>
      <p:sp>
        <p:nvSpPr>
          <p:cNvPr id="24" name="vision-desc-2">
            <a:extLst xmlns:a="http://schemas.openxmlformats.org/drawingml/2006/main">
              <a:ext uri="{FF2B5EF4-FFF2-40B4-BE49-F238E27FC236}">
                <a16:creationId xmlns:a16="http://schemas.microsoft.com/office/drawing/2014/main" id="{01E80470-96CA-4B48-8294-D7B2741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Trusted credentials and access</a:t>
            </a:r>
          </a:p>
        </p:txBody>
      </p:sp>
      <p:sp>
        <p:nvSpPr>
          <p:cNvPr id="25" name="vision-node-3">
            <a:extLst xmlns:a="http://schemas.openxmlformats.org/drawingml/2006/main">
              <a:ext uri="{FF2B5EF4-FFF2-40B4-BE49-F238E27FC236}">
                <a16:creationId xmlns:a16="http://schemas.microsoft.com/office/drawing/2014/main" id="{C63BD51C-FB1E-40FF-B936-AE72B56D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4638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26" name="vision-num-3">
            <a:extLst xmlns:a="http://schemas.openxmlformats.org/drawingml/2006/main">
              <a:ext uri="{FF2B5EF4-FFF2-40B4-BE49-F238E27FC236}">
                <a16:creationId xmlns:a16="http://schemas.microsoft.com/office/drawing/2014/main" id="{B4025762-3C70-46DA-AF4D-A71817C1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48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2651c3bf74b01">
            <a:extLst>
              <a:ext uri="{96DAC541-7B7A-43D3-8B79-37D633B846F1}">
                <asvg:svgBlip xmlns:asvg="http://schemas.microsoft.com/office/drawing/2016/SVG/main" r:embed="R0d21d49898e040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44958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8" name="vision-label-3">
            <a:extLst xmlns:a="http://schemas.openxmlformats.org/drawingml/2006/main">
              <a:ext uri="{FF2B5EF4-FFF2-40B4-BE49-F238E27FC236}">
                <a16:creationId xmlns:a16="http://schemas.microsoft.com/office/drawing/2014/main" id="{99539F09-6419-49BD-86F7-2AB4A5B5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Centralized Database</a:t>
            </a:r>
          </a:p>
        </p:txBody>
      </p:sp>
      <p:sp>
        <p:nvSpPr>
          <p:cNvPr id="29" name="vision-desc-3">
            <a:extLst xmlns:a="http://schemas.openxmlformats.org/drawingml/2006/main">
              <a:ext uri="{FF2B5EF4-FFF2-40B4-BE49-F238E27FC236}">
                <a16:creationId xmlns:a16="http://schemas.microsoft.com/office/drawing/2014/main" id="{BEF16A3F-AEEF-426A-9A9C-93F8CC17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0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 shared source of truth</a:t>
            </a:r>
          </a:p>
        </p:txBody>
      </p:sp>
      <p:sp>
        <p:nvSpPr>
          <p:cNvPr id="30" name="vision-node-4">
            <a:extLst xmlns:a="http://schemas.openxmlformats.org/drawingml/2006/main">
              <a:ext uri="{FF2B5EF4-FFF2-40B4-BE49-F238E27FC236}">
                <a16:creationId xmlns:a16="http://schemas.microsoft.com/office/drawing/2014/main" id="{32F335BB-DFF8-4C75-BBB4-C57D9CDF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5429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31" name="vision-num-4">
            <a:extLst xmlns:a="http://schemas.openxmlformats.org/drawingml/2006/main">
              <a:ext uri="{FF2B5EF4-FFF2-40B4-BE49-F238E27FC236}">
                <a16:creationId xmlns:a16="http://schemas.microsoft.com/office/drawing/2014/main" id="{5338EE84-AD21-4B61-85E2-0BB11F78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38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96b52b94d4125">
            <a:extLst>
              <a:ext uri="{96DAC541-7B7A-43D3-8B79-37D633B846F1}">
                <asvg:svgBlip xmlns:asvg="http://schemas.microsoft.com/office/drawing/2016/SVG/main" r:embed="R2c498495555243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52863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3" name="vision-label-4">
            <a:extLst xmlns:a="http://schemas.openxmlformats.org/drawingml/2006/main">
              <a:ext uri="{FF2B5EF4-FFF2-40B4-BE49-F238E27FC236}">
                <a16:creationId xmlns:a16="http://schemas.microsoft.com/office/drawing/2014/main" id="{4508A966-7D30-419A-9B80-2637A6A2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292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  <p:sp>
        <p:nvSpPr>
          <p:cNvPr id="34" name="vision-desc-4">
            <a:extLst xmlns:a="http://schemas.openxmlformats.org/drawingml/2006/main">
              <a:ext uri="{FF2B5EF4-FFF2-40B4-BE49-F238E27FC236}">
                <a16:creationId xmlns:a16="http://schemas.microsoft.com/office/drawing/2014/main" id="{55436141-86F7-4D02-8F5D-9AFE0B4B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0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People, services and opportunity</a:t>
            </a:r>
          </a:p>
        </p:txBody>
      </p:sp>
      <p:sp>
        <p:nvSpPr>
          <p:cNvPr id="35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6FEB7A93-41FF-420E-84EC-77321B04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36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0310B60D-56DC-4FA0-B790-F392F60C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7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3F9CF23-BE58-48A0-BC9D-7A71AE71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8223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BB70A2B3-1C97-4877-9591-362A26F4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B4D89318-980B-4AE1-B61A-29C59339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C0600D-5A7E-4EBD-A2F5-94D6D3DF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Ten completed modules form one operating layer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B8844BF-74E8-439E-AB7B-8D8328F6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 experience, trusted verification, organizational management and shared data.</a:t>
            </a:r>
          </a:p>
        </p:txBody>
      </p:sp>
      <p:sp>
        <p:nvSpPr>
          <p:cNvPr id="5" name="modules-stat-band">
            <a:extLst xmlns:a="http://schemas.openxmlformats.org/drawingml/2006/main">
              <a:ext uri="{FF2B5EF4-FFF2-40B4-BE49-F238E27FC236}">
                <a16:creationId xmlns:a16="http://schemas.microsoft.com/office/drawing/2014/main" id="{D33AFA76-4A2A-4F00-BBE3-D0512958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914525"/>
            <a:ext cx="3143250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odules-big-number">
            <a:extLst xmlns:a="http://schemas.openxmlformats.org/drawingml/2006/main">
              <a:ext uri="{FF2B5EF4-FFF2-40B4-BE49-F238E27FC236}">
                <a16:creationId xmlns:a16="http://schemas.microsoft.com/office/drawing/2014/main" id="{495F97C8-0881-4362-B9EE-DCD0BF74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09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7" name="modules-stat-title">
            <a:extLst xmlns:a="http://schemas.openxmlformats.org/drawingml/2006/main">
              <a:ext uri="{FF2B5EF4-FFF2-40B4-BE49-F238E27FC236}">
                <a16:creationId xmlns:a16="http://schemas.microsoft.com/office/drawing/2014/main" id="{466148C4-0EBE-4D7D-8830-2CED972D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COMPLETED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MODULES</a:t>
            </a:r>
          </a:p>
        </p:txBody>
      </p:sp>
      <p:sp>
        <p:nvSpPr>
          <p:cNvPr id="8" name="modules-stat-rule">
            <a:extLst xmlns:a="http://schemas.openxmlformats.org/drawingml/2006/main">
              <a:ext uri="{FF2B5EF4-FFF2-40B4-BE49-F238E27FC236}">
                <a16:creationId xmlns:a16="http://schemas.microsoft.com/office/drawing/2014/main" id="{FDA985AE-DF39-489F-9A34-880038E7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7750" y="45243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9" name="modules-stat-copy">
            <a:extLst xmlns:a="http://schemas.openxmlformats.org/drawingml/2006/main">
              <a:ext uri="{FF2B5EF4-FFF2-40B4-BE49-F238E27FC236}">
                <a16:creationId xmlns:a16="http://schemas.microsoft.com/office/drawing/2014/main" id="{32B2515A-E480-42A6-B589-535228F6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Designed to work together as one digital ecosystem.</a:t>
            </a:r>
          </a:p>
        </p:txBody>
      </p:sp>
      <p:sp>
        <p:nvSpPr>
          <p:cNvPr id="10" name="modules-left-header">
            <a:extLst xmlns:a="http://schemas.openxmlformats.org/drawingml/2006/main">
              <a:ext uri="{FF2B5EF4-FFF2-40B4-BE49-F238E27FC236}">
                <a16:creationId xmlns:a16="http://schemas.microsoft.com/office/drawing/2014/main" id="{F91CD090-ECC9-4F28-B308-EBB6420D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CONNECTED EXPERIENCE</a:t>
            </a:r>
          </a:p>
        </p:txBody>
      </p:sp>
      <p:sp>
        <p:nvSpPr>
          <p:cNvPr id="11" name="modules-right-header">
            <a:extLst xmlns:a="http://schemas.openxmlformats.org/drawingml/2006/main">
              <a:ext uri="{FF2B5EF4-FFF2-40B4-BE49-F238E27FC236}">
                <a16:creationId xmlns:a16="http://schemas.microsoft.com/office/drawing/2014/main" id="{032C6BA5-30BE-41F1-8798-C42565D6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76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TRUSTED OPERATIONS</a:t>
            </a:r>
          </a:p>
        </p:txBody>
      </p:sp>
      <p:sp>
        <p:nvSpPr>
          <p:cNvPr id="12" name="modules-divider">
            <a:extLst xmlns:a="http://schemas.openxmlformats.org/drawingml/2006/main">
              <a:ext uri="{FF2B5EF4-FFF2-40B4-BE49-F238E27FC236}">
                <a16:creationId xmlns:a16="http://schemas.microsoft.com/office/drawing/2014/main" id="{B605213F-77AA-4438-8DE1-3C543955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0" y="209550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13" name="module-left-0-disc">
            <a:extLst xmlns:a="http://schemas.openxmlformats.org/drawingml/2006/main">
              <a:ext uri="{FF2B5EF4-FFF2-40B4-BE49-F238E27FC236}">
                <a16:creationId xmlns:a16="http://schemas.microsoft.com/office/drawing/2014/main" id="{D0915F50-5D82-4CDF-8EDF-B4E41155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dda92de1c4af0">
            <a:extLst>
              <a:ext uri="{96DAC541-7B7A-43D3-8B79-37D633B846F1}">
                <asvg:svgBlip xmlns:asvg="http://schemas.microsoft.com/office/drawing/2016/SVG/main" r:embed="R13c664b799be42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25574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5" name="module-left-0-label">
            <a:extLst xmlns:a="http://schemas.openxmlformats.org/drawingml/2006/main">
              <a:ext uri="{FF2B5EF4-FFF2-40B4-BE49-F238E27FC236}">
                <a16:creationId xmlns:a16="http://schemas.microsoft.com/office/drawing/2014/main" id="{ED90BCA4-C94E-4F7A-BEF4-DA1B968C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479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Membership Portal</a:t>
            </a:r>
          </a:p>
        </p:txBody>
      </p:sp>
      <p:sp>
        <p:nvSpPr>
          <p:cNvPr id="16" name="module-left-1-disc">
            <a:extLst xmlns:a="http://schemas.openxmlformats.org/drawingml/2006/main">
              <a:ext uri="{FF2B5EF4-FFF2-40B4-BE49-F238E27FC236}">
                <a16:creationId xmlns:a16="http://schemas.microsoft.com/office/drawing/2014/main" id="{CA110620-628A-41F0-81B4-85642676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906242edc4101">
            <a:extLst>
              <a:ext uri="{96DAC541-7B7A-43D3-8B79-37D633B846F1}">
                <asvg:svgBlip xmlns:asvg="http://schemas.microsoft.com/office/drawing/2016/SVG/main" r:embed="R4e0e2ac8eca146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32051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module-left-1-label">
            <a:extLst xmlns:a="http://schemas.openxmlformats.org/drawingml/2006/main">
              <a:ext uri="{FF2B5EF4-FFF2-40B4-BE49-F238E27FC236}">
                <a16:creationId xmlns:a16="http://schemas.microsoft.com/office/drawing/2014/main" id="{003A8C26-1F61-471C-974D-69A0D8D7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Membership Card</a:t>
            </a:r>
          </a:p>
        </p:txBody>
      </p:sp>
      <p:sp>
        <p:nvSpPr>
          <p:cNvPr id="19" name="module-left-2-disc">
            <a:extLst xmlns:a="http://schemas.openxmlformats.org/drawingml/2006/main">
              <a:ext uri="{FF2B5EF4-FFF2-40B4-BE49-F238E27FC236}">
                <a16:creationId xmlns:a16="http://schemas.microsoft.com/office/drawing/2014/main" id="{14FA762D-3E0C-453C-9B98-ACDBDAF2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fd2a90c834903">
            <a:extLst>
              <a:ext uri="{96DAC541-7B7A-43D3-8B79-37D633B846F1}">
                <asvg:svgBlip xmlns:asvg="http://schemas.microsoft.com/office/drawing/2016/SVG/main" r:embed="R03132d0689b741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38528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1" name="module-left-2-label">
            <a:extLst xmlns:a="http://schemas.openxmlformats.org/drawingml/2006/main">
              <a:ext uri="{FF2B5EF4-FFF2-40B4-BE49-F238E27FC236}">
                <a16:creationId xmlns:a16="http://schemas.microsoft.com/office/drawing/2014/main" id="{8EDAF883-6974-4165-92D3-BA956261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433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 Verification</a:t>
            </a:r>
          </a:p>
        </p:txBody>
      </p:sp>
      <p:sp>
        <p:nvSpPr>
          <p:cNvPr id="22" name="module-left-3-disc">
            <a:extLst xmlns:a="http://schemas.openxmlformats.org/drawingml/2006/main">
              <a:ext uri="{FF2B5EF4-FFF2-40B4-BE49-F238E27FC236}">
                <a16:creationId xmlns:a16="http://schemas.microsoft.com/office/drawing/2014/main" id="{940E703E-E1AD-45C4-9447-61EC2A52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400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d0abb9eec446c">
            <a:extLst>
              <a:ext uri="{96DAC541-7B7A-43D3-8B79-37D633B846F1}">
                <asvg:svgBlip xmlns:asvg="http://schemas.microsoft.com/office/drawing/2016/SVG/main" r:embed="R629977563e1140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45005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4" name="module-left-3-label">
            <a:extLst xmlns:a="http://schemas.openxmlformats.org/drawingml/2006/main">
              <a:ext uri="{FF2B5EF4-FFF2-40B4-BE49-F238E27FC236}">
                <a16:creationId xmlns:a16="http://schemas.microsoft.com/office/drawing/2014/main" id="{2C090DF3-2452-4FDB-83FB-84A22DE4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910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Certificate Verification</a:t>
            </a:r>
          </a:p>
        </p:txBody>
      </p:sp>
      <p:sp>
        <p:nvSpPr>
          <p:cNvPr id="25" name="module-left-4-disc">
            <a:extLst xmlns:a="http://schemas.openxmlformats.org/drawingml/2006/main">
              <a:ext uri="{FF2B5EF4-FFF2-40B4-BE49-F238E27FC236}">
                <a16:creationId xmlns:a16="http://schemas.microsoft.com/office/drawing/2014/main" id="{68A77CDD-E116-4184-9075-DCF597B0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a21c0c0204808">
            <a:extLst>
              <a:ext uri="{96DAC541-7B7A-43D3-8B79-37D633B846F1}">
                <asvg:svgBlip xmlns:asvg="http://schemas.microsoft.com/office/drawing/2016/SVG/main" r:embed="R99e8c4e9706b4d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51482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module-left-4-label">
            <a:extLst xmlns:a="http://schemas.openxmlformats.org/drawingml/2006/main">
              <a:ext uri="{FF2B5EF4-FFF2-40B4-BE49-F238E27FC236}">
                <a16:creationId xmlns:a16="http://schemas.microsoft.com/office/drawing/2014/main" id="{B71A9466-FD89-4988-B7F4-038EC0AF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387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28" name="module-right-0-disc">
            <a:extLst xmlns:a="http://schemas.openxmlformats.org/drawingml/2006/main">
              <a:ext uri="{FF2B5EF4-FFF2-40B4-BE49-F238E27FC236}">
                <a16:creationId xmlns:a16="http://schemas.microsoft.com/office/drawing/2014/main" id="{50A62C83-94E9-44B1-B446-491CC9E8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e3ff8e4124785">
            <a:extLst>
              <a:ext uri="{96DAC541-7B7A-43D3-8B79-37D633B846F1}">
                <asvg:svgBlip xmlns:asvg="http://schemas.microsoft.com/office/drawing/2016/SVG/main" r:embed="Rf79a3be353644c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25574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0" name="module-right-0-label">
            <a:extLst xmlns:a="http://schemas.openxmlformats.org/drawingml/2006/main">
              <a:ext uri="{FF2B5EF4-FFF2-40B4-BE49-F238E27FC236}">
                <a16:creationId xmlns:a16="http://schemas.microsoft.com/office/drawing/2014/main" id="{F0076F84-5843-4EEA-AEB3-E3BA7539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479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31" name="module-right-1-disc">
            <a:extLst xmlns:a="http://schemas.openxmlformats.org/drawingml/2006/main">
              <a:ext uri="{FF2B5EF4-FFF2-40B4-BE49-F238E27FC236}">
                <a16:creationId xmlns:a16="http://schemas.microsoft.com/office/drawing/2014/main" id="{91543CEB-BA65-46A8-A557-D2ECBCA6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2181252734033">
            <a:extLst>
              <a:ext uri="{96DAC541-7B7A-43D3-8B79-37D633B846F1}">
                <asvg:svgBlip xmlns:asvg="http://schemas.microsoft.com/office/drawing/2016/SVG/main" r:embed="Rd44350efaaa14f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32051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module-right-1-label">
            <a:extLst xmlns:a="http://schemas.openxmlformats.org/drawingml/2006/main">
              <a:ext uri="{FF2B5EF4-FFF2-40B4-BE49-F238E27FC236}">
                <a16:creationId xmlns:a16="http://schemas.microsoft.com/office/drawing/2014/main" id="{E8016F10-D37E-45C2-9BE7-947B26D4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Election Management System</a:t>
            </a:r>
          </a:p>
        </p:txBody>
      </p:sp>
      <p:sp>
        <p:nvSpPr>
          <p:cNvPr id="34" name="module-right-2-disc">
            <a:extLst xmlns:a="http://schemas.openxmlformats.org/drawingml/2006/main">
              <a:ext uri="{FF2B5EF4-FFF2-40B4-BE49-F238E27FC236}">
                <a16:creationId xmlns:a16="http://schemas.microsoft.com/office/drawing/2014/main" id="{6371F9D8-C60D-4BBB-A383-CC739F81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cce2c24034c77">
            <a:extLst>
              <a:ext uri="{96DAC541-7B7A-43D3-8B79-37D633B846F1}">
                <asvg:svgBlip xmlns:asvg="http://schemas.microsoft.com/office/drawing/2016/SVG/main" r:embed="Rf8769a46c8e246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38528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6" name="module-right-2-label">
            <a:extLst xmlns:a="http://schemas.openxmlformats.org/drawingml/2006/main">
              <a:ext uri="{FF2B5EF4-FFF2-40B4-BE49-F238E27FC236}">
                <a16:creationId xmlns:a16="http://schemas.microsoft.com/office/drawing/2014/main" id="{C3ED68D2-A368-4455-AFFC-C52EFA9C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433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CEC Portal</a:t>
            </a:r>
          </a:p>
        </p:txBody>
      </p:sp>
      <p:sp>
        <p:nvSpPr>
          <p:cNvPr id="37" name="module-right-3-disc">
            <a:extLst xmlns:a="http://schemas.openxmlformats.org/drawingml/2006/main">
              <a:ext uri="{FF2B5EF4-FFF2-40B4-BE49-F238E27FC236}">
                <a16:creationId xmlns:a16="http://schemas.microsoft.com/office/drawing/2014/main" id="{501614D7-4D67-4C57-82E8-FFF4FDE9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4400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95f3b3d9a44d7">
            <a:extLst>
              <a:ext uri="{96DAC541-7B7A-43D3-8B79-37D633B846F1}">
                <asvg:svgBlip xmlns:asvg="http://schemas.microsoft.com/office/drawing/2016/SVG/main" r:embed="R7f308b0937e445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45005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9" name="module-right-3-label">
            <a:extLst xmlns:a="http://schemas.openxmlformats.org/drawingml/2006/main">
              <a:ext uri="{FF2B5EF4-FFF2-40B4-BE49-F238E27FC236}">
                <a16:creationId xmlns:a16="http://schemas.microsoft.com/office/drawing/2014/main" id="{0D391586-C9BD-4C9E-A60F-8F90F3AE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910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Advisory Council Portal</a:t>
            </a:r>
          </a:p>
        </p:txBody>
      </p:sp>
      <p:sp>
        <p:nvSpPr>
          <p:cNvPr id="40" name="module-right-4-disc">
            <a:extLst xmlns:a="http://schemas.openxmlformats.org/drawingml/2006/main">
              <a:ext uri="{FF2B5EF4-FFF2-40B4-BE49-F238E27FC236}">
                <a16:creationId xmlns:a16="http://schemas.microsoft.com/office/drawing/2014/main" id="{F614C3E4-EAF7-4EB9-881B-3226792A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52f96105c4de6">
            <a:extLst>
              <a:ext uri="{96DAC541-7B7A-43D3-8B79-37D633B846F1}">
                <asvg:svgBlip xmlns:asvg="http://schemas.microsoft.com/office/drawing/2016/SVG/main" r:embed="R2d0939324c2041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51482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42" name="module-right-4-label">
            <a:extLst xmlns:a="http://schemas.openxmlformats.org/drawingml/2006/main">
              <a:ext uri="{FF2B5EF4-FFF2-40B4-BE49-F238E27FC236}">
                <a16:creationId xmlns:a16="http://schemas.microsoft.com/office/drawing/2014/main" id="{28D2604D-9984-45E3-B3F7-AEF1C686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387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Community Database</a:t>
            </a:r>
          </a:p>
        </p:txBody>
      </p:sp>
      <p:sp>
        <p:nvSpPr>
          <p:cNvPr id="4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66CFCF3D-277E-4319-B926-A525761D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1AEFE69E-E423-4874-8AC4-8361F1E2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8233B906-E826-4C5E-B1DC-EAF900AE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77322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51CA1E55-3F3C-4EF0-B39C-E84F8E9B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7E7FABED-74BE-43D7-A770-CBFC6512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99BDC5-8E02-48BA-8B36-C83BB5E5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Membership becomes one clear digital journey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7FE4907-5297-4A8D-829E-520D9F82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visible path from first registration to full access.</a:t>
            </a:r>
          </a:p>
        </p:txBody>
      </p:sp>
      <p:sp>
        <p:nvSpPr>
          <p:cNvPr id="5" name="journey-track">
            <a:extLst xmlns:a="http://schemas.openxmlformats.org/drawingml/2006/main">
              <a:ext uri="{FF2B5EF4-FFF2-40B4-BE49-F238E27FC236}">
                <a16:creationId xmlns:a16="http://schemas.microsoft.com/office/drawing/2014/main" id="{6F07BCCF-1E51-43B6-8BCB-7A9B334A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800" y="3476625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6" name="journey-arrow-0">
            <a:extLst xmlns:a="http://schemas.openxmlformats.org/drawingml/2006/main">
              <a:ext uri="{FF2B5EF4-FFF2-40B4-BE49-F238E27FC236}">
                <a16:creationId xmlns:a16="http://schemas.microsoft.com/office/drawing/2014/main" id="{D4282668-31A0-4731-A581-E89AA9FF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arrow-1">
            <a:extLst xmlns:a="http://schemas.openxmlformats.org/drawingml/2006/main">
              <a:ext uri="{FF2B5EF4-FFF2-40B4-BE49-F238E27FC236}">
                <a16:creationId xmlns:a16="http://schemas.microsoft.com/office/drawing/2014/main" id="{F3263B56-3E45-4325-B00C-0B212765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arrow-2">
            <a:extLst xmlns:a="http://schemas.openxmlformats.org/drawingml/2006/main">
              <a:ext uri="{FF2B5EF4-FFF2-40B4-BE49-F238E27FC236}">
                <a16:creationId xmlns:a16="http://schemas.microsoft.com/office/drawing/2014/main" id="{087D7211-2C54-4F4E-AA11-9DEDF0A1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ourney-arrow-3">
            <a:extLst xmlns:a="http://schemas.openxmlformats.org/drawingml/2006/main">
              <a:ext uri="{FF2B5EF4-FFF2-40B4-BE49-F238E27FC236}">
                <a16:creationId xmlns:a16="http://schemas.microsoft.com/office/drawing/2014/main" id="{1DFE0503-4C17-4304-895E-B8B55033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journey-arrow-4">
            <a:extLst xmlns:a="http://schemas.openxmlformats.org/drawingml/2006/main">
              <a:ext uri="{FF2B5EF4-FFF2-40B4-BE49-F238E27FC236}">
                <a16:creationId xmlns:a16="http://schemas.microsoft.com/office/drawing/2014/main" id="{960D3A83-16E5-47A1-B12C-CADA58A5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journey-step-0">
            <a:extLst xmlns:a="http://schemas.openxmlformats.org/drawingml/2006/main">
              <a:ext uri="{FF2B5EF4-FFF2-40B4-BE49-F238E27FC236}">
                <a16:creationId xmlns:a16="http://schemas.microsoft.com/office/drawing/2014/main" id="{A8AC7824-C522-444D-844E-8FB76654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17EB80D0-5C65-493D-8D7A-7DD2E249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74c7399934819">
            <a:extLst>
              <a:ext uri="{96DAC541-7B7A-43D3-8B79-37D633B846F1}">
                <asvg:svgBlip xmlns:asvg="http://schemas.microsoft.com/office/drawing/2016/SVG/main" r:embed="R5e945c2ade8a44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906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4" name="journey-label-0">
            <a:extLst xmlns:a="http://schemas.openxmlformats.org/drawingml/2006/main">
              <a:ext uri="{FF2B5EF4-FFF2-40B4-BE49-F238E27FC236}">
                <a16:creationId xmlns:a16="http://schemas.microsoft.com/office/drawing/2014/main" id="{2E094EBB-A46F-422F-BA22-4FCF1B53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Registration</a:t>
            </a:r>
          </a:p>
        </p:txBody>
      </p:sp>
      <p:sp>
        <p:nvSpPr>
          <p:cNvPr id="15" name="journey-desc-0">
            <a:extLst xmlns:a="http://schemas.openxmlformats.org/drawingml/2006/main">
              <a:ext uri="{FF2B5EF4-FFF2-40B4-BE49-F238E27FC236}">
                <a16:creationId xmlns:a16="http://schemas.microsoft.com/office/drawing/2014/main" id="{BA8E1FF7-FE3E-407D-8752-FD67D4D0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Create account</a:t>
            </a:r>
          </a:p>
        </p:txBody>
      </p:sp>
      <p:sp>
        <p:nvSpPr>
          <p:cNvPr id="16" name="journey-step-1">
            <a:extLst xmlns:a="http://schemas.openxmlformats.org/drawingml/2006/main">
              <a:ext uri="{FF2B5EF4-FFF2-40B4-BE49-F238E27FC236}">
                <a16:creationId xmlns:a16="http://schemas.microsoft.com/office/drawing/2014/main" id="{5AE23ACB-59A4-4CFF-B5DF-54F89A53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996B3097-794B-468B-B3DB-1BD015B0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ec6922b4c4235">
            <a:extLst>
              <a:ext uri="{96DAC541-7B7A-43D3-8B79-37D633B846F1}">
                <asvg:svgBlip xmlns:asvg="http://schemas.microsoft.com/office/drawing/2016/SVG/main" r:embed="R5c2323536d7647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765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9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83CA09C3-327A-453E-93CA-AFB9D7D6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Completion</a:t>
            </a:r>
          </a:p>
        </p:txBody>
      </p:sp>
      <p:sp>
        <p:nvSpPr>
          <p:cNvPr id="20" name="journey-desc-1">
            <a:extLst xmlns:a="http://schemas.openxmlformats.org/drawingml/2006/main">
              <a:ext uri="{FF2B5EF4-FFF2-40B4-BE49-F238E27FC236}">
                <a16:creationId xmlns:a16="http://schemas.microsoft.com/office/drawing/2014/main" id="{13C91680-57AD-4860-9E00-CE8CC73E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Complete details</a:t>
            </a:r>
          </a:p>
        </p:txBody>
      </p:sp>
      <p:sp>
        <p:nvSpPr>
          <p:cNvPr id="21" name="journey-step-2">
            <a:extLst xmlns:a="http://schemas.openxmlformats.org/drawingml/2006/main">
              <a:ext uri="{FF2B5EF4-FFF2-40B4-BE49-F238E27FC236}">
                <a16:creationId xmlns:a16="http://schemas.microsoft.com/office/drawing/2014/main" id="{D042F6EB-CBCD-41A1-8ABB-140AB619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D9EDE556-BC4D-411A-A12F-86F32116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29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cf55795684c1d">
            <a:extLst>
              <a:ext uri="{96DAC541-7B7A-43D3-8B79-37D633B846F1}">
                <asvg:svgBlip xmlns:asvg="http://schemas.microsoft.com/office/drawing/2016/SVG/main" r:embed="Refa6e329aeac40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625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4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1FA7B9F6-FF11-4A79-A544-1654F0FB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Admin Review</a:t>
            </a:r>
          </a:p>
        </p:txBody>
      </p:sp>
      <p:sp>
        <p:nvSpPr>
          <p:cNvPr id="25" name="journey-desc-2">
            <a:extLst xmlns:a="http://schemas.openxmlformats.org/drawingml/2006/main">
              <a:ext uri="{FF2B5EF4-FFF2-40B4-BE49-F238E27FC236}">
                <a16:creationId xmlns:a16="http://schemas.microsoft.com/office/drawing/2014/main" id="{7929899F-46EB-41A6-A81C-004831EF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Records checked</a:t>
            </a:r>
          </a:p>
        </p:txBody>
      </p:sp>
      <p:sp>
        <p:nvSpPr>
          <p:cNvPr id="26" name="journey-step-3">
            <a:extLst xmlns:a="http://schemas.openxmlformats.org/drawingml/2006/main">
              <a:ext uri="{FF2B5EF4-FFF2-40B4-BE49-F238E27FC236}">
                <a16:creationId xmlns:a16="http://schemas.microsoft.com/office/drawing/2014/main" id="{7C1B177E-5FFA-4AE4-95FC-79BDB025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7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5BE91C61-9C5A-44E5-8294-F23A183A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89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46e1283f840a5">
            <a:extLst>
              <a:ext uri="{96DAC541-7B7A-43D3-8B79-37D633B846F1}">
                <asvg:svgBlip xmlns:asvg="http://schemas.microsoft.com/office/drawing/2016/SVG/main" r:embed="R669a1dad79bc4e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484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9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20838EF0-6890-4412-BB0F-04A4F517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Approval</a:t>
            </a:r>
          </a:p>
        </p:txBody>
      </p:sp>
      <p:sp>
        <p:nvSpPr>
          <p:cNvPr id="30" name="journey-desc-3">
            <a:extLst xmlns:a="http://schemas.openxmlformats.org/drawingml/2006/main">
              <a:ext uri="{FF2B5EF4-FFF2-40B4-BE49-F238E27FC236}">
                <a16:creationId xmlns:a16="http://schemas.microsoft.com/office/drawing/2014/main" id="{6C0B42F1-45B2-4AE8-AB39-A8977F8E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Membership confirmed</a:t>
            </a:r>
          </a:p>
        </p:txBody>
      </p:sp>
      <p:sp>
        <p:nvSpPr>
          <p:cNvPr id="31" name="journey-step-4">
            <a:extLst xmlns:a="http://schemas.openxmlformats.org/drawingml/2006/main">
              <a:ext uri="{FF2B5EF4-FFF2-40B4-BE49-F238E27FC236}">
                <a16:creationId xmlns:a16="http://schemas.microsoft.com/office/drawing/2014/main" id="{21A34F1E-47D2-4602-9470-9C0A6E09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2" name="journey-node-4">
            <a:extLst xmlns:a="http://schemas.openxmlformats.org/drawingml/2006/main">
              <a:ext uri="{FF2B5EF4-FFF2-40B4-BE49-F238E27FC236}">
                <a16:creationId xmlns:a16="http://schemas.microsoft.com/office/drawing/2014/main" id="{B160F5F3-ECA4-4796-BDF4-DE83D65E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b6722d080439a">
            <a:extLst>
              <a:ext uri="{96DAC541-7B7A-43D3-8B79-37D633B846F1}">
                <asvg:svgBlip xmlns:asvg="http://schemas.microsoft.com/office/drawing/2016/SVG/main" r:embed="R0cc47056a4aa47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344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4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430F3350-0A3C-4C1B-B2A9-EF59285F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Membership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Card</a:t>
            </a:r>
          </a:p>
        </p:txBody>
      </p:sp>
      <p:sp>
        <p:nvSpPr>
          <p:cNvPr id="35" name="journey-desc-4">
            <a:extLst xmlns:a="http://schemas.openxmlformats.org/drawingml/2006/main">
              <a:ext uri="{FF2B5EF4-FFF2-40B4-BE49-F238E27FC236}">
                <a16:creationId xmlns:a16="http://schemas.microsoft.com/office/drawing/2014/main" id="{57A10C4D-73EC-4DD9-A24B-DC03F0AA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Verified identity</a:t>
            </a:r>
          </a:p>
        </p:txBody>
      </p:sp>
      <p:sp>
        <p:nvSpPr>
          <p:cNvPr id="36" name="journey-step-5">
            <a:extLst xmlns:a="http://schemas.openxmlformats.org/drawingml/2006/main">
              <a:ext uri="{FF2B5EF4-FFF2-40B4-BE49-F238E27FC236}">
                <a16:creationId xmlns:a16="http://schemas.microsoft.com/office/drawing/2014/main" id="{AB2FE3ED-CB75-427F-BC38-46A22CB8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7" name="journey-node-5">
            <a:extLst xmlns:a="http://schemas.openxmlformats.org/drawingml/2006/main">
              <a:ext uri="{FF2B5EF4-FFF2-40B4-BE49-F238E27FC236}">
                <a16:creationId xmlns:a16="http://schemas.microsoft.com/office/drawing/2014/main" id="{1D545FAA-4B67-4633-98E5-C1BE6DF0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65b4f5d664bfe">
            <a:extLst>
              <a:ext uri="{96DAC541-7B7A-43D3-8B79-37D633B846F1}">
                <asvg:svgBlip xmlns:asvg="http://schemas.microsoft.com/office/drawing/2016/SVG/main" r:embed="R15577e85a4b74d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203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9" name="journey-label-5">
            <a:extLst xmlns:a="http://schemas.openxmlformats.org/drawingml/2006/main">
              <a:ext uri="{FF2B5EF4-FFF2-40B4-BE49-F238E27FC236}">
                <a16:creationId xmlns:a16="http://schemas.microsoft.com/office/drawing/2014/main" id="{8F9E7D25-39FF-41C9-84A5-19BCA7F2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40" name="journey-desc-5">
            <a:extLst xmlns:a="http://schemas.openxmlformats.org/drawingml/2006/main">
              <a:ext uri="{FF2B5EF4-FFF2-40B4-BE49-F238E27FC236}">
                <a16:creationId xmlns:a16="http://schemas.microsoft.com/office/drawing/2014/main" id="{C3668071-9A58-43C0-95BB-F7B5E8D4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Services unlocked</a:t>
            </a:r>
          </a:p>
        </p:txBody>
      </p:sp>
      <p:sp>
        <p:nvSpPr>
          <p:cNvPr id="41" name="journey-outcome">
            <a:extLst xmlns:a="http://schemas.openxmlformats.org/drawingml/2006/main">
              <a:ext uri="{FF2B5EF4-FFF2-40B4-BE49-F238E27FC236}">
                <a16:creationId xmlns:a16="http://schemas.microsoft.com/office/drawing/2014/main" id="{13C21B72-64E6-44FF-AACE-5855182E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5286375"/>
            <a:ext cx="55245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journey-outcome-text">
            <a:extLst xmlns:a="http://schemas.openxmlformats.org/drawingml/2006/main">
              <a:ext uri="{FF2B5EF4-FFF2-40B4-BE49-F238E27FC236}">
                <a16:creationId xmlns:a16="http://schemas.microsoft.com/office/drawing/2014/main" id="{26960FD8-A20A-4EB7-B544-0EE90F08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10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stage is trackable, reviewable and connected.</a:t>
            </a:r>
          </a:p>
        </p:txBody>
      </p:sp>
      <p:sp>
        <p:nvSpPr>
          <p:cNvPr id="4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1AD1488C-BC07-4DF3-8AD9-7CC7806B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4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0C94EDC1-D907-4D9A-AE3A-7D025A8E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C0E92B2D-F3A1-4D8E-830A-D63F9740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9490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47B5C0A4-B1A0-4E3A-A488-0C8899C3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2BF1FEED-17A8-47CC-B63D-B7B1F5B1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BEF446-483A-433A-9134-A059D39E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Every credential is built to be trusted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D3F4374-D927-4072-A6CB-0A3AE5B7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Fast verification for members, administrators and the wider community.</a:t>
            </a:r>
          </a:p>
        </p:txBody>
      </p:sp>
      <p:sp>
        <p:nvSpPr>
          <p:cNvPr id="5" name="identity-card-shadow">
            <a:extLst xmlns:a="http://schemas.openxmlformats.org/drawingml/2006/main">
              <a:ext uri="{FF2B5EF4-FFF2-40B4-BE49-F238E27FC236}">
                <a16:creationId xmlns:a16="http://schemas.microsoft.com/office/drawing/2014/main" id="{C6FB59F4-FBA0-4701-AD5C-F4F0A9EA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209800"/>
            <a:ext cx="5486400" cy="3352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00000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dentity-card">
            <a:extLst xmlns:a="http://schemas.openxmlformats.org/drawingml/2006/main">
              <a:ext uri="{FF2B5EF4-FFF2-40B4-BE49-F238E27FC236}">
                <a16:creationId xmlns:a16="http://schemas.microsoft.com/office/drawing/2014/main" id="{CD626520-86D5-4D8D-AAAE-DBC09FD9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095500"/>
            <a:ext cx="5486400" cy="3352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dentity-card-gold-band">
            <a:extLst xmlns:a="http://schemas.openxmlformats.org/drawingml/2006/main">
              <a:ext uri="{FF2B5EF4-FFF2-40B4-BE49-F238E27FC236}">
                <a16:creationId xmlns:a16="http://schemas.microsoft.com/office/drawing/2014/main" id="{7FF7B4F6-E66E-4D76-A38F-375A6FD6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095500"/>
            <a:ext cx="152400" cy="335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entity-card-placeholder">
            <a:extLst xmlns:a="http://schemas.openxmlformats.org/drawingml/2006/main">
              <a:ext uri="{FF2B5EF4-FFF2-40B4-BE49-F238E27FC236}">
                <a16:creationId xmlns:a16="http://schemas.microsoft.com/office/drawing/2014/main" id="{C359E04D-4EE1-4859-AD93-CFE58505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ILLUSTRATIVE DIGITAL CARD LAYOUT</a:t>
            </a:r>
          </a:p>
        </p:txBody>
      </p:sp>
      <p:sp>
        <p:nvSpPr>
          <p:cNvPr id="9" name="identity-card-tnr">
            <a:extLst xmlns:a="http://schemas.openxmlformats.org/drawingml/2006/main">
              <a:ext uri="{FF2B5EF4-FFF2-40B4-BE49-F238E27FC236}">
                <a16:creationId xmlns:a16="http://schemas.microsoft.com/office/drawing/2014/main" id="{A2F3CEBC-6DA0-4F3F-9360-F50AAED7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</a:t>
            </a:r>
          </a:p>
        </p:txBody>
      </p:sp>
      <p:sp>
        <p:nvSpPr>
          <p:cNvPr id="10" name="identity-card-platform">
            <a:extLst xmlns:a="http://schemas.openxmlformats.org/drawingml/2006/main">
              <a:ext uri="{FF2B5EF4-FFF2-40B4-BE49-F238E27FC236}">
                <a16:creationId xmlns:a16="http://schemas.microsoft.com/office/drawing/2014/main" id="{AF1CB4A5-E08F-40FF-86DD-2DA03C73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289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DIGITAL MEMBERSHIP</a:t>
            </a:r>
          </a:p>
        </p:txBody>
      </p:sp>
      <p:sp>
        <p:nvSpPr>
          <p:cNvPr id="11" name="identity-photo">
            <a:extLst xmlns:a="http://schemas.openxmlformats.org/drawingml/2006/main">
              <a:ext uri="{FF2B5EF4-FFF2-40B4-BE49-F238E27FC236}">
                <a16:creationId xmlns:a16="http://schemas.microsoft.com/office/drawing/2014/main" id="{E0B9C0CA-3304-40D1-BF0D-1A428AA5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743325"/>
            <a:ext cx="895350" cy="106680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74E3B"/>
          </a:solidFill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53811ca084e81">
            <a:extLst>
              <a:ext uri="{96DAC541-7B7A-43D3-8B79-37D633B846F1}">
                <asvg:svgBlip xmlns:asvg="http://schemas.microsoft.com/office/drawing/2016/SVG/main" r:embed="R96c9c9d1587e4c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14450" y="3981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3" name="identity-member-name">
            <a:extLst xmlns:a="http://schemas.openxmlformats.org/drawingml/2006/main">
              <a:ext uri="{FF2B5EF4-FFF2-40B4-BE49-F238E27FC236}">
                <a16:creationId xmlns:a16="http://schemas.microsoft.com/office/drawing/2014/main" id="{9C9719AE-2B9A-40F0-A892-3E44CBF0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433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 NAME</a:t>
            </a:r>
          </a:p>
        </p:txBody>
      </p:sp>
      <p:sp>
        <p:nvSpPr>
          <p:cNvPr id="14" name="identity-member-id-label">
            <a:extLst xmlns:a="http://schemas.openxmlformats.org/drawingml/2006/main">
              <a:ext uri="{FF2B5EF4-FFF2-40B4-BE49-F238E27FC236}">
                <a16:creationId xmlns:a16="http://schemas.microsoft.com/office/drawing/2014/main" id="{D62EAC78-7952-4D7C-A360-64866020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71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rPr>
              <a:t>UNIQUE MEMBERSHIP ID</a:t>
            </a:r>
          </a:p>
        </p:txBody>
      </p:sp>
      <p:sp>
        <p:nvSpPr>
          <p:cNvPr id="15" name="identity-member-id">
            <a:extLst xmlns:a="http://schemas.openxmlformats.org/drawingml/2006/main">
              <a:ext uri="{FF2B5EF4-FFF2-40B4-BE49-F238E27FC236}">
                <a16:creationId xmlns:a16="http://schemas.microsoft.com/office/drawing/2014/main" id="{6BE463C2-1EDA-4D33-B2A2-7950071D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00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TNR-XXXXXX</a:t>
            </a:r>
          </a:p>
        </p:txBody>
      </p:sp>
      <p:sp>
        <p:nvSpPr>
          <p:cNvPr id="16" name="identity-qr-frame">
            <a:extLst xmlns:a="http://schemas.openxmlformats.org/drawingml/2006/main">
              <a:ext uri="{FF2B5EF4-FFF2-40B4-BE49-F238E27FC236}">
                <a16:creationId xmlns:a16="http://schemas.microsoft.com/office/drawing/2014/main" id="{E1C726B0-1602-4DA1-88AB-72FF48BF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354330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03c2df7634e9b">
            <a:extLst>
              <a:ext uri="{96DAC541-7B7A-43D3-8B79-37D633B846F1}">
                <asvg:svgBlip xmlns:asvg="http://schemas.microsoft.com/office/drawing/2016/SVG/main" r:embed="R02c19c0b288d41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19650" y="37623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8" name="identity-verified">
            <a:extLst xmlns:a="http://schemas.openxmlformats.org/drawingml/2006/main">
              <a:ext uri="{FF2B5EF4-FFF2-40B4-BE49-F238E27FC236}">
                <a16:creationId xmlns:a16="http://schemas.microsoft.com/office/drawing/2014/main" id="{82799F45-F7A1-4F4A-AC7D-E4689922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053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QR VERIFIED</a:t>
            </a:r>
          </a:p>
        </p:txBody>
      </p:sp>
      <p:sp>
        <p:nvSpPr>
          <p:cNvPr id="19" name="identity-list-header">
            <a:extLst xmlns:a="http://schemas.openxmlformats.org/drawingml/2006/main">
              <a:ext uri="{FF2B5EF4-FFF2-40B4-BE49-F238E27FC236}">
                <a16:creationId xmlns:a16="http://schemas.microsoft.com/office/drawing/2014/main" id="{DA08FDC2-93CA-4001-BBA9-6400C0DB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VERIFICATION LAYER</a:t>
            </a:r>
          </a:p>
        </p:txBody>
      </p:sp>
      <p:sp>
        <p:nvSpPr>
          <p:cNvPr id="20" name="identity-item-0-disc">
            <a:extLst xmlns:a="http://schemas.openxmlformats.org/drawingml/2006/main">
              <a:ext uri="{FF2B5EF4-FFF2-40B4-BE49-F238E27FC236}">
                <a16:creationId xmlns:a16="http://schemas.microsoft.com/office/drawing/2014/main" id="{C940474C-298E-4A54-9AD1-0BEA0210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2590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978193cd34d82">
            <a:extLst>
              <a:ext uri="{96DAC541-7B7A-43D3-8B79-37D633B846F1}">
                <asvg:svgBlip xmlns:asvg="http://schemas.microsoft.com/office/drawing/2016/SVG/main" r:embed="R9215ac72687f42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8013" y="269081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2" name="identity-item-label-0">
            <a:extLst xmlns:a="http://schemas.openxmlformats.org/drawingml/2006/main">
              <a:ext uri="{FF2B5EF4-FFF2-40B4-BE49-F238E27FC236}">
                <a16:creationId xmlns:a16="http://schemas.microsoft.com/office/drawing/2014/main" id="{90D3A7B4-44BE-4CF3-96B8-CCA1F01D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81275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Unique Membership ID</a:t>
            </a:r>
          </a:p>
        </p:txBody>
      </p:sp>
      <p:sp>
        <p:nvSpPr>
          <p:cNvPr id="23" name="identity-item-1-disc">
            <a:extLst xmlns:a="http://schemas.openxmlformats.org/drawingml/2006/main">
              <a:ext uri="{FF2B5EF4-FFF2-40B4-BE49-F238E27FC236}">
                <a16:creationId xmlns:a16="http://schemas.microsoft.com/office/drawing/2014/main" id="{0E64E02E-5D88-4D1E-A949-BAFF3996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74a3ea6fb4477">
            <a:extLst>
              <a:ext uri="{96DAC541-7B7A-43D3-8B79-37D633B846F1}">
                <asvg:svgBlip xmlns:asvg="http://schemas.microsoft.com/office/drawing/2016/SVG/main" r:embed="Rfe275832fb114a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8013" y="32813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5" name="identity-item-label-1">
            <a:extLst xmlns:a="http://schemas.openxmlformats.org/drawingml/2006/main">
              <a:ext uri="{FF2B5EF4-FFF2-40B4-BE49-F238E27FC236}">
                <a16:creationId xmlns:a16="http://schemas.microsoft.com/office/drawing/2014/main" id="{E92D7B54-BAD3-4F40-AFC7-973FBC02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71825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QR-verified Digital Card</a:t>
            </a:r>
          </a:p>
        </p:txBody>
      </p:sp>
      <p:sp>
        <p:nvSpPr>
          <p:cNvPr id="26" name="identity-item-2-disc">
            <a:extLst xmlns:a="http://schemas.openxmlformats.org/drawingml/2006/main">
              <a:ext uri="{FF2B5EF4-FFF2-40B4-BE49-F238E27FC236}">
                <a16:creationId xmlns:a16="http://schemas.microsoft.com/office/drawing/2014/main" id="{FE4379BD-572F-4815-B98F-677ECCD1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3771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4799d8f09475b">
            <a:extLst>
              <a:ext uri="{96DAC541-7B7A-43D3-8B79-37D633B846F1}">
                <asvg:svgBlip xmlns:asvg="http://schemas.microsoft.com/office/drawing/2016/SVG/main" r:embed="Rcbb6d786d38242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8013" y="387191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identity-item-label-2">
            <a:extLst xmlns:a="http://schemas.openxmlformats.org/drawingml/2006/main">
              <a:ext uri="{FF2B5EF4-FFF2-40B4-BE49-F238E27FC236}">
                <a16:creationId xmlns:a16="http://schemas.microsoft.com/office/drawing/2014/main" id="{8EC2E5FA-81B4-4DA6-B1EF-82044F18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762375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Certificate Verification</a:t>
            </a:r>
          </a:p>
        </p:txBody>
      </p:sp>
      <p:sp>
        <p:nvSpPr>
          <p:cNvPr id="29" name="identity-item-3-disc">
            <a:extLst xmlns:a="http://schemas.openxmlformats.org/drawingml/2006/main">
              <a:ext uri="{FF2B5EF4-FFF2-40B4-BE49-F238E27FC236}">
                <a16:creationId xmlns:a16="http://schemas.microsoft.com/office/drawing/2014/main" id="{708095BC-8570-4EB3-A23A-FEB2B28D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4362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b51ea64714b1d">
            <a:extLst>
              <a:ext uri="{96DAC541-7B7A-43D3-8B79-37D633B846F1}">
                <asvg:svgBlip xmlns:asvg="http://schemas.microsoft.com/office/drawing/2016/SVG/main" r:embed="R160c9b66897e4d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8013" y="44624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identity-item-label-3">
            <a:extLst xmlns:a="http://schemas.openxmlformats.org/drawingml/2006/main">
              <a:ext uri="{FF2B5EF4-FFF2-40B4-BE49-F238E27FC236}">
                <a16:creationId xmlns:a16="http://schemas.microsoft.com/office/drawing/2014/main" id="{559E381C-EDE9-4A47-BF14-59889BDC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352925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Reference Number Verification</a:t>
            </a:r>
          </a:p>
        </p:txBody>
      </p:sp>
      <p:sp>
        <p:nvSpPr>
          <p:cNvPr id="32" name="identity-item-4-disc">
            <a:extLst xmlns:a="http://schemas.openxmlformats.org/drawingml/2006/main">
              <a:ext uri="{FF2B5EF4-FFF2-40B4-BE49-F238E27FC236}">
                <a16:creationId xmlns:a16="http://schemas.microsoft.com/office/drawing/2014/main" id="{1057D312-B249-4CA0-9BF5-BFC0FDA0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4953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99aad94a34436">
            <a:extLst>
              <a:ext uri="{96DAC541-7B7A-43D3-8B79-37D633B846F1}">
                <asvg:svgBlip xmlns:asvg="http://schemas.microsoft.com/office/drawing/2016/SVG/main" r:embed="R08d21075556742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8013" y="505301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4" name="identity-item-label-4">
            <a:extLst xmlns:a="http://schemas.openxmlformats.org/drawingml/2006/main">
              <a:ext uri="{FF2B5EF4-FFF2-40B4-BE49-F238E27FC236}">
                <a16:creationId xmlns:a16="http://schemas.microsoft.com/office/drawing/2014/main" id="{70464C29-BCF7-4FC0-B13F-64E7065A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943475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Secure Member Records</a:t>
            </a:r>
          </a:p>
        </p:txBody>
      </p:sp>
      <p:sp>
        <p:nvSpPr>
          <p:cNvPr id="35" name="identity-trust">
            <a:extLst xmlns:a="http://schemas.openxmlformats.org/drawingml/2006/main">
              <a:ext uri="{FF2B5EF4-FFF2-40B4-BE49-F238E27FC236}">
                <a16:creationId xmlns:a16="http://schemas.microsoft.com/office/drawing/2014/main" id="{508DB89C-B864-4A39-8D70-65E4522C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57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TRUST, CONFIRMED IN SECONDS</a:t>
            </a:r>
          </a:p>
        </p:txBody>
      </p:sp>
      <p:sp>
        <p:nvSpPr>
          <p:cNvPr id="36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9ED77F39-B8F5-4D89-938E-A5B3042B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37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2F996E01-A114-4793-9C07-3D6EF0DB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8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9B0BE30E-CCA0-4FB4-9EF1-C22395B2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21825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6E55EBFD-31E7-48C0-8856-10855F41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39C00FBF-8238-4F32-9609-51C82842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7082C7-6679-49DA-9C7B-7A37A514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AI turns member data into guidance and opportunity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47983CE-7262-4B37-81FD-0A543B5F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Two practical tools extend the value of every completed member profile.</a:t>
            </a:r>
          </a:p>
        </p:txBody>
      </p:sp>
      <p:sp>
        <p:nvSpPr>
          <p:cNvPr id="5" name="ai-left-panel">
            <a:extLst xmlns:a="http://schemas.openxmlformats.org/drawingml/2006/main">
              <a:ext uri="{FF2B5EF4-FFF2-40B4-BE49-F238E27FC236}">
                <a16:creationId xmlns:a16="http://schemas.microsoft.com/office/drawing/2014/main" id="{62415D15-A9CE-45D7-BFE5-28EA1CF2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866900"/>
            <a:ext cx="6096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i-left-label">
            <a:extLst xmlns:a="http://schemas.openxmlformats.org/drawingml/2006/main">
              <a:ext uri="{FF2B5EF4-FFF2-40B4-BE49-F238E27FC236}">
                <a16:creationId xmlns:a16="http://schemas.microsoft.com/office/drawing/2014/main" id="{8C7D00F3-E739-407B-9F45-1D9E9053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7" name="ai-browser-shadow">
            <a:extLst xmlns:a="http://schemas.openxmlformats.org/drawingml/2006/main">
              <a:ext uri="{FF2B5EF4-FFF2-40B4-BE49-F238E27FC236}">
                <a16:creationId xmlns:a16="http://schemas.microsoft.com/office/drawing/2014/main" id="{4BB98C58-D7E3-452D-89E5-00246B5A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552700"/>
            <a:ext cx="45339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000000">
              <a:alpha val="784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i-browser-frame">
            <a:extLst xmlns:a="http://schemas.openxmlformats.org/drawingml/2006/main">
              <a:ext uri="{FF2B5EF4-FFF2-40B4-BE49-F238E27FC236}">
                <a16:creationId xmlns:a16="http://schemas.microsoft.com/office/drawing/2014/main" id="{9EC8B3BF-A3DA-43F9-B3A2-42C9ECF8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457450"/>
            <a:ext cx="45339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9" name="ai-browser-chrome">
            <a:extLst xmlns:a="http://schemas.openxmlformats.org/drawingml/2006/main">
              <a:ext uri="{FF2B5EF4-FFF2-40B4-BE49-F238E27FC236}">
                <a16:creationId xmlns:a16="http://schemas.microsoft.com/office/drawing/2014/main" id="{59EE98B9-794B-49B1-A495-C28A2C9B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457450"/>
            <a:ext cx="45339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i-browser-chrome-cover">
            <a:extLst xmlns:a="http://schemas.openxmlformats.org/drawingml/2006/main">
              <a:ext uri="{FF2B5EF4-FFF2-40B4-BE49-F238E27FC236}">
                <a16:creationId xmlns:a16="http://schemas.microsoft.com/office/drawing/2014/main" id="{A05152E7-71D7-4A9F-94E4-A4A21E10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695575"/>
            <a:ext cx="4533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i-browser-dot-0">
            <a:extLst xmlns:a="http://schemas.openxmlformats.org/drawingml/2006/main">
              <a:ext uri="{FF2B5EF4-FFF2-40B4-BE49-F238E27FC236}">
                <a16:creationId xmlns:a16="http://schemas.microsoft.com/office/drawing/2014/main" id="{3644A80E-03F2-441C-B4DF-0614C535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i-browser-dot-1">
            <a:extLst xmlns:a="http://schemas.openxmlformats.org/drawingml/2006/main">
              <a:ext uri="{FF2B5EF4-FFF2-40B4-BE49-F238E27FC236}">
                <a16:creationId xmlns:a16="http://schemas.microsoft.com/office/drawing/2014/main" id="{361485AA-CDEB-4F39-8EA7-9E324CAC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i-browser-dot-2">
            <a:extLst xmlns:a="http://schemas.openxmlformats.org/drawingml/2006/main">
              <a:ext uri="{FF2B5EF4-FFF2-40B4-BE49-F238E27FC236}">
                <a16:creationId xmlns:a16="http://schemas.microsoft.com/office/drawing/2014/main" id="{B2A13686-95F0-4FE3-81C3-C005431C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i-browser-label">
            <a:extLst xmlns:a="http://schemas.openxmlformats.org/drawingml/2006/main">
              <a:ext uri="{FF2B5EF4-FFF2-40B4-BE49-F238E27FC236}">
                <a16:creationId xmlns:a16="http://schemas.microsoft.com/office/drawing/2014/main" id="{476197F5-06F0-4C1C-9A86-41F3DE2A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3365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SCREENSHOT PLACEHOLDER • AI ASSISTANT</a:t>
            </a:r>
          </a:p>
        </p:txBody>
      </p:sp>
      <p:sp>
        <p:nvSpPr>
          <p:cNvPr id="15" name="ai-avatar">
            <a:extLst xmlns:a="http://schemas.openxmlformats.org/drawingml/2006/main">
              <a:ext uri="{FF2B5EF4-FFF2-40B4-BE49-F238E27FC236}">
                <a16:creationId xmlns:a16="http://schemas.microsoft.com/office/drawing/2014/main" id="{E6C2F538-4A3A-4C9B-9165-93154E4B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86be36dbf4aab">
            <a:extLst>
              <a:ext uri="{96DAC541-7B7A-43D3-8B79-37D633B846F1}">
                <asvg:svgBlip xmlns:asvg="http://schemas.microsoft.com/office/drawing/2016/SVG/main" r:embed="R8b557b39e5284e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32004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ai-bubble-1">
            <a:extLst xmlns:a="http://schemas.openxmlformats.org/drawingml/2006/main">
              <a:ext uri="{FF2B5EF4-FFF2-40B4-BE49-F238E27FC236}">
                <a16:creationId xmlns:a16="http://schemas.microsoft.com/office/drawing/2014/main" id="{CD83B0A3-AFE0-4C4C-9A84-9A9E5249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3067050"/>
            <a:ext cx="314325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i-bubble-1-text">
            <a:extLst xmlns:a="http://schemas.openxmlformats.org/drawingml/2006/main">
              <a:ext uri="{FF2B5EF4-FFF2-40B4-BE49-F238E27FC236}">
                <a16:creationId xmlns:a16="http://schemas.microsoft.com/office/drawing/2014/main" id="{E1BE0C12-A36D-4D04-80A5-7356AC97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0992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4423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34423B"/>
                </a:solidFill>
                <a:latin typeface="Aptos"/>
                <a:ea typeface="Aptos"/>
                <a:cs typeface="Aptos"/>
              </a:rPr>
              <a:t>How can I help with your TNR membership?</a:t>
            </a:r>
          </a:p>
        </p:txBody>
      </p:sp>
      <p:sp>
        <p:nvSpPr>
          <p:cNvPr id="19" name="ai-bubble-2">
            <a:extLst xmlns:a="http://schemas.openxmlformats.org/drawingml/2006/main">
              <a:ext uri="{FF2B5EF4-FFF2-40B4-BE49-F238E27FC236}">
                <a16:creationId xmlns:a16="http://schemas.microsoft.com/office/drawing/2014/main" id="{47BA3E3E-4D23-4BD9-A41E-ACBE56F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3800475"/>
            <a:ext cx="2381250" cy="4572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i-bubble-2-text">
            <a:extLst xmlns:a="http://schemas.openxmlformats.org/drawingml/2006/main">
              <a:ext uri="{FF2B5EF4-FFF2-40B4-BE49-F238E27FC236}">
                <a16:creationId xmlns:a16="http://schemas.microsoft.com/office/drawing/2014/main" id="{88D1B174-4F2A-4468-9760-E2F47A42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243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Guide me to member services.</a:t>
            </a:r>
          </a:p>
        </p:txBody>
      </p:sp>
      <p:sp>
        <p:nvSpPr>
          <p:cNvPr id="21" name="ai-input">
            <a:extLst xmlns:a="http://schemas.openxmlformats.org/drawingml/2006/main">
              <a:ext uri="{FF2B5EF4-FFF2-40B4-BE49-F238E27FC236}">
                <a16:creationId xmlns:a16="http://schemas.microsoft.com/office/drawing/2014/main" id="{FEE352EA-4A68-4529-87A6-C3B52704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438650"/>
            <a:ext cx="3695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i-check-1-dot">
            <a:extLst xmlns:a="http://schemas.openxmlformats.org/drawingml/2006/main">
              <a:ext uri="{FF2B5EF4-FFF2-40B4-BE49-F238E27FC236}">
                <a16:creationId xmlns:a16="http://schemas.microsoft.com/office/drawing/2014/main" id="{F86429A9-F4E4-4E38-BCDB-3475F429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81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64f7238d34c6f">
            <a:extLst>
              <a:ext uri="{96DAC541-7B7A-43D3-8B79-37D633B846F1}">
                <asvg:svgBlip xmlns:asvg="http://schemas.microsoft.com/office/drawing/2016/SVG/main" r:embed="R570c7717b6f141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52578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4" name="ai-check-1-text">
            <a:extLst xmlns:a="http://schemas.openxmlformats.org/drawingml/2006/main">
              <a:ext uri="{FF2B5EF4-FFF2-40B4-BE49-F238E27FC236}">
                <a16:creationId xmlns:a16="http://schemas.microsoft.com/office/drawing/2014/main" id="{1D41ECDC-A73D-4AEC-8019-3A5FCD5E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625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24/7 member guidance</a:t>
            </a:r>
          </a:p>
        </p:txBody>
      </p:sp>
      <p:sp>
        <p:nvSpPr>
          <p:cNvPr id="25" name="ai-check-2-dot">
            <a:extLst xmlns:a="http://schemas.openxmlformats.org/drawingml/2006/main">
              <a:ext uri="{FF2B5EF4-FFF2-40B4-BE49-F238E27FC236}">
                <a16:creationId xmlns:a16="http://schemas.microsoft.com/office/drawing/2014/main" id="{EE85A42E-58F4-4576-98B6-C8AB690E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5181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311e00d4c430d">
            <a:extLst>
              <a:ext uri="{96DAC541-7B7A-43D3-8B79-37D633B846F1}">
                <asvg:svgBlip xmlns:asvg="http://schemas.microsoft.com/office/drawing/2016/SVG/main" r:embed="Racd17fdcf3a240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14700" y="52578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7" name="ai-check-2-text">
            <a:extLst xmlns:a="http://schemas.openxmlformats.org/drawingml/2006/main">
              <a:ext uri="{FF2B5EF4-FFF2-40B4-BE49-F238E27FC236}">
                <a16:creationId xmlns:a16="http://schemas.microsoft.com/office/drawing/2014/main" id="{398EEE43-1C3D-455B-8AC9-074B1553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62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TNR-related information</a:t>
            </a:r>
          </a:p>
        </p:txBody>
      </p:sp>
      <p:sp>
        <p:nvSpPr>
          <p:cNvPr id="28" name="ai-check-3-dot">
            <a:extLst xmlns:a="http://schemas.openxmlformats.org/drawingml/2006/main">
              <a:ext uri="{FF2B5EF4-FFF2-40B4-BE49-F238E27FC236}">
                <a16:creationId xmlns:a16="http://schemas.microsoft.com/office/drawing/2014/main" id="{DBC54F18-1A4F-4A22-B9EA-22AB9E39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600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daf7145794be9">
            <a:extLst>
              <a:ext uri="{96DAC541-7B7A-43D3-8B79-37D633B846F1}">
                <asvg:svgBlip xmlns:asvg="http://schemas.microsoft.com/office/drawing/2016/SVG/main" r:embed="R47eed937cff84f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56769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0" name="ai-check-3-text">
            <a:extLst xmlns:a="http://schemas.openxmlformats.org/drawingml/2006/main">
              <a:ext uri="{FF2B5EF4-FFF2-40B4-BE49-F238E27FC236}">
                <a16:creationId xmlns:a16="http://schemas.microsoft.com/office/drawing/2014/main" id="{A59ED9B5-C6D6-431F-9341-A2DD7E0D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816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assistance</a:t>
            </a:r>
          </a:p>
        </p:txBody>
      </p:sp>
      <p:sp>
        <p:nvSpPr>
          <p:cNvPr id="31" name="cv-right-label">
            <a:extLst xmlns:a="http://schemas.openxmlformats.org/drawingml/2006/main">
              <a:ext uri="{FF2B5EF4-FFF2-40B4-BE49-F238E27FC236}">
                <a16:creationId xmlns:a16="http://schemas.microsoft.com/office/drawing/2014/main" id="{96D6E245-9C65-466B-8CB6-FE32C4C6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32" name="cv-browser-shadow">
            <a:extLst xmlns:a="http://schemas.openxmlformats.org/drawingml/2006/main">
              <a:ext uri="{FF2B5EF4-FFF2-40B4-BE49-F238E27FC236}">
                <a16:creationId xmlns:a16="http://schemas.microsoft.com/office/drawing/2014/main" id="{FE48C7B2-CB0F-435E-9B57-875C0E55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2552700"/>
            <a:ext cx="47625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000000">
              <a:alpha val="784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v-browser-frame">
            <a:extLst xmlns:a="http://schemas.openxmlformats.org/drawingml/2006/main">
              <a:ext uri="{FF2B5EF4-FFF2-40B4-BE49-F238E27FC236}">
                <a16:creationId xmlns:a16="http://schemas.microsoft.com/office/drawing/2014/main" id="{2CC8FA35-CFCA-4F85-BFA1-9787353B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457450"/>
            <a:ext cx="47625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34" name="cv-browser-chrome">
            <a:extLst xmlns:a="http://schemas.openxmlformats.org/drawingml/2006/main">
              <a:ext uri="{FF2B5EF4-FFF2-40B4-BE49-F238E27FC236}">
                <a16:creationId xmlns:a16="http://schemas.microsoft.com/office/drawing/2014/main" id="{437A10B1-8C5E-4E9F-91C6-13AAD6EF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457450"/>
            <a:ext cx="47625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v-browser-chrome-cover">
            <a:extLst xmlns:a="http://schemas.openxmlformats.org/drawingml/2006/main">
              <a:ext uri="{FF2B5EF4-FFF2-40B4-BE49-F238E27FC236}">
                <a16:creationId xmlns:a16="http://schemas.microsoft.com/office/drawing/2014/main" id="{A60FCC98-CE06-4093-872E-71DDC0BF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695575"/>
            <a:ext cx="4762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v-browser-dot-0">
            <a:extLst xmlns:a="http://schemas.openxmlformats.org/drawingml/2006/main">
              <a:ext uri="{FF2B5EF4-FFF2-40B4-BE49-F238E27FC236}">
                <a16:creationId xmlns:a16="http://schemas.microsoft.com/office/drawing/2014/main" id="{F6DED801-9622-47B1-B0BA-2780F272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v-browser-dot-1">
            <a:extLst xmlns:a="http://schemas.openxmlformats.org/drawingml/2006/main">
              <a:ext uri="{FF2B5EF4-FFF2-40B4-BE49-F238E27FC236}">
                <a16:creationId xmlns:a16="http://schemas.microsoft.com/office/drawing/2014/main" id="{FD02A8C8-5152-4456-A07F-7796E639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v-browser-dot-2">
            <a:extLst xmlns:a="http://schemas.openxmlformats.org/drawingml/2006/main">
              <a:ext uri="{FF2B5EF4-FFF2-40B4-BE49-F238E27FC236}">
                <a16:creationId xmlns:a16="http://schemas.microsoft.com/office/drawing/2014/main" id="{098348A0-F941-43E7-A255-0F451CB6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v-browser-label">
            <a:extLst xmlns:a="http://schemas.openxmlformats.org/drawingml/2006/main">
              <a:ext uri="{FF2B5EF4-FFF2-40B4-BE49-F238E27FC236}">
                <a16:creationId xmlns:a16="http://schemas.microsoft.com/office/drawing/2014/main" id="{75C7E854-137D-4CAD-B0B5-E6E0D737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33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SCREENSHOT PLACEHOLDER • CV BUILDER</a:t>
            </a:r>
          </a:p>
        </p:txBody>
      </p:sp>
      <p:sp>
        <p:nvSpPr>
          <p:cNvPr id="40" name="cv-page">
            <a:extLst xmlns:a="http://schemas.openxmlformats.org/drawingml/2006/main">
              <a:ext uri="{FF2B5EF4-FFF2-40B4-BE49-F238E27FC236}">
                <a16:creationId xmlns:a16="http://schemas.microsoft.com/office/drawing/2014/main" id="{1E3BBA5C-6A76-4F1E-8CCE-762F0B16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2952750"/>
            <a:ext cx="14478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cv-photo">
            <a:extLst xmlns:a="http://schemas.openxmlformats.org/drawingml/2006/main">
              <a:ext uri="{FF2B5EF4-FFF2-40B4-BE49-F238E27FC236}">
                <a16:creationId xmlns:a16="http://schemas.microsoft.com/office/drawing/2014/main" id="{5579440D-AE22-44FE-900E-F30D2501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b44cad31e4f6e">
            <a:extLst>
              <a:ext uri="{96DAC541-7B7A-43D3-8B79-37D633B846F1}">
                <asvg:svgBlip xmlns:asvg="http://schemas.microsoft.com/office/drawing/2016/SVG/main" r:embed="R20c776fe175c4c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32194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3" name="cv-name-line">
            <a:extLst xmlns:a="http://schemas.openxmlformats.org/drawingml/2006/main">
              <a:ext uri="{FF2B5EF4-FFF2-40B4-BE49-F238E27FC236}">
                <a16:creationId xmlns:a16="http://schemas.microsoft.com/office/drawing/2014/main" id="{F6FBE131-EF61-4BE4-BE71-E75AE215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14325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v-sub-line">
            <a:extLst xmlns:a="http://schemas.openxmlformats.org/drawingml/2006/main">
              <a:ext uri="{FF2B5EF4-FFF2-40B4-BE49-F238E27FC236}">
                <a16:creationId xmlns:a16="http://schemas.microsoft.com/office/drawing/2014/main" id="{E5474155-93C2-414F-B12B-76EFD26E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286125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v-line-0">
            <a:extLst xmlns:a="http://schemas.openxmlformats.org/drawingml/2006/main">
              <a:ext uri="{FF2B5EF4-FFF2-40B4-BE49-F238E27FC236}">
                <a16:creationId xmlns:a16="http://schemas.microsoft.com/office/drawing/2014/main" id="{DE6902FE-AD68-4660-90BC-E900E485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6766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v-line-1">
            <a:extLst xmlns:a="http://schemas.openxmlformats.org/drawingml/2006/main">
              <a:ext uri="{FF2B5EF4-FFF2-40B4-BE49-F238E27FC236}">
                <a16:creationId xmlns:a16="http://schemas.microsoft.com/office/drawing/2014/main" id="{9C4018EC-FA29-4C5B-99B1-8BD7649A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81952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v-line-2">
            <a:extLst xmlns:a="http://schemas.openxmlformats.org/drawingml/2006/main">
              <a:ext uri="{FF2B5EF4-FFF2-40B4-BE49-F238E27FC236}">
                <a16:creationId xmlns:a16="http://schemas.microsoft.com/office/drawing/2014/main" id="{7D0E2B77-780A-4759-9851-B22B8C6E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6240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v-line-3">
            <a:extLst xmlns:a="http://schemas.openxmlformats.org/drawingml/2006/main">
              <a:ext uri="{FF2B5EF4-FFF2-40B4-BE49-F238E27FC236}">
                <a16:creationId xmlns:a16="http://schemas.microsoft.com/office/drawing/2014/main" id="{6EBC0AC3-0373-4773-B001-80B4F117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1052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v-line-4">
            <a:extLst xmlns:a="http://schemas.openxmlformats.org/drawingml/2006/main">
              <a:ext uri="{FF2B5EF4-FFF2-40B4-BE49-F238E27FC236}">
                <a16:creationId xmlns:a16="http://schemas.microsoft.com/office/drawing/2014/main" id="{1CC18FB6-ECBE-4AC2-9A0E-DDC86926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481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v-arrow-copy">
            <a:extLst xmlns:a="http://schemas.openxmlformats.org/drawingml/2006/main">
              <a:ext uri="{FF2B5EF4-FFF2-40B4-BE49-F238E27FC236}">
                <a16:creationId xmlns:a16="http://schemas.microsoft.com/office/drawing/2014/main" id="{AA7BFF43-FABD-465B-B04A-B3B618A6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MEMBER PROFILE</a:t>
            </a:r>
          </a:p>
        </p:txBody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22f26f5ca4568">
            <a:extLst>
              <a:ext uri="{96DAC541-7B7A-43D3-8B79-37D633B846F1}">
                <asvg:svgBlip xmlns:asvg="http://schemas.microsoft.com/office/drawing/2016/SVG/main" r:embed="R93c43f8f55d745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3476625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52" name="cv-output-copy">
            <a:extLst xmlns:a="http://schemas.openxmlformats.org/drawingml/2006/main">
              <a:ext uri="{FF2B5EF4-FFF2-40B4-BE49-F238E27FC236}">
                <a16:creationId xmlns:a16="http://schemas.microsoft.com/office/drawing/2014/main" id="{8CB67B11-3FB7-4C5D-9D57-D1E0399E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48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53" name="cv-check-1-dot">
            <a:extLst xmlns:a="http://schemas.openxmlformats.org/drawingml/2006/main">
              <a:ext uri="{FF2B5EF4-FFF2-40B4-BE49-F238E27FC236}">
                <a16:creationId xmlns:a16="http://schemas.microsoft.com/office/drawing/2014/main" id="{046CB52B-2309-4ADA-BA64-85CE0A2A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5181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39821e0cd46d4">
            <a:extLst>
              <a:ext uri="{96DAC541-7B7A-43D3-8B79-37D633B846F1}">
                <asvg:svgBlip xmlns:asvg="http://schemas.microsoft.com/office/drawing/2016/SVG/main" r:embed="Re611982b59144f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9900" y="52578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55" name="cv-check-1-text">
            <a:extLst xmlns:a="http://schemas.openxmlformats.org/drawingml/2006/main">
              <a:ext uri="{FF2B5EF4-FFF2-40B4-BE49-F238E27FC236}">
                <a16:creationId xmlns:a16="http://schemas.microsoft.com/office/drawing/2014/main" id="{B6DD3AFA-EBB6-47E1-9381-D8C1BA53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62550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Automatic CV generation from member profile</a:t>
            </a:r>
          </a:p>
        </p:txBody>
      </p:sp>
      <p:sp>
        <p:nvSpPr>
          <p:cNvPr id="56" name="cv-check-2-dot">
            <a:extLst xmlns:a="http://schemas.openxmlformats.org/drawingml/2006/main">
              <a:ext uri="{FF2B5EF4-FFF2-40B4-BE49-F238E27FC236}">
                <a16:creationId xmlns:a16="http://schemas.microsoft.com/office/drawing/2014/main" id="{26347870-20FF-44D0-B233-5959DB37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5600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8604ef8104bd6">
            <a:extLst>
              <a:ext uri="{96DAC541-7B7A-43D3-8B79-37D633B846F1}">
                <asvg:svgBlip xmlns:asvg="http://schemas.microsoft.com/office/drawing/2016/SVG/main" r:embed="R5457184c27ba49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9900" y="56769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58" name="cv-check-2-text">
            <a:extLst xmlns:a="http://schemas.openxmlformats.org/drawingml/2006/main">
              <a:ext uri="{FF2B5EF4-FFF2-40B4-BE49-F238E27FC236}">
                <a16:creationId xmlns:a16="http://schemas.microsoft.com/office/drawing/2014/main" id="{C69606D0-A097-4339-AD38-13B1B79F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81650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Downloadable professional CV</a:t>
            </a:r>
          </a:p>
        </p:txBody>
      </p:sp>
      <p:sp>
        <p:nvSpPr>
          <p:cNvPr id="59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0DCD9C2D-6AF2-4104-ACC3-74AE2E6E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60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00F40A8-4113-4C40-978E-D62FC020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61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ECCF0597-25FB-404A-8D91-784E5F37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444884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37368AAB-B321-42AF-A859-5D5AC4DD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C15B3E4C-74C5-4286-9DB1-8D5C9464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2ECDA-C3B9-4AD8-BC52-98C0991B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participation strengthens governance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656B6A0-13FC-4956-B03F-BD1DDDAE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Verified voting and structured organizational workflows support transparent decisions.</a:t>
            </a:r>
          </a:p>
        </p:txBody>
      </p:sp>
      <p:sp>
        <p:nvSpPr>
          <p:cNvPr id="5" name="election-divider-band">
            <a:extLst xmlns:a="http://schemas.openxmlformats.org/drawingml/2006/main">
              <a:ext uri="{FF2B5EF4-FFF2-40B4-BE49-F238E27FC236}">
                <a16:creationId xmlns:a16="http://schemas.microsoft.com/office/drawing/2014/main" id="{694C6DF0-6107-4983-8EEF-FE77DFC4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1924050"/>
            <a:ext cx="19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lection-left-header">
            <a:extLst xmlns:a="http://schemas.openxmlformats.org/drawingml/2006/main">
              <a:ext uri="{FF2B5EF4-FFF2-40B4-BE49-F238E27FC236}">
                <a16:creationId xmlns:a16="http://schemas.microsoft.com/office/drawing/2014/main" id="{FCE3B8A8-FF23-4350-A5CD-D7611D45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7" name="election-left-big">
            <a:extLst xmlns:a="http://schemas.openxmlformats.org/drawingml/2006/main">
              <a:ext uri="{FF2B5EF4-FFF2-40B4-BE49-F238E27FC236}">
                <a16:creationId xmlns:a16="http://schemas.microsoft.com/office/drawing/2014/main" id="{8ABD15D9-CA36-4B4E-9243-274EE2FA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VERIFIED VOTE.</a:t>
            </a:r>
          </a:p>
        </p:txBody>
      </p:sp>
      <p:sp>
        <p:nvSpPr>
          <p:cNvPr id="8" name="vote-item-0-disc">
            <a:extLst xmlns:a="http://schemas.openxmlformats.org/drawingml/2006/main">
              <a:ext uri="{FF2B5EF4-FFF2-40B4-BE49-F238E27FC236}">
                <a16:creationId xmlns:a16="http://schemas.microsoft.com/office/drawing/2014/main" id="{D8FC5CC1-F190-4311-A4DC-45B9E984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714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87b07cc1b4b8e">
            <a:extLst>
              <a:ext uri="{96DAC541-7B7A-43D3-8B79-37D633B846F1}">
                <asvg:svgBlip xmlns:asvg="http://schemas.microsoft.com/office/drawing/2016/SVG/main" r:embed="R13ce096dadd142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" y="38385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0" name="vote-label-0">
            <a:extLst xmlns:a="http://schemas.openxmlformats.org/drawingml/2006/main">
              <a:ext uri="{FF2B5EF4-FFF2-40B4-BE49-F238E27FC236}">
                <a16:creationId xmlns:a16="http://schemas.microsoft.com/office/drawing/2014/main" id="{095495A2-6E9F-4F17-8242-6C77CADC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052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11" name="vote-item-1-disc">
            <a:extLst xmlns:a="http://schemas.openxmlformats.org/drawingml/2006/main">
              <a:ext uri="{FF2B5EF4-FFF2-40B4-BE49-F238E27FC236}">
                <a16:creationId xmlns:a16="http://schemas.microsoft.com/office/drawing/2014/main" id="{434D32F5-3803-441E-9395-BB1F351E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714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18fa04ec84f5b">
            <a:extLst>
              <a:ext uri="{96DAC541-7B7A-43D3-8B79-37D633B846F1}">
                <asvg:svgBlip xmlns:asvg="http://schemas.microsoft.com/office/drawing/2016/SVG/main" r:embed="Rd191b4c1da1145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86125" y="38385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3" name="vote-label-1">
            <a:extLst xmlns:a="http://schemas.openxmlformats.org/drawingml/2006/main">
              <a:ext uri="{FF2B5EF4-FFF2-40B4-BE49-F238E27FC236}">
                <a16:creationId xmlns:a16="http://schemas.microsoft.com/office/drawing/2014/main" id="{7DA7608A-893C-4703-961A-9783CB5F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052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OTP Verification</a:t>
            </a:r>
          </a:p>
        </p:txBody>
      </p:sp>
      <p:sp>
        <p:nvSpPr>
          <p:cNvPr id="14" name="vote-item-2-disc">
            <a:extLst xmlns:a="http://schemas.openxmlformats.org/drawingml/2006/main">
              <a:ext uri="{FF2B5EF4-FFF2-40B4-BE49-F238E27FC236}">
                <a16:creationId xmlns:a16="http://schemas.microsoft.com/office/drawing/2014/main" id="{C308CBEA-A30A-4D3F-9C7A-9D9CCD9F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686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f1f6f1b1b43bd">
            <a:extLst>
              <a:ext uri="{96DAC541-7B7A-43D3-8B79-37D633B846F1}">
                <asvg:svgBlip xmlns:asvg="http://schemas.microsoft.com/office/drawing/2016/SVG/main" r:embed="R2692f8ddb62145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" y="4810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vote-label-2">
            <a:extLst xmlns:a="http://schemas.openxmlformats.org/drawingml/2006/main">
              <a:ext uri="{FF2B5EF4-FFF2-40B4-BE49-F238E27FC236}">
                <a16:creationId xmlns:a16="http://schemas.microsoft.com/office/drawing/2014/main" id="{1F46FA40-F12D-4050-B763-A5F62EB1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677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Duplicate Vote Prevention</a:t>
            </a:r>
          </a:p>
        </p:txBody>
      </p:sp>
      <p:sp>
        <p:nvSpPr>
          <p:cNvPr id="17" name="vote-item-3-disc">
            <a:extLst xmlns:a="http://schemas.openxmlformats.org/drawingml/2006/main">
              <a:ext uri="{FF2B5EF4-FFF2-40B4-BE49-F238E27FC236}">
                <a16:creationId xmlns:a16="http://schemas.microsoft.com/office/drawing/2014/main" id="{DD78BE53-E428-41BE-8322-8419C077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686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7fe55640d4280">
            <a:extLst>
              <a:ext uri="{96DAC541-7B7A-43D3-8B79-37D633B846F1}">
                <asvg:svgBlip xmlns:asvg="http://schemas.microsoft.com/office/drawing/2016/SVG/main" r:embed="R71b6d1ab612245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86125" y="4810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9" name="vote-label-3">
            <a:extLst xmlns:a="http://schemas.openxmlformats.org/drawingml/2006/main">
              <a:ext uri="{FF2B5EF4-FFF2-40B4-BE49-F238E27FC236}">
                <a16:creationId xmlns:a16="http://schemas.microsoft.com/office/drawing/2014/main" id="{DE6741BB-7DD5-46D0-9D47-694FCD0E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7677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Results</a:t>
            </a:r>
          </a:p>
        </p:txBody>
      </p:sp>
      <p:sp>
        <p:nvSpPr>
          <p:cNvPr id="20" name="org-right-header">
            <a:extLst xmlns:a="http://schemas.openxmlformats.org/drawingml/2006/main">
              <a:ext uri="{FF2B5EF4-FFF2-40B4-BE49-F238E27FC236}">
                <a16:creationId xmlns:a16="http://schemas.microsoft.com/office/drawing/2014/main" id="{59DF6DBC-C654-460F-B483-9565322C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ORGANIZATIONAL MANAGEMENT</a:t>
            </a:r>
          </a:p>
        </p:txBody>
      </p:sp>
      <p:sp>
        <p:nvSpPr>
          <p:cNvPr id="21" name="org-right-big">
            <a:extLst xmlns:a="http://schemas.openxmlformats.org/drawingml/2006/main">
              <a:ext uri="{FF2B5EF4-FFF2-40B4-BE49-F238E27FC236}">
                <a16:creationId xmlns:a16="http://schemas.microsoft.com/office/drawing/2014/main" id="{CBED9E08-5445-4D72-8D84-CC904558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Clear workflows.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Visible responsibility.</a:t>
            </a:r>
          </a:p>
        </p:txBody>
      </p:sp>
      <p:sp>
        <p:nvSpPr>
          <p:cNvPr id="22" name="org-item-0-disc">
            <a:extLst xmlns:a="http://schemas.openxmlformats.org/drawingml/2006/main">
              <a:ext uri="{FF2B5EF4-FFF2-40B4-BE49-F238E27FC236}">
                <a16:creationId xmlns:a16="http://schemas.microsoft.com/office/drawing/2014/main" id="{5DA29D3C-30A6-4944-BB70-FD2E2046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3648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54e11c482488b">
            <a:extLst>
              <a:ext uri="{96DAC541-7B7A-43D3-8B79-37D633B846F1}">
                <asvg:svgBlip xmlns:asvg="http://schemas.microsoft.com/office/drawing/2016/SVG/main" r:embed="R254375c131c84f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86550" y="37623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" name="org-label-0">
            <a:extLst xmlns:a="http://schemas.openxmlformats.org/drawingml/2006/main">
              <a:ext uri="{FF2B5EF4-FFF2-40B4-BE49-F238E27FC236}">
                <a16:creationId xmlns:a16="http://schemas.microsoft.com/office/drawing/2014/main" id="{B92ADBC7-D0A0-4063-8713-3C31013B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385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Application Review</a:t>
            </a:r>
          </a:p>
        </p:txBody>
      </p:sp>
      <p:sp>
        <p:nvSpPr>
          <p:cNvPr id="25" name="org-desc-0">
            <a:extLst xmlns:a="http://schemas.openxmlformats.org/drawingml/2006/main">
              <a:ext uri="{FF2B5EF4-FFF2-40B4-BE49-F238E27FC236}">
                <a16:creationId xmlns:a16="http://schemas.microsoft.com/office/drawing/2014/main" id="{03E1B2F6-DF64-4F6D-A09E-267F9A22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Structured evaluation</a:t>
            </a:r>
          </a:p>
        </p:txBody>
      </p:sp>
      <p:sp>
        <p:nvSpPr>
          <p:cNvPr id="26" name="org-item-1-disc">
            <a:extLst xmlns:a="http://schemas.openxmlformats.org/drawingml/2006/main">
              <a:ext uri="{FF2B5EF4-FFF2-40B4-BE49-F238E27FC236}">
                <a16:creationId xmlns:a16="http://schemas.microsoft.com/office/drawing/2014/main" id="{165156C4-65F6-4A6F-B9E3-43F86A08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900f62f664112">
            <a:extLst>
              <a:ext uri="{96DAC541-7B7A-43D3-8B79-37D633B846F1}">
                <asvg:svgBlip xmlns:asvg="http://schemas.microsoft.com/office/drawing/2016/SVG/main" r:embed="R2bbaf0adae8344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86550" y="44672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org-label-1">
            <a:extLst xmlns:a="http://schemas.openxmlformats.org/drawingml/2006/main">
              <a:ext uri="{FF2B5EF4-FFF2-40B4-BE49-F238E27FC236}">
                <a16:creationId xmlns:a16="http://schemas.microsoft.com/office/drawing/2014/main" id="{180F0840-53E4-43A7-8417-1A70A250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434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CEC Management</a:t>
            </a:r>
          </a:p>
        </p:txBody>
      </p:sp>
      <p:sp>
        <p:nvSpPr>
          <p:cNvPr id="29" name="org-desc-1">
            <a:extLst xmlns:a="http://schemas.openxmlformats.org/drawingml/2006/main">
              <a:ext uri="{FF2B5EF4-FFF2-40B4-BE49-F238E27FC236}">
                <a16:creationId xmlns:a16="http://schemas.microsoft.com/office/drawing/2014/main" id="{614F7509-7504-410B-B3D8-BC27CAD0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482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Central executive coordination</a:t>
            </a:r>
          </a:p>
        </p:txBody>
      </p:sp>
      <p:sp>
        <p:nvSpPr>
          <p:cNvPr id="30" name="org-item-2-disc">
            <a:extLst xmlns:a="http://schemas.openxmlformats.org/drawingml/2006/main">
              <a:ext uri="{FF2B5EF4-FFF2-40B4-BE49-F238E27FC236}">
                <a16:creationId xmlns:a16="http://schemas.microsoft.com/office/drawing/2014/main" id="{2D7690A8-F1C2-4519-9068-03C00725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5057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e77a17f634f4e">
            <a:extLst>
              <a:ext uri="{96DAC541-7B7A-43D3-8B79-37D633B846F1}">
                <asvg:svgBlip xmlns:asvg="http://schemas.microsoft.com/office/drawing/2016/SVG/main" r:embed="R6a993d3460a247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86550" y="51720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org-label-2">
            <a:extLst xmlns:a="http://schemas.openxmlformats.org/drawingml/2006/main">
              <a:ext uri="{FF2B5EF4-FFF2-40B4-BE49-F238E27FC236}">
                <a16:creationId xmlns:a16="http://schemas.microsoft.com/office/drawing/2014/main" id="{FDA18215-00DA-43C6-B1B4-8B5C83A2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482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Advisory Council Management</a:t>
            </a:r>
          </a:p>
        </p:txBody>
      </p:sp>
      <p:sp>
        <p:nvSpPr>
          <p:cNvPr id="33" name="org-desc-2">
            <a:extLst xmlns:a="http://schemas.openxmlformats.org/drawingml/2006/main">
              <a:ext uri="{FF2B5EF4-FFF2-40B4-BE49-F238E27FC236}">
                <a16:creationId xmlns:a16="http://schemas.microsoft.com/office/drawing/2014/main" id="{D1CFB0D7-3EBA-4452-A136-2DEA410A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530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Connected oversight</a:t>
            </a:r>
          </a:p>
        </p:txBody>
      </p:sp>
      <p:sp>
        <p:nvSpPr>
          <p:cNvPr id="34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36CF14A9-9E2C-4522-AE38-38342C2E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35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DBF75CF-6988-44ED-A4F5-C06DCE01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7DC4A1CB-3682-4415-8175-73B21491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14692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59B8B8D8-F7AE-4F8A-A36A-D829C7CB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A539AD76-682F-467B-8C4B-F56F4DFF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0F6E63-7FB8-4364-88CB-150BFB1C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 value grows with every interaction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ABFE66A-0C72-4AD7-AA5F-023E9C72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Identity, services, communication and opportunity come together in one place.</a:t>
            </a:r>
          </a:p>
        </p:txBody>
      </p:sp>
      <p:sp>
        <p:nvSpPr>
          <p:cNvPr id="5" name="benefit-left-link-0">
            <a:extLst xmlns:a="http://schemas.openxmlformats.org/drawingml/2006/main">
              <a:ext uri="{FF2B5EF4-FFF2-40B4-BE49-F238E27FC236}">
                <a16:creationId xmlns:a16="http://schemas.microsoft.com/office/drawing/2014/main" id="{56138A3B-5FD9-439C-B36E-63F540AC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25146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6" name="benefit-left-link-1">
            <a:extLst xmlns:a="http://schemas.openxmlformats.org/drawingml/2006/main">
              <a:ext uri="{FF2B5EF4-FFF2-40B4-BE49-F238E27FC236}">
                <a16:creationId xmlns:a16="http://schemas.microsoft.com/office/drawing/2014/main" id="{10ECA80C-B338-4ABE-A2D2-AAEAC36B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34099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7" name="benefit-left-link-2">
            <a:extLst xmlns:a="http://schemas.openxmlformats.org/drawingml/2006/main">
              <a:ext uri="{FF2B5EF4-FFF2-40B4-BE49-F238E27FC236}">
                <a16:creationId xmlns:a16="http://schemas.microsoft.com/office/drawing/2014/main" id="{8AA6398E-096E-467B-B717-735C8AC3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43053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8" name="benefit-left-link-3">
            <a:extLst xmlns:a="http://schemas.openxmlformats.org/drawingml/2006/main">
              <a:ext uri="{FF2B5EF4-FFF2-40B4-BE49-F238E27FC236}">
                <a16:creationId xmlns:a16="http://schemas.microsoft.com/office/drawing/2014/main" id="{747669C4-0E1B-40E8-BB6D-492C1123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52006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9" name="benefit-right-link-0">
            <a:extLst xmlns:a="http://schemas.openxmlformats.org/drawingml/2006/main">
              <a:ext uri="{FF2B5EF4-FFF2-40B4-BE49-F238E27FC236}">
                <a16:creationId xmlns:a16="http://schemas.microsoft.com/office/drawing/2014/main" id="{A834E252-7054-4993-B418-5ABD9365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25146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0" name="benefit-right-link-1">
            <a:extLst xmlns:a="http://schemas.openxmlformats.org/drawingml/2006/main">
              <a:ext uri="{FF2B5EF4-FFF2-40B4-BE49-F238E27FC236}">
                <a16:creationId xmlns:a16="http://schemas.microsoft.com/office/drawing/2014/main" id="{BAEA09EF-9DE8-44AA-B1CA-0493436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34099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1" name="benefit-right-link-2">
            <a:extLst xmlns:a="http://schemas.openxmlformats.org/drawingml/2006/main">
              <a:ext uri="{FF2B5EF4-FFF2-40B4-BE49-F238E27FC236}">
                <a16:creationId xmlns:a16="http://schemas.microsoft.com/office/drawing/2014/main" id="{FB609B70-3F49-483C-AA65-C28FBE77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43053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2" name="benefit-right-link-3">
            <a:extLst xmlns:a="http://schemas.openxmlformats.org/drawingml/2006/main">
              <a:ext uri="{FF2B5EF4-FFF2-40B4-BE49-F238E27FC236}">
                <a16:creationId xmlns:a16="http://schemas.microsoft.com/office/drawing/2014/main" id="{183EEE16-079F-4C4B-B500-B3FA20C6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52006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3" name="benefit-core-shadow">
            <a:extLst xmlns:a="http://schemas.openxmlformats.org/drawingml/2006/main">
              <a:ext uri="{FF2B5EF4-FFF2-40B4-BE49-F238E27FC236}">
                <a16:creationId xmlns:a16="http://schemas.microsoft.com/office/drawing/2014/main" id="{0B4F173B-6742-4965-BA4E-67CBA0AC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2533650"/>
            <a:ext cx="2705100" cy="270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enefit-core">
            <a:extLst xmlns:a="http://schemas.openxmlformats.org/drawingml/2006/main">
              <a:ext uri="{FF2B5EF4-FFF2-40B4-BE49-F238E27FC236}">
                <a16:creationId xmlns:a16="http://schemas.microsoft.com/office/drawing/2014/main" id="{903861B2-E427-4FF3-AE52-4AF8E520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400300"/>
            <a:ext cx="2705100" cy="270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aacbb6f3c4fde">
            <a:extLst>
              <a:ext uri="{96DAC541-7B7A-43D3-8B79-37D633B846F1}">
                <asvg:svgBlip xmlns:asvg="http://schemas.microsoft.com/office/drawing/2016/SVG/main" r:embed="R79fc5522e94345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38800" y="289560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6" name="benefit-core-label">
            <a:extLst xmlns:a="http://schemas.openxmlformats.org/drawingml/2006/main">
              <a:ext uri="{FF2B5EF4-FFF2-40B4-BE49-F238E27FC236}">
                <a16:creationId xmlns:a16="http://schemas.microsoft.com/office/drawing/2014/main" id="{E07016FC-868E-4EB3-AF1B-76B444D0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447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VALUE</a:t>
            </a:r>
          </a:p>
        </p:txBody>
      </p:sp>
      <p:sp>
        <p:nvSpPr>
          <p:cNvPr id="17" name="benefit-core-copy">
            <a:extLst xmlns:a="http://schemas.openxmlformats.org/drawingml/2006/main">
              <a:ext uri="{FF2B5EF4-FFF2-40B4-BE49-F238E27FC236}">
                <a16:creationId xmlns:a16="http://schemas.microsoft.com/office/drawing/2014/main" id="{6E114AB7-3AA0-4395-9254-478128E0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BFD0C7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FD0C7"/>
                </a:solidFill>
                <a:latin typeface="Aptos"/>
                <a:ea typeface="Aptos"/>
                <a:cs typeface="Aptos"/>
              </a:rPr>
              <a:t>One connected experience</a:t>
            </a:r>
          </a:p>
        </p:txBody>
      </p:sp>
      <p:sp>
        <p:nvSpPr>
          <p:cNvPr id="18" name="benefit-left-box-0">
            <a:extLst xmlns:a="http://schemas.openxmlformats.org/drawingml/2006/main">
              <a:ext uri="{FF2B5EF4-FFF2-40B4-BE49-F238E27FC236}">
                <a16:creationId xmlns:a16="http://schemas.microsoft.com/office/drawing/2014/main" id="{D36C719B-B033-4C4F-A33C-E523953C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383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080a7c3074619">
            <a:extLst>
              <a:ext uri="{96DAC541-7B7A-43D3-8B79-37D633B846F1}">
                <asvg:svgBlip xmlns:asvg="http://schemas.microsoft.com/office/drawing/2016/SVG/main" r:embed="Rb46c2d8ad07c44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381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0" name="benefit-left-label-0">
            <a:extLst xmlns:a="http://schemas.openxmlformats.org/drawingml/2006/main">
              <a:ext uri="{FF2B5EF4-FFF2-40B4-BE49-F238E27FC236}">
                <a16:creationId xmlns:a16="http://schemas.microsoft.com/office/drawing/2014/main" id="{9A1CA45B-7ED9-4E96-8BBA-0D8C1606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38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Identity</a:t>
            </a:r>
          </a:p>
        </p:txBody>
      </p:sp>
      <p:sp>
        <p:nvSpPr>
          <p:cNvPr id="21" name="benefit-left-box-1">
            <a:extLst xmlns:a="http://schemas.openxmlformats.org/drawingml/2006/main">
              <a:ext uri="{FF2B5EF4-FFF2-40B4-BE49-F238E27FC236}">
                <a16:creationId xmlns:a16="http://schemas.microsoft.com/office/drawing/2014/main" id="{D6CCCBDC-2DE0-414F-9938-6D56A5F8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1337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b378468cd4940">
            <a:extLst>
              <a:ext uri="{96DAC541-7B7A-43D3-8B79-37D633B846F1}">
                <asvg:svgBlip xmlns:asvg="http://schemas.microsoft.com/office/drawing/2016/SVG/main" r:embed="Raeed0ab0ee5245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3276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benefit-left-label-1">
            <a:extLst xmlns:a="http://schemas.openxmlformats.org/drawingml/2006/main">
              <a:ext uri="{FF2B5EF4-FFF2-40B4-BE49-F238E27FC236}">
                <a16:creationId xmlns:a16="http://schemas.microsoft.com/office/drawing/2014/main" id="{9CE0A2D8-69B3-4187-A288-BE4B2210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337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Verified Membership</a:t>
            </a:r>
          </a:p>
        </p:txBody>
      </p:sp>
      <p:sp>
        <p:nvSpPr>
          <p:cNvPr id="24" name="benefit-left-box-2">
            <a:extLst xmlns:a="http://schemas.openxmlformats.org/drawingml/2006/main">
              <a:ext uri="{FF2B5EF4-FFF2-40B4-BE49-F238E27FC236}">
                <a16:creationId xmlns:a16="http://schemas.microsoft.com/office/drawing/2014/main" id="{4570DCAF-B46D-4506-BF7A-D4C524CF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290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2429bb763467f">
            <a:extLst>
              <a:ext uri="{96DAC541-7B7A-43D3-8B79-37D633B846F1}">
                <asvg:svgBlip xmlns:asvg="http://schemas.microsoft.com/office/drawing/2016/SVG/main" r:embed="R9d1ff605054a40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41719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benefit-left-label-2">
            <a:extLst xmlns:a="http://schemas.openxmlformats.org/drawingml/2006/main">
              <a:ext uri="{FF2B5EF4-FFF2-40B4-BE49-F238E27FC236}">
                <a16:creationId xmlns:a16="http://schemas.microsoft.com/office/drawing/2014/main" id="{B1C8C2D8-243B-474A-9559-BE412228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290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Easy Access to Services</a:t>
            </a:r>
          </a:p>
        </p:txBody>
      </p:sp>
      <p:sp>
        <p:nvSpPr>
          <p:cNvPr id="27" name="benefit-left-box-3">
            <a:extLst xmlns:a="http://schemas.openxmlformats.org/drawingml/2006/main">
              <a:ext uri="{FF2B5EF4-FFF2-40B4-BE49-F238E27FC236}">
                <a16:creationId xmlns:a16="http://schemas.microsoft.com/office/drawing/2014/main" id="{2DE4BB21-71AE-4D3A-B104-0A5B7075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9244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f5e36bb2f436f">
            <a:extLst>
              <a:ext uri="{96DAC541-7B7A-43D3-8B79-37D633B846F1}">
                <asvg:svgBlip xmlns:asvg="http://schemas.microsoft.com/office/drawing/2016/SVG/main" r:embed="Rfd17f0ff050343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0673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9" name="benefit-left-label-3">
            <a:extLst xmlns:a="http://schemas.openxmlformats.org/drawingml/2006/main">
              <a:ext uri="{FF2B5EF4-FFF2-40B4-BE49-F238E27FC236}">
                <a16:creationId xmlns:a16="http://schemas.microsoft.com/office/drawing/2014/main" id="{96AEFA10-1F00-4A16-80A3-F35B0A48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44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30" name="benefit-right-box-0">
            <a:extLst xmlns:a="http://schemas.openxmlformats.org/drawingml/2006/main">
              <a:ext uri="{FF2B5EF4-FFF2-40B4-BE49-F238E27FC236}">
                <a16:creationId xmlns:a16="http://schemas.microsoft.com/office/drawing/2014/main" id="{D75309CE-F70E-43C0-A4C1-F67BFEF4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22383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f2a993b264d66">
            <a:extLst>
              <a:ext uri="{96DAC541-7B7A-43D3-8B79-37D633B846F1}">
                <asvg:svgBlip xmlns:asvg="http://schemas.microsoft.com/office/drawing/2016/SVG/main" r:embed="R57ccc30870b448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2381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2" name="benefit-right-label-0">
            <a:extLst xmlns:a="http://schemas.openxmlformats.org/drawingml/2006/main">
              <a:ext uri="{FF2B5EF4-FFF2-40B4-BE49-F238E27FC236}">
                <a16:creationId xmlns:a16="http://schemas.microsoft.com/office/drawing/2014/main" id="{44BF5F30-A5D7-4064-9702-63DE4244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Better Communication</a:t>
            </a:r>
          </a:p>
        </p:txBody>
      </p:sp>
      <p:sp>
        <p:nvSpPr>
          <p:cNvPr id="33" name="benefit-right-box-1">
            <a:extLst xmlns:a="http://schemas.openxmlformats.org/drawingml/2006/main">
              <a:ext uri="{FF2B5EF4-FFF2-40B4-BE49-F238E27FC236}">
                <a16:creationId xmlns:a16="http://schemas.microsoft.com/office/drawing/2014/main" id="{0F1899D0-0572-4348-A6EF-AFA21BC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31337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01cc03fa64c79">
            <a:extLst>
              <a:ext uri="{96DAC541-7B7A-43D3-8B79-37D633B846F1}">
                <asvg:svgBlip xmlns:asvg="http://schemas.microsoft.com/office/drawing/2016/SVG/main" r:embed="R7d8421db06c648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3276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5" name="benefit-right-label-1">
            <a:extLst xmlns:a="http://schemas.openxmlformats.org/drawingml/2006/main">
              <a:ext uri="{FF2B5EF4-FFF2-40B4-BE49-F238E27FC236}">
                <a16:creationId xmlns:a16="http://schemas.microsoft.com/office/drawing/2014/main" id="{3906A93C-BB5A-4F42-87CB-05073853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337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36" name="benefit-right-box-2">
            <a:extLst xmlns:a="http://schemas.openxmlformats.org/drawingml/2006/main">
              <a:ext uri="{FF2B5EF4-FFF2-40B4-BE49-F238E27FC236}">
                <a16:creationId xmlns:a16="http://schemas.microsoft.com/office/drawing/2014/main" id="{6A3980FC-E2AC-4535-8496-D77E48A9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0290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00e1b26474489">
            <a:extLst>
              <a:ext uri="{96DAC541-7B7A-43D3-8B79-37D633B846F1}">
                <asvg:svgBlip xmlns:asvg="http://schemas.microsoft.com/office/drawing/2016/SVG/main" r:embed="R9a79bfe491ea4e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41719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8" name="benefit-right-label-2">
            <a:extLst xmlns:a="http://schemas.openxmlformats.org/drawingml/2006/main">
              <a:ext uri="{FF2B5EF4-FFF2-40B4-BE49-F238E27FC236}">
                <a16:creationId xmlns:a16="http://schemas.microsoft.com/office/drawing/2014/main" id="{F3C2816F-9DB8-4C68-A6C8-A675063E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290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Global Networking</a:t>
            </a:r>
          </a:p>
        </p:txBody>
      </p:sp>
      <p:sp>
        <p:nvSpPr>
          <p:cNvPr id="39" name="benefit-right-box-3">
            <a:extLst xmlns:a="http://schemas.openxmlformats.org/drawingml/2006/main">
              <a:ext uri="{FF2B5EF4-FFF2-40B4-BE49-F238E27FC236}">
                <a16:creationId xmlns:a16="http://schemas.microsoft.com/office/drawing/2014/main" id="{600877EA-E6F3-49DE-986D-F9A15188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9244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80221e5624168">
            <a:extLst>
              <a:ext uri="{96DAC541-7B7A-43D3-8B79-37D633B846F1}">
                <asvg:svgBlip xmlns:asvg="http://schemas.microsoft.com/office/drawing/2016/SVG/main" r:embed="R4e00296bf0c146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50673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benefit-right-label-3">
            <a:extLst xmlns:a="http://schemas.openxmlformats.org/drawingml/2006/main">
              <a:ext uri="{FF2B5EF4-FFF2-40B4-BE49-F238E27FC236}">
                <a16:creationId xmlns:a16="http://schemas.microsoft.com/office/drawing/2014/main" id="{AF343935-DC83-4960-9629-24592DBC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244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Opportunities</a:t>
            </a:r>
          </a:p>
        </p:txBody>
      </p:sp>
      <p:sp>
        <p:nvSpPr>
          <p:cNvPr id="42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D0D719C2-40C4-4444-8BC7-5DA825D5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3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528E632F-2B3A-4D50-A50B-64618819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958BF3AD-C74A-4BA0-8FAC-0ED5C4DD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75973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losing-side-panel">
            <a:extLst xmlns:a="http://schemas.openxmlformats.org/drawingml/2006/main">
              <a:ext uri="{FF2B5EF4-FFF2-40B4-BE49-F238E27FC236}">
                <a16:creationId xmlns:a16="http://schemas.microsoft.com/office/drawing/2014/main" id="{13B79D2A-98A6-4410-BA1D-7B9177A9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0"/>
            <a:ext cx="3295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logo-halo">
            <a:extLst xmlns:a="http://schemas.openxmlformats.org/drawingml/2006/main">
              <a:ext uri="{FF2B5EF4-FFF2-40B4-BE49-F238E27FC236}">
                <a16:creationId xmlns:a16="http://schemas.microsoft.com/office/drawing/2014/main" id="{9E29B96B-2488-47FD-9573-73747B95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7325" y="914400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55af9aa724ac5"/>
          <a:stretch xmlns:a="http://schemas.openxmlformats.org/drawingml/2006/main"/>
        </p:blipFill>
        <p:spPr>
          <a:xfrm xmlns:a="http://schemas.openxmlformats.org/drawingml/2006/main">
            <a:off x="9144000" y="981075"/>
            <a:ext cx="2800350" cy="2800350"/>
          </a:xfrm>
          <a:prstGeom xmlns:a="http://schemas.openxmlformats.org/drawingml/2006/main" prst="rect">
            <a:avLst/>
          </a:prstGeom>
        </p:spPr>
      </p:pic>
      <p:sp>
        <p:nvSpPr>
          <p:cNvPr id="4" name="closing-rule-top">
            <a:extLst xmlns:a="http://schemas.openxmlformats.org/drawingml/2006/main">
              <a:ext uri="{FF2B5EF4-FFF2-40B4-BE49-F238E27FC236}">
                <a16:creationId xmlns:a16="http://schemas.microsoft.com/office/drawing/2014/main" id="{04C38F95-8F22-4226-8C1D-56C3A8A5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429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1E3EA64D-4C48-4E1B-92A7-410714AE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6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E7B74587-55B6-4269-A2AB-457F22A7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7810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Together, We Are Building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Digital Future of TNR.</a:t>
            </a:r>
          </a:p>
        </p:txBody>
      </p:sp>
      <p:sp>
        <p:nvSpPr>
          <p:cNvPr id="7" name="closing-rule-mid">
            <a:extLst xmlns:a="http://schemas.openxmlformats.org/drawingml/2006/main">
              <a:ext uri="{FF2B5EF4-FFF2-40B4-BE49-F238E27FC236}">
                <a16:creationId xmlns:a16="http://schemas.microsoft.com/office/drawing/2014/main" id="{8D361D34-D9FA-4846-AA72-733453D6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8576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8" name="closing-quote">
            <a:extLst xmlns:a="http://schemas.openxmlformats.org/drawingml/2006/main">
              <a:ext uri="{FF2B5EF4-FFF2-40B4-BE49-F238E27FC236}">
                <a16:creationId xmlns:a16="http://schemas.microsoft.com/office/drawing/2014/main" id="{EE791187-F6F0-40A7-85B7-E14C95B1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Technology becomes meaningful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when it serves the community.</a:t>
            </a:r>
          </a:p>
        </p:txBody>
      </p:sp>
      <p:sp>
        <p:nvSpPr>
          <p:cNvPr id="9" name="closing-presenter">
            <a:extLst xmlns:a="http://schemas.openxmlformats.org/drawingml/2006/main">
              <a:ext uri="{FF2B5EF4-FFF2-40B4-BE49-F238E27FC236}">
                <a16:creationId xmlns:a16="http://schemas.microsoft.com/office/drawing/2014/main" id="{2BACCD8F-0546-4239-B99C-D4540072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rPr>
              <a:t>SHABBIR HUSSAIN  •  TECHNICAL COORDINATOR – TNR</a:t>
            </a:r>
          </a:p>
        </p:txBody>
      </p:sp>
      <p:sp>
        <p:nvSpPr>
          <p:cNvPr id="10" name="closing-logo-rule">
            <a:extLst xmlns:a="http://schemas.openxmlformats.org/drawingml/2006/main">
              <a:ext uri="{FF2B5EF4-FFF2-40B4-BE49-F238E27FC236}">
                <a16:creationId xmlns:a16="http://schemas.microsoft.com/office/drawing/2014/main" id="{9074FE10-55A3-45CB-BD4C-B905AAF4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53575" y="424815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11" name="closing-platform">
            <a:extLst xmlns:a="http://schemas.openxmlformats.org/drawingml/2006/main">
              <a:ext uri="{FF2B5EF4-FFF2-40B4-BE49-F238E27FC236}">
                <a16:creationId xmlns:a16="http://schemas.microsoft.com/office/drawing/2014/main" id="{CB652447-71B8-4513-90FF-334CB6B6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7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12" name="closing-connected">
            <a:extLst xmlns:a="http://schemas.openxmlformats.org/drawingml/2006/main">
              <a:ext uri="{FF2B5EF4-FFF2-40B4-BE49-F238E27FC236}">
                <a16:creationId xmlns:a16="http://schemas.microsoft.com/office/drawing/2014/main" id="{4D6542A7-2BE4-46DA-8172-6B28FFC2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29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</p:spTree>
    <p:extLst>
      <p:ext uri="{BB962C8B-B14F-4D97-AF65-F5344CB8AC3E}">
        <p14:creationId xmlns:p14="http://schemas.microsoft.com/office/powerpoint/2010/main" val="1510224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2026-08-04T10:50:39.1920000Z</dcterms:created>
  <dcterms:modified xsi:type="dcterms:W3CDTF">2026-08-04T10:50:39.1920000Z</dcterms:modified>
</coreProperties>
</file>