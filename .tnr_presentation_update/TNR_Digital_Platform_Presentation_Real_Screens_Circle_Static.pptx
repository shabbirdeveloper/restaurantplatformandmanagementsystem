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76e852a2a43c2" /><Relationship Type="http://schemas.openxmlformats.org/officeDocument/2006/relationships/extended-properties" Target="/docProps/app.xml" Id="Red99cdb81df9413d" /><Relationship Type="http://schemas.openxmlformats.org/officeDocument/2006/relationships/officeDocument" Target="/ppt/presentation.xml" Id="Rcddb1bcbc691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ede551c394a5a"/>
  </p:sldMasterIdLst>
  <p:notesMasterIdLst>
    <p:notesMasterId xmlns:r="http://schemas.openxmlformats.org/officeDocument/2006/relationships" r:id="R237e9c78b2704416"/>
  </p:notesMasterIdLst>
  <p:sldIdLst>
    <p:sldId xmlns:r="http://schemas.openxmlformats.org/officeDocument/2006/relationships" id="256" r:id="R46f2defd279f42d2"/>
    <p:sldId xmlns:r="http://schemas.openxmlformats.org/officeDocument/2006/relationships" id="257" r:id="R135d03c11de94caa"/>
    <p:sldId xmlns:r="http://schemas.openxmlformats.org/officeDocument/2006/relationships" id="258" r:id="Re3017cd4dbdd4a54"/>
    <p:sldId xmlns:r="http://schemas.openxmlformats.org/officeDocument/2006/relationships" id="259" r:id="Rfcacf30700d04aae"/>
    <p:sldId xmlns:r="http://schemas.openxmlformats.org/officeDocument/2006/relationships" id="260" r:id="R0230e59ff2874128"/>
    <p:sldId xmlns:r="http://schemas.openxmlformats.org/officeDocument/2006/relationships" id="261" r:id="R6e95971c7cc24206"/>
    <p:sldId xmlns:r="http://schemas.openxmlformats.org/officeDocument/2006/relationships" id="262" r:id="R22ade5afa26e4c90"/>
    <p:sldId xmlns:r="http://schemas.openxmlformats.org/officeDocument/2006/relationships" id="263" r:id="Rcea757898040499c"/>
    <p:sldId xmlns:r="http://schemas.openxmlformats.org/officeDocument/2006/relationships" id="264" r:id="R5869595da8ad412e"/>
    <p:sldId xmlns:r="http://schemas.openxmlformats.org/officeDocument/2006/relationships" id="265" r:id="Rf72e114a11a94e6a"/>
    <p:sldId xmlns:r="http://schemas.openxmlformats.org/officeDocument/2006/relationships" id="266" r:id="R03c72e92cf8a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6c27edc4d4f5c" /><Relationship Type="http://schemas.openxmlformats.org/officeDocument/2006/relationships/slideMaster" Target="/ppt/slideMasters/slideMaster1.xml" Id="R2eaede551c394a5a" /><Relationship Type="http://schemas.openxmlformats.org/officeDocument/2006/relationships/notesMaster" Target="/ppt/notesMasters/notesMaster1.xml" Id="R237e9c78b2704416" /><Relationship Type="http://schemas.openxmlformats.org/officeDocument/2006/relationships/presProps" Target="/ppt/presProps.xml" Id="Rff7928450a904bd6" /><Relationship Type="http://schemas.openxmlformats.org/officeDocument/2006/relationships/tableStyles" Target="/ppt/tableStyles.xml" Id="R355bc0a2c5754842" /><Relationship Type="http://schemas.openxmlformats.org/officeDocument/2006/relationships/slide" Target="/ppt/slides/slide1.xml" Id="R46f2defd279f42d2" /><Relationship Type="http://schemas.openxmlformats.org/officeDocument/2006/relationships/slide" Target="/ppt/slides/slide2.xml" Id="R135d03c11de94caa" /><Relationship Type="http://schemas.openxmlformats.org/officeDocument/2006/relationships/slide" Target="/ppt/slides/slide3.xml" Id="Re3017cd4dbdd4a54" /><Relationship Type="http://schemas.openxmlformats.org/officeDocument/2006/relationships/slide" Target="/ppt/slides/slide4.xml" Id="Rfcacf30700d04aae" /><Relationship Type="http://schemas.openxmlformats.org/officeDocument/2006/relationships/slide" Target="/ppt/slides/slide5.xml" Id="R0230e59ff2874128" /><Relationship Type="http://schemas.openxmlformats.org/officeDocument/2006/relationships/slide" Target="/ppt/slides/slide6.xml" Id="R6e95971c7cc24206" /><Relationship Type="http://schemas.openxmlformats.org/officeDocument/2006/relationships/slide" Target="/ppt/slides/slide7.xml" Id="R22ade5afa26e4c90" /><Relationship Type="http://schemas.openxmlformats.org/officeDocument/2006/relationships/slide" Target="/ppt/slides/slide8.xml" Id="Rcea757898040499c" /><Relationship Type="http://schemas.openxmlformats.org/officeDocument/2006/relationships/slide" Target="/ppt/slides/slide9.xml" Id="R5869595da8ad412e" /><Relationship Type="http://schemas.openxmlformats.org/officeDocument/2006/relationships/slide" Target="/ppt/slides/slide10.xml" Id="Rf72e114a11a94e6a" /><Relationship Type="http://schemas.openxmlformats.org/officeDocument/2006/relationships/slide" Target="/ppt/slides/slide11.xml" Id="R03c72e92cf8a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b62d27f2f4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070646efe40c7" /><Relationship Type="http://schemas.openxmlformats.org/officeDocument/2006/relationships/notesMaster" Target="/ppt/notesMasters/notesMaster1.xml" Id="Rab2e7e8b23de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6376bfe074830" /><Relationship Type="http://schemas.openxmlformats.org/officeDocument/2006/relationships/notesMaster" Target="/ppt/notesMasters/notesMaster1.xml" Id="Rd6e5aace31b4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7c61e717244a4" /><Relationship Type="http://schemas.openxmlformats.org/officeDocument/2006/relationships/notesMaster" Target="/ppt/notesMasters/notesMaster1.xml" Id="Ree471a3fde59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980333a86f41f0" /><Relationship Type="http://schemas.openxmlformats.org/officeDocument/2006/relationships/notesMaster" Target="/ppt/notesMasters/notesMaster1.xml" Id="Rc11b5a4bfec0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fa725ed1b34332" /><Relationship Type="http://schemas.openxmlformats.org/officeDocument/2006/relationships/notesMaster" Target="/ppt/notesMasters/notesMaster1.xml" Id="R2ac0017dfe9b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48522878e43ba" /><Relationship Type="http://schemas.openxmlformats.org/officeDocument/2006/relationships/notesMaster" Target="/ppt/notesMasters/notesMaster1.xml" Id="R52b06e13482a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e8eda8191240d5" /><Relationship Type="http://schemas.openxmlformats.org/officeDocument/2006/relationships/notesMaster" Target="/ppt/notesMasters/notesMaster1.xml" Id="R1e742c801e8d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5ce787994e45c7" /><Relationship Type="http://schemas.openxmlformats.org/officeDocument/2006/relationships/notesMaster" Target="/ppt/notesMasters/notesMaster1.xml" Id="R62cb240a0b654d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0cc3d82d50497e" /><Relationship Type="http://schemas.openxmlformats.org/officeDocument/2006/relationships/notesMaster" Target="/ppt/notesMasters/notesMaster1.xml" Id="R46bd403efc8544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c05f31bb5a446e" /><Relationship Type="http://schemas.openxmlformats.org/officeDocument/2006/relationships/notesMaster" Target="/ppt/notesMasters/notesMaster1.xml" Id="R6511b317cc664a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8fe904f43e471a" /><Relationship Type="http://schemas.openxmlformats.org/officeDocument/2006/relationships/notesMaster" Target="/ppt/notesMasters/notesMaster1.xml" Id="Rf15ef4c550d2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platform as community infrastructure, not simply a website.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Hero artwork: user-provided hero.jpg, also used by the live TNR election portal.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member dashboard to show how identity, services, records and communication meet in one interface.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 portal dashboard: user-provided tnr portal dashbaoard.png.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card front, QR-enabled back and certificate as one trust system rather than three separate documents.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Membership card: user-provided TNR Card.pdf, rendered from the original PDF.</a:t>
            </a:r>
          </a:p>
          <a:p xmlns:a="http://schemas.openxmlformats.org/drawingml/2006/main">
            <a:r>
              <a:t>- Membership certificate: user-provided tnr certificate.pdf, rendered from the original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real AI Assistant screenshot to demonstrate that member guidance is already available within the platform.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AI Assistant screenshot: user-provided platform capture, ai-assistant-real.png.</a:t>
            </a:r>
          </a:p>
          <a:p xmlns:a="http://schemas.openxmlformats.org/drawingml/2006/main">
            <a:r>
              <a:t>- No real CV Builder screenshot was provided; the CV frame remains clearly labeled as a screenshot placeholder.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election portal verifies a registered email with a six-digit OTP, confirms member identity, supports a reviewed ballot, issues a unique receipt code, and publishes results views.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TNR Election Portal and process details: https://www.evotegb.com/election-portal, accessed 2026-08-04.</a:t>
            </a:r>
          </a:p>
          <a:p xmlns:a="http://schemas.openxmlformats.org/drawingml/2006/main">
            <a:r>
              <a:t>- Election results screenshot: user-provided platform capture, election-results-real.png.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proposed next-stage modules, not as already approved delivery commitments.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Roadmap framing informed by the live TNR public platform and current service architecture: https://www.evotegb.com/, accessed 2026-08-04.</a:t>
            </a:r>
          </a:p>
          <a:p xmlns:a="http://schemas.openxmlformats.org/drawingml/2006/main">
            <a:r>
              <a:t>- Membership services reviewed at https://www.evotegb.com/membership, accessed 2026-08-04.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community purpose: technology is the enabler, not the destination.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5a3befd04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0865a9fd58451c" /><Relationship Type="http://schemas.openxmlformats.org/officeDocument/2006/relationships/slideLayout" Target="/ppt/slideLayouts/slideLayout1.xml" Id="Rd991b78f5c66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91b78f5c66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ff6e9bde4e01" /><Relationship Type="http://schemas.openxmlformats.org/officeDocument/2006/relationships/image" Target="/ppt/media/image.png" Id="R76f6bb7d513c4822" /><Relationship Type="http://schemas.openxmlformats.org/officeDocument/2006/relationships/image" Target="/ppt/media/image2.png" Id="R3404ff3034ac4bd3" /><Relationship Type="http://schemas.openxmlformats.org/officeDocument/2006/relationships/notesSlide" Target="/ppt/notesSlides/notesSlide1.xml" Id="R86be76f4d6ce41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b4fbdb304d6e" /><Relationship Type="http://schemas.openxmlformats.org/officeDocument/2006/relationships/image" Target="/ppt/media/image3.png" Id="R0579dfaefa5d4740" /><Relationship Type="http://schemas.openxmlformats.org/officeDocument/2006/relationships/notesSlide" Target="/ppt/notesSlides/notesSlide2.xml" Id="R06c9276b631347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b1d95247a4733" /><Relationship Type="http://schemas.openxmlformats.org/officeDocument/2006/relationships/image" Target="/ppt/media/image4.png" Id="R4e01c157b2d047a0" /><Relationship Type="http://schemas.openxmlformats.org/officeDocument/2006/relationships/image" Target="/ppt/media/image.svg" Id="R72f9b27bbff94a29" /><Relationship Type="http://schemas.openxmlformats.org/officeDocument/2006/relationships/image" Target="/ppt/media/image5.png" Id="R42d3caaf770a4c58" /><Relationship Type="http://schemas.openxmlformats.org/officeDocument/2006/relationships/image" Target="/ppt/media/image2.svg" Id="Rcaa0f877bab6482d" /><Relationship Type="http://schemas.openxmlformats.org/officeDocument/2006/relationships/image" Target="/ppt/media/image6.png" Id="R30abed77cb7e409f" /><Relationship Type="http://schemas.openxmlformats.org/officeDocument/2006/relationships/image" Target="/ppt/media/image3.svg" Id="Rf7a4171fbfd54e54" /><Relationship Type="http://schemas.openxmlformats.org/officeDocument/2006/relationships/image" Target="/ppt/media/image7.png" Id="R6f915a342f2c4a4a" /><Relationship Type="http://schemas.openxmlformats.org/officeDocument/2006/relationships/image" Target="/ppt/media/image4.svg" Id="Rb087c3dd7a1741a7" /><Relationship Type="http://schemas.openxmlformats.org/officeDocument/2006/relationships/image" Target="/ppt/media/image8.png" Id="R6356f0848b184016" /><Relationship Type="http://schemas.openxmlformats.org/officeDocument/2006/relationships/image" Target="/ppt/media/image5.svg" Id="Ra6a0d6c8052a4577" /><Relationship Type="http://schemas.openxmlformats.org/officeDocument/2006/relationships/notesSlide" Target="/ppt/notesSlides/notesSlide3.xml" Id="R20566e45038c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522952ad84fb0" /><Relationship Type="http://schemas.openxmlformats.org/officeDocument/2006/relationships/image" Target="/ppt/media/image9.png" Id="R694fe2fd250b480c" /><Relationship Type="http://schemas.openxmlformats.org/officeDocument/2006/relationships/image" Target="/ppt/media/image6.svg" Id="R0f3fe2b6b7dd4f66" /><Relationship Type="http://schemas.openxmlformats.org/officeDocument/2006/relationships/image" Target="/ppt/media/image10.png" Id="Rd82c23e980ec442a" /><Relationship Type="http://schemas.openxmlformats.org/officeDocument/2006/relationships/image" Target="/ppt/media/image7.svg" Id="Rb2e742e14b8c425c" /><Relationship Type="http://schemas.openxmlformats.org/officeDocument/2006/relationships/image" Target="/ppt/media/image11.png" Id="R378f05569bb0410b" /><Relationship Type="http://schemas.openxmlformats.org/officeDocument/2006/relationships/image" Target="/ppt/media/image8.svg" Id="R200166391d6149f0" /><Relationship Type="http://schemas.openxmlformats.org/officeDocument/2006/relationships/image" Target="/ppt/media/image12.png" Id="Rdc49bda0008d4471" /><Relationship Type="http://schemas.openxmlformats.org/officeDocument/2006/relationships/image" Target="/ppt/media/image9.svg" Id="R6e426831b0f7402c" /><Relationship Type="http://schemas.openxmlformats.org/officeDocument/2006/relationships/image" Target="/ppt/media/image13.png" Id="Rf09979d24f3147fc" /><Relationship Type="http://schemas.openxmlformats.org/officeDocument/2006/relationships/image" Target="/ppt/media/image10.svg" Id="Rb851c64a90ae474f" /><Relationship Type="http://schemas.openxmlformats.org/officeDocument/2006/relationships/image" Target="/ppt/media/image14.png" Id="R92b89101dc9e4956" /><Relationship Type="http://schemas.openxmlformats.org/officeDocument/2006/relationships/image" Target="/ppt/media/image11.svg" Id="Rc32e1d92c66143b8" /><Relationship Type="http://schemas.openxmlformats.org/officeDocument/2006/relationships/image" Target="/ppt/media/image15.png" Id="Rddabf5054a964287" /><Relationship Type="http://schemas.openxmlformats.org/officeDocument/2006/relationships/image" Target="/ppt/media/image12.svg" Id="R713108f7677b4b61" /><Relationship Type="http://schemas.openxmlformats.org/officeDocument/2006/relationships/image" Target="/ppt/media/image16.png" Id="R48bdc32b9add4f5d" /><Relationship Type="http://schemas.openxmlformats.org/officeDocument/2006/relationships/image" Target="/ppt/media/image13.svg" Id="Rcbc1db8d471b4495" /><Relationship Type="http://schemas.openxmlformats.org/officeDocument/2006/relationships/image" Target="/ppt/media/image17.png" Id="R70862a832bce44fd" /><Relationship Type="http://schemas.openxmlformats.org/officeDocument/2006/relationships/image" Target="/ppt/media/image14.svg" Id="Rc041db9554184b42" /><Relationship Type="http://schemas.openxmlformats.org/officeDocument/2006/relationships/image" Target="/ppt/media/image18.png" Id="Rc1a599bc64274711" /><Relationship Type="http://schemas.openxmlformats.org/officeDocument/2006/relationships/image" Target="/ppt/media/image15.svg" Id="Rfdfd879821934947" /><Relationship Type="http://schemas.openxmlformats.org/officeDocument/2006/relationships/notesSlide" Target="/ppt/notesSlides/notesSlide4.xml" Id="R4163f630ef70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07f4f315f4615" /><Relationship Type="http://schemas.openxmlformats.org/officeDocument/2006/relationships/image" Target="/ppt/media/image19.png" Id="R8eb35a44307643ed" /><Relationship Type="http://schemas.openxmlformats.org/officeDocument/2006/relationships/image" Target="/ppt/media/image16.svg" Id="R826b7f0eb2f84f0b" /><Relationship Type="http://schemas.openxmlformats.org/officeDocument/2006/relationships/image" Target="/ppt/media/image20.png" Id="Rcc41410387af4bc3" /><Relationship Type="http://schemas.openxmlformats.org/officeDocument/2006/relationships/image" Target="/ppt/media/image17.svg" Id="R2f3461ab7f7540b9" /><Relationship Type="http://schemas.openxmlformats.org/officeDocument/2006/relationships/image" Target="/ppt/media/image21.png" Id="R53b29fa93dff45e7" /><Relationship Type="http://schemas.openxmlformats.org/officeDocument/2006/relationships/image" Target="/ppt/media/image18.svg" Id="R548a0ec4d4854bfe" /><Relationship Type="http://schemas.openxmlformats.org/officeDocument/2006/relationships/image" Target="/ppt/media/image22.png" Id="Rd1368e8c460c48ad" /><Relationship Type="http://schemas.openxmlformats.org/officeDocument/2006/relationships/image" Target="/ppt/media/image19.svg" Id="Rf5cd6cb54f5940e6" /><Relationship Type="http://schemas.openxmlformats.org/officeDocument/2006/relationships/image" Target="/ppt/media/image23.png" Id="Raa3fafe94bcb4586" /><Relationship Type="http://schemas.openxmlformats.org/officeDocument/2006/relationships/image" Target="/ppt/media/image20.svg" Id="Rcd277a24edce48f2" /><Relationship Type="http://schemas.openxmlformats.org/officeDocument/2006/relationships/image" Target="/ppt/media/image24.png" Id="R1ff049998ed44ebe" /><Relationship Type="http://schemas.openxmlformats.org/officeDocument/2006/relationships/image" Target="/ppt/media/image21.svg" Id="R5477d31654a5445e" /><Relationship Type="http://schemas.openxmlformats.org/officeDocument/2006/relationships/notesSlide" Target="/ppt/notesSlides/notesSlide5.xml" Id="Rb7a878c15a81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f788bba8546d6" /><Relationship Type="http://schemas.openxmlformats.org/officeDocument/2006/relationships/image" Target="/ppt/media/image25.png" Id="R4c2ee05114874059" /><Relationship Type="http://schemas.openxmlformats.org/officeDocument/2006/relationships/image" Target="/ppt/media/image26.png" Id="Re5e749d8a2c54cdd" /><Relationship Type="http://schemas.openxmlformats.org/officeDocument/2006/relationships/image" Target="/ppt/media/image27.png" Id="Rd737b39c4ba14065" /><Relationship Type="http://schemas.openxmlformats.org/officeDocument/2006/relationships/notesSlide" Target="/ppt/notesSlides/notesSlide6.xml" Id="R89e4027505084d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5677c92be4cec" /><Relationship Type="http://schemas.openxmlformats.org/officeDocument/2006/relationships/image" Target="/ppt/media/image28.png" Id="R0254045340cd422f" /><Relationship Type="http://schemas.openxmlformats.org/officeDocument/2006/relationships/image" Target="/ppt/media/image29.png" Id="R7d61c4b09e7140e1" /><Relationship Type="http://schemas.openxmlformats.org/officeDocument/2006/relationships/image" Target="/ppt/media/image22.svg" Id="R8b71a8b0867e4274" /><Relationship Type="http://schemas.openxmlformats.org/officeDocument/2006/relationships/image" Target="/ppt/media/image30.png" Id="R567e8e9c00734aa1" /><Relationship Type="http://schemas.openxmlformats.org/officeDocument/2006/relationships/image" Target="/ppt/media/image23.svg" Id="Rc0c50bb6e16f473e" /><Relationship Type="http://schemas.openxmlformats.org/officeDocument/2006/relationships/image" Target="/ppt/media/image31.png" Id="R4e85953e7f11446d" /><Relationship Type="http://schemas.openxmlformats.org/officeDocument/2006/relationships/image" Target="/ppt/media/image24.svg" Id="R734f16b19525473e" /><Relationship Type="http://schemas.openxmlformats.org/officeDocument/2006/relationships/image" Target="/ppt/media/image32.png" Id="Rd2b592a745384934" /><Relationship Type="http://schemas.openxmlformats.org/officeDocument/2006/relationships/image" Target="/ppt/media/image25.svg" Id="R8391c51f901b4a48" /><Relationship Type="http://schemas.openxmlformats.org/officeDocument/2006/relationships/image" Target="/ppt/media/image33.png" Id="R00da752c1498487b" /><Relationship Type="http://schemas.openxmlformats.org/officeDocument/2006/relationships/image" Target="/ppt/media/image26.svg" Id="Rdfbb9d81901d4a6c" /><Relationship Type="http://schemas.openxmlformats.org/officeDocument/2006/relationships/image" Target="/ppt/media/image34.png" Id="R50bce7a780f94254" /><Relationship Type="http://schemas.openxmlformats.org/officeDocument/2006/relationships/image" Target="/ppt/media/image27.svg" Id="Re0fe0911fc1b462a" /><Relationship Type="http://schemas.openxmlformats.org/officeDocument/2006/relationships/image" Target="/ppt/media/image35.png" Id="Rfd687ad875e948e5" /><Relationship Type="http://schemas.openxmlformats.org/officeDocument/2006/relationships/image" Target="/ppt/media/image28.svg" Id="R849a6c3e80a54850" /><Relationship Type="http://schemas.openxmlformats.org/officeDocument/2006/relationships/notesSlide" Target="/ppt/notesSlides/notesSlide7.xml" Id="R15604de0e8ef4f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703ab3b884527" /><Relationship Type="http://schemas.openxmlformats.org/officeDocument/2006/relationships/image" Target="/ppt/media/image36.png" Id="R4cbab70d82234de3" /><Relationship Type="http://schemas.openxmlformats.org/officeDocument/2006/relationships/image" Target="/ppt/media/image29.svg" Id="Rb4406d93bb5f4286" /><Relationship Type="http://schemas.openxmlformats.org/officeDocument/2006/relationships/image" Target="/ppt/media/image37.png" Id="R70148c91e5914711" /><Relationship Type="http://schemas.openxmlformats.org/officeDocument/2006/relationships/image" Target="/ppt/media/image30.svg" Id="Rbf467b6e9ef44821" /><Relationship Type="http://schemas.openxmlformats.org/officeDocument/2006/relationships/image" Target="/ppt/media/image38.png" Id="R9becb573a4cc4555" /><Relationship Type="http://schemas.openxmlformats.org/officeDocument/2006/relationships/image" Target="/ppt/media/image31.svg" Id="R54f659573c534f0c" /><Relationship Type="http://schemas.openxmlformats.org/officeDocument/2006/relationships/image" Target="/ppt/media/image39.png" Id="R46d0f04358024294" /><Relationship Type="http://schemas.openxmlformats.org/officeDocument/2006/relationships/image" Target="/ppt/media/image32.svg" Id="Rcf78937921384f60" /><Relationship Type="http://schemas.openxmlformats.org/officeDocument/2006/relationships/image" Target="/ppt/media/image40.png" Id="R24251aa0fdad4a02" /><Relationship Type="http://schemas.openxmlformats.org/officeDocument/2006/relationships/notesSlide" Target="/ppt/notesSlides/notesSlide8.xml" Id="Rc356ff02f4674a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66ec1e8d94317" /><Relationship Type="http://schemas.openxmlformats.org/officeDocument/2006/relationships/image" Target="/ppt/media/image41.png" Id="R641d978528b44cf2" /><Relationship Type="http://schemas.openxmlformats.org/officeDocument/2006/relationships/image" Target="/ppt/media/image33.svg" Id="R299366b62d2c4b5e" /><Relationship Type="http://schemas.openxmlformats.org/officeDocument/2006/relationships/image" Target="/ppt/media/image42.png" Id="Rcf290b42ba6d472f" /><Relationship Type="http://schemas.openxmlformats.org/officeDocument/2006/relationships/image" Target="/ppt/media/image34.svg" Id="Raadd9c549b6745e6" /><Relationship Type="http://schemas.openxmlformats.org/officeDocument/2006/relationships/image" Target="/ppt/media/image43.png" Id="Raf3302b9b8c1487a" /><Relationship Type="http://schemas.openxmlformats.org/officeDocument/2006/relationships/image" Target="/ppt/media/image35.svg" Id="Ra068415eb77d4a8c" /><Relationship Type="http://schemas.openxmlformats.org/officeDocument/2006/relationships/image" Target="/ppt/media/image44.png" Id="R7033b45b83be454d" /><Relationship Type="http://schemas.openxmlformats.org/officeDocument/2006/relationships/image" Target="/ppt/media/image36.svg" Id="R216a4ff5142b44a1" /><Relationship Type="http://schemas.openxmlformats.org/officeDocument/2006/relationships/image" Target="/ppt/media/image45.png" Id="R3a9d19628e974cbc" /><Relationship Type="http://schemas.openxmlformats.org/officeDocument/2006/relationships/image" Target="/ppt/media/image37.svg" Id="R2c2323f4b9b240d2" /><Relationship Type="http://schemas.openxmlformats.org/officeDocument/2006/relationships/image" Target="/ppt/media/image46.png" Id="Rb857e22983b24829" /><Relationship Type="http://schemas.openxmlformats.org/officeDocument/2006/relationships/image" Target="/ppt/media/image38.svg" Id="Rf82cc0c43ddd4178" /><Relationship Type="http://schemas.openxmlformats.org/officeDocument/2006/relationships/image" Target="/ppt/media/image47.png" Id="R2d1f22d7388a46cb" /><Relationship Type="http://schemas.openxmlformats.org/officeDocument/2006/relationships/image" Target="/ppt/media/image39.svg" Id="R5c86727a0ae74c0d" /><Relationship Type="http://schemas.openxmlformats.org/officeDocument/2006/relationships/image" Target="/ppt/media/image48.png" Id="R7b8b763b5adc442f" /><Relationship Type="http://schemas.openxmlformats.org/officeDocument/2006/relationships/image" Target="/ppt/media/image40.svg" Id="R3236c8792d834b03" /><Relationship Type="http://schemas.openxmlformats.org/officeDocument/2006/relationships/image" Target="/ppt/media/image49.png" Id="Ra7df2f1c1d5c4bd0" /><Relationship Type="http://schemas.openxmlformats.org/officeDocument/2006/relationships/image" Target="/ppt/media/image41.svg" Id="Rb5e0e5012e914736" /><Relationship Type="http://schemas.openxmlformats.org/officeDocument/2006/relationships/notesSlide" Target="/ppt/notesSlides/notesSlide9.xml" Id="R7197695ab8d54b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6327e0b94e21" /><Relationship Type="http://schemas.openxmlformats.org/officeDocument/2006/relationships/image" Target="/ppt/media/image50.png" Id="Rcbfe848a3b004f74" /><Relationship Type="http://schemas.openxmlformats.org/officeDocument/2006/relationships/image" Target="/ppt/media/image42.svg" Id="Rfad24fcfa94e4a15" /><Relationship Type="http://schemas.openxmlformats.org/officeDocument/2006/relationships/image" Target="/ppt/media/image51.png" Id="R31b740c4346c4bbd" /><Relationship Type="http://schemas.openxmlformats.org/officeDocument/2006/relationships/image" Target="/ppt/media/image43.svg" Id="R56eae204d4374877" /><Relationship Type="http://schemas.openxmlformats.org/officeDocument/2006/relationships/image" Target="/ppt/media/image52.png" Id="R839a13a1db9b4696" /><Relationship Type="http://schemas.openxmlformats.org/officeDocument/2006/relationships/image" Target="/ppt/media/image44.svg" Id="Ra3906233f0874cec" /><Relationship Type="http://schemas.openxmlformats.org/officeDocument/2006/relationships/image" Target="/ppt/media/image53.png" Id="R5c54e591864a4479" /><Relationship Type="http://schemas.openxmlformats.org/officeDocument/2006/relationships/image" Target="/ppt/media/image45.svg" Id="R239815c95b8046ad" /><Relationship Type="http://schemas.openxmlformats.org/officeDocument/2006/relationships/image" Target="/ppt/media/image54.png" Id="Rea3c66e5c687422e" /><Relationship Type="http://schemas.openxmlformats.org/officeDocument/2006/relationships/image" Target="/ppt/media/image46.svg" Id="R65c56a8ee3384285" /><Relationship Type="http://schemas.openxmlformats.org/officeDocument/2006/relationships/image" Target="/ppt/media/image55.png" Id="Re031381ceeb44ea4" /><Relationship Type="http://schemas.openxmlformats.org/officeDocument/2006/relationships/image" Target="/ppt/media/image47.svg" Id="Rc2287b52e423460a" /><Relationship Type="http://schemas.openxmlformats.org/officeDocument/2006/relationships/notesSlide" Target="/ppt/notesSlides/notesSlide10.xml" Id="R9f8d50faf07249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e24a0152045cb" /><Relationship Type="http://schemas.openxmlformats.org/officeDocument/2006/relationships/image" Target="/ppt/media/image56.png" Id="Rdfd8162441314c76" /><Relationship Type="http://schemas.openxmlformats.org/officeDocument/2006/relationships/notesSlide" Target="/ppt/notesSlides/notesSlide11.xml" Id="R86285c2952814b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6bb7d513c48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overlay">
            <a:extLst xmlns:a="http://schemas.openxmlformats.org/drawingml/2006/main">
              <a:ext uri="{FF2B5EF4-FFF2-40B4-BE49-F238E27FC236}">
                <a16:creationId xmlns:a16="http://schemas.microsoft.com/office/drawing/2014/main" id="{D87B6778-F587-4331-AF57-72CFD877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29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9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image-wash">
            <a:extLst xmlns:a="http://schemas.openxmlformats.org/drawingml/2006/main">
              <a:ext uri="{FF2B5EF4-FFF2-40B4-BE49-F238E27FC236}">
                <a16:creationId xmlns:a16="http://schemas.microsoft.com/office/drawing/2014/main" id="{8CB323EC-B982-4385-84F2-7E5C4DBB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4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3A47C9E0-A002-4727-B680-960DB6F2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logo-halo">
            <a:extLst xmlns:a="http://schemas.openxmlformats.org/drawingml/2006/main">
              <a:ext uri="{FF2B5EF4-FFF2-40B4-BE49-F238E27FC236}">
                <a16:creationId xmlns:a16="http://schemas.microsoft.com/office/drawing/2014/main" id="{285F8EAC-0438-49F4-B705-7E2CA00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8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4ff3034ac4bd3"/>
          <a:stretch xmlns:a="http://schemas.openxmlformats.org/drawingml/2006/main"/>
        </p:blipFill>
        <p:spPr>
          <a:xfrm xmlns:a="http://schemas.openxmlformats.org/drawingml/2006/main">
            <a:off x="752475" y="5048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7" name="cover-tag-line">
            <a:extLst xmlns:a="http://schemas.openxmlformats.org/drawingml/2006/main">
              <a:ext uri="{FF2B5EF4-FFF2-40B4-BE49-F238E27FC236}">
                <a16:creationId xmlns:a16="http://schemas.microsoft.com/office/drawing/2014/main" id="{6597CE7C-3BD1-4180-ADBE-F7B4DBF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42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A3FFB7-12E9-4D26-8BD4-F2BADA75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04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5FE3B36-7414-4C6C-B5EF-2CB0227B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0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0DC1D43E-BC79-482A-A373-0C20AA7D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3528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89DAB6-0435-40B7-82B8-5B611AF3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FAB22851-E7D4-4EE0-BCEB-BD033EAC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 xmlns:a="http://schemas.openxmlformats.org/drawingml/2006/main">
              <a:ext uri="{FF2B5EF4-FFF2-40B4-BE49-F238E27FC236}">
                <a16:creationId xmlns:a16="http://schemas.microsoft.com/office/drawing/2014/main" id="{BAC67B6B-E624-4BDE-8151-DBB3D70B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 xmlns:a="http://schemas.openxmlformats.org/drawingml/2006/main">
              <a:ext uri="{FF2B5EF4-FFF2-40B4-BE49-F238E27FC236}">
                <a16:creationId xmlns:a16="http://schemas.microsoft.com/office/drawing/2014/main" id="{F982777E-52E6-45BE-82C0-93B72A50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 xmlns:a="http://schemas.openxmlformats.org/drawingml/2006/main">
              <a:ext uri="{FF2B5EF4-FFF2-40B4-BE49-F238E27FC236}">
                <a16:creationId xmlns:a16="http://schemas.microsoft.com/office/drawing/2014/main" id="{5CA7320A-6B1B-426F-9672-48FEDD80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7222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EVOTEGB.COM</a:t>
            </a:r>
          </a:p>
        </p:txBody>
      </p:sp>
    </p:spTree>
    <p:extLst>
      <p:ext uri="{BB962C8B-B14F-4D97-AF65-F5344CB8AC3E}">
        <p14:creationId xmlns:p14="http://schemas.microsoft.com/office/powerpoint/2010/main" val="752055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CEFBFDF2-5A4A-40BA-B9E5-CB34FB6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F4D083BC-E88B-4F56-A541-CF9CDE72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2F95CE-EFF9-4A7A-B824-04D8C20B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2420FA-8EA7-4D0D-8EB3-718C3EF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 xmlns:a="http://schemas.openxmlformats.org/drawingml/2006/main">
              <a:ext uri="{FF2B5EF4-FFF2-40B4-BE49-F238E27FC236}">
                <a16:creationId xmlns:a16="http://schemas.microsoft.com/office/drawing/2014/main" id="{13FD8DAA-264A-4111-AA51-2B606297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240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y-kicker">
            <a:extLst xmlns:a="http://schemas.openxmlformats.org/drawingml/2006/main">
              <a:ext uri="{FF2B5EF4-FFF2-40B4-BE49-F238E27FC236}">
                <a16:creationId xmlns:a16="http://schemas.microsoft.com/office/drawing/2014/main" id="{4944830C-A4D3-4882-B357-3D69789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A20620E0-3F0C-404C-A3E2-663CC80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 xmlns:a="http://schemas.openxmlformats.org/drawingml/2006/main">
              <a:ext uri="{FF2B5EF4-FFF2-40B4-BE49-F238E27FC236}">
                <a16:creationId xmlns:a16="http://schemas.microsoft.com/office/drawing/2014/main" id="{42CCACF7-FE92-41B1-BE84-CC70206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 xmlns:a="http://schemas.openxmlformats.org/drawingml/2006/main">
              <a:ext uri="{FF2B5EF4-FFF2-40B4-BE49-F238E27FC236}">
                <a16:creationId xmlns:a16="http://schemas.microsoft.com/office/drawing/2014/main" id="{3F60CE39-2193-4119-A440-5D9A8A2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hy-label-0">
            <a:extLst xmlns:a="http://schemas.openxmlformats.org/drawingml/2006/main">
              <a:ext uri="{FF2B5EF4-FFF2-40B4-BE49-F238E27FC236}">
                <a16:creationId xmlns:a16="http://schemas.microsoft.com/office/drawing/2014/main" id="{5EFFAAB6-2BA9-43F0-800B-C6FB330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 xmlns:a="http://schemas.openxmlformats.org/drawingml/2006/main">
              <a:ext uri="{FF2B5EF4-FFF2-40B4-BE49-F238E27FC236}">
                <a16:creationId xmlns:a16="http://schemas.microsoft.com/office/drawing/2014/main" id="{DEA56DFD-E674-44EE-8503-02B62B2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hy-label-1">
            <a:extLst xmlns:a="http://schemas.openxmlformats.org/drawingml/2006/main">
              <a:ext uri="{FF2B5EF4-FFF2-40B4-BE49-F238E27FC236}">
                <a16:creationId xmlns:a16="http://schemas.microsoft.com/office/drawing/2014/main" id="{19930367-678F-4357-87EE-59D7F5D1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 xmlns:a="http://schemas.openxmlformats.org/drawingml/2006/main">
              <a:ext uri="{FF2B5EF4-FFF2-40B4-BE49-F238E27FC236}">
                <a16:creationId xmlns:a16="http://schemas.microsoft.com/office/drawing/2014/main" id="{4F287A09-BD6C-468F-B13A-E308F8D5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hy-label-2">
            <a:extLst xmlns:a="http://schemas.openxmlformats.org/drawingml/2006/main">
              <a:ext uri="{FF2B5EF4-FFF2-40B4-BE49-F238E27FC236}">
                <a16:creationId xmlns:a16="http://schemas.microsoft.com/office/drawing/2014/main" id="{C7B9BB62-7432-4A80-B159-9822D917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 xmlns:a="http://schemas.openxmlformats.org/drawingml/2006/main">
              <a:ext uri="{FF2B5EF4-FFF2-40B4-BE49-F238E27FC236}">
                <a16:creationId xmlns:a16="http://schemas.microsoft.com/office/drawing/2014/main" id="{B558AC2E-5322-49A0-9DB9-CE8B35FE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3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hy-label-3">
            <a:extLst xmlns:a="http://schemas.openxmlformats.org/drawingml/2006/main">
              <a:ext uri="{FF2B5EF4-FFF2-40B4-BE49-F238E27FC236}">
                <a16:creationId xmlns:a16="http://schemas.microsoft.com/office/drawing/2014/main" id="{6E712336-163E-4DF2-8033-B38C417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 xmlns:a="http://schemas.openxmlformats.org/drawingml/2006/main">
              <a:ext uri="{FF2B5EF4-FFF2-40B4-BE49-F238E27FC236}">
                <a16:creationId xmlns:a16="http://schemas.microsoft.com/office/drawing/2014/main" id="{3DD7DC6F-2BC4-4AAE-B86B-5A5F31D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hy-label-4">
            <a:extLst xmlns:a="http://schemas.openxmlformats.org/drawingml/2006/main">
              <a:ext uri="{FF2B5EF4-FFF2-40B4-BE49-F238E27FC236}">
                <a16:creationId xmlns:a16="http://schemas.microsoft.com/office/drawing/2014/main" id="{0B8D494B-6479-4C9E-BD57-A4095ED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 xmlns:a="http://schemas.openxmlformats.org/drawingml/2006/main">
              <a:ext uri="{FF2B5EF4-FFF2-40B4-BE49-F238E27FC236}">
                <a16:creationId xmlns:a16="http://schemas.microsoft.com/office/drawing/2014/main" id="{951CB2A7-719F-4A1B-96A5-E4B94604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24025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 xmlns:a="http://schemas.openxmlformats.org/drawingml/2006/main">
              <a:ext uri="{FF2B5EF4-FFF2-40B4-BE49-F238E27FC236}">
                <a16:creationId xmlns:a16="http://schemas.microsoft.com/office/drawing/2014/main" id="{5914729F-ACC5-45C2-B708-63333CE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962150"/>
            <a:ext cx="702945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29EFB76D-686B-4FD5-B785-A54DA23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828800"/>
            <a:ext cx="716280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9dfaefa5d4740"/>
          <a:stretch xmlns:a="http://schemas.openxmlformats.org/drawingml/2006/main"/>
        </p:blipFill>
        <p:spPr>
          <a:xfrm xmlns:a="http://schemas.openxmlformats.org/drawingml/2006/main">
            <a:off x="4672445" y="1962150"/>
            <a:ext cx="6504709" cy="4114800"/>
          </a:xfrm>
          <a:prstGeom xmlns:a="http://schemas.openxmlformats.org/drawingml/2006/main" prst="rect">
            <a:avLst/>
          </a:prstGeom>
        </p:spPr>
      </p:pic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20E73DB-9AD8-4AE0-9396-9227BF2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DA52A8AC-BCD4-4031-83EB-EAC6475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CB07E10-FFC7-4F2A-BF9E-3B8C60C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3786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4348D97B-7E01-41A0-BF9B-10D0E8B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AAB1F0B1-E5E5-493E-B019-6ADFCCF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638E2D-0F00-44BB-8519-CEE17D7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E378B8-403E-4829-AC01-39128B1A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 xmlns:a="http://schemas.openxmlformats.org/drawingml/2006/main">
              <a:ext uri="{FF2B5EF4-FFF2-40B4-BE49-F238E27FC236}">
                <a16:creationId xmlns:a16="http://schemas.microsoft.com/office/drawing/2014/main" id="{9F7AFB96-7CCB-4C24-88E1-5669B35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81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 xmlns:a="http://schemas.openxmlformats.org/drawingml/2006/main">
              <a:ext uri="{FF2B5EF4-FFF2-40B4-BE49-F238E27FC236}">
                <a16:creationId xmlns:a16="http://schemas.microsoft.com/office/drawing/2014/main" id="{18D1EED5-D411-43A2-8F85-43DE944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 xmlns:a="http://schemas.openxmlformats.org/drawingml/2006/main">
              <a:ext uri="{FF2B5EF4-FFF2-40B4-BE49-F238E27FC236}">
                <a16:creationId xmlns:a16="http://schemas.microsoft.com/office/drawing/2014/main" id="{B6B8D477-2E64-4F1C-83BA-8CAF486A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86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 xmlns:a="http://schemas.openxmlformats.org/drawingml/2006/main">
              <a:ext uri="{FF2B5EF4-FFF2-40B4-BE49-F238E27FC236}">
                <a16:creationId xmlns:a16="http://schemas.microsoft.com/office/drawing/2014/main" id="{A55768F5-DC85-475C-8E0A-7887BD49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 xmlns:a="http://schemas.openxmlformats.org/drawingml/2006/main">
              <a:ext uri="{FF2B5EF4-FFF2-40B4-BE49-F238E27FC236}">
                <a16:creationId xmlns:a16="http://schemas.microsoft.com/office/drawing/2014/main" id="{6924E21C-D060-46EA-A7DA-B8AAC70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 xmlns:a="http://schemas.openxmlformats.org/drawingml/2006/main">
              <a:ext uri="{FF2B5EF4-FFF2-40B4-BE49-F238E27FC236}">
                <a16:creationId xmlns:a16="http://schemas.microsoft.com/office/drawing/2014/main" id="{963850AD-C95B-4525-A636-CEA8748F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 xmlns:a="http://schemas.openxmlformats.org/drawingml/2006/main">
              <a:ext uri="{FF2B5EF4-FFF2-40B4-BE49-F238E27FC236}">
                <a16:creationId xmlns:a16="http://schemas.microsoft.com/office/drawing/2014/main" id="{E93F842D-6D80-4A83-B3B3-892F33F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1c157b2d047a0">
            <a:extLst>
              <a:ext uri="{96DAC541-7B7A-43D3-8B79-37D633B846F1}">
                <asvg:svgBlip xmlns:asvg="http://schemas.microsoft.com/office/drawing/2016/SVG/main" r:embed="R72f9b27bbff94a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124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vision-label-0">
            <a:extLst xmlns:a="http://schemas.openxmlformats.org/drawingml/2006/main">
              <a:ext uri="{FF2B5EF4-FFF2-40B4-BE49-F238E27FC236}">
                <a16:creationId xmlns:a16="http://schemas.microsoft.com/office/drawing/2014/main" id="{1D93D07A-98E8-485E-BF64-F191D87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 xmlns:a="http://schemas.openxmlformats.org/drawingml/2006/main">
              <a:ext uri="{FF2B5EF4-FFF2-40B4-BE49-F238E27FC236}">
                <a16:creationId xmlns:a16="http://schemas.microsoft.com/office/drawing/2014/main" id="{773F5DBB-5687-40F1-B3E7-B6CCE00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 xmlns:a="http://schemas.openxmlformats.org/drawingml/2006/main">
              <a:ext uri="{FF2B5EF4-FFF2-40B4-BE49-F238E27FC236}">
                <a16:creationId xmlns:a16="http://schemas.microsoft.com/office/drawing/2014/main" id="{1B8F3749-4D0F-446E-9EBB-78FFB4B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 xmlns:a="http://schemas.openxmlformats.org/drawingml/2006/main">
              <a:ext uri="{FF2B5EF4-FFF2-40B4-BE49-F238E27FC236}">
                <a16:creationId xmlns:a16="http://schemas.microsoft.com/office/drawing/2014/main" id="{5D08A257-B7D8-4AAC-97B9-4AE8BAB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3caaf770a4c58">
            <a:extLst>
              <a:ext uri="{96DAC541-7B7A-43D3-8B79-37D633B846F1}">
                <asvg:svgBlip xmlns:asvg="http://schemas.microsoft.com/office/drawing/2016/SVG/main" r:embed="Rcaa0f877bab648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vision-label-1">
            <a:extLst xmlns:a="http://schemas.openxmlformats.org/drawingml/2006/main">
              <a:ext uri="{FF2B5EF4-FFF2-40B4-BE49-F238E27FC236}">
                <a16:creationId xmlns:a16="http://schemas.microsoft.com/office/drawing/2014/main" id="{76BC8B4B-2169-4E2A-968D-99755CC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 xmlns:a="http://schemas.openxmlformats.org/drawingml/2006/main">
              <a:ext uri="{FF2B5EF4-FFF2-40B4-BE49-F238E27FC236}">
                <a16:creationId xmlns:a16="http://schemas.microsoft.com/office/drawing/2014/main" id="{FBDEF645-FF64-4F08-BADB-654FB92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 xmlns:a="http://schemas.openxmlformats.org/drawingml/2006/main">
              <a:ext uri="{FF2B5EF4-FFF2-40B4-BE49-F238E27FC236}">
                <a16:creationId xmlns:a16="http://schemas.microsoft.com/office/drawing/2014/main" id="{27BC43F2-AD2D-4361-8834-6B64B405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 xmlns:a="http://schemas.openxmlformats.org/drawingml/2006/main">
              <a:ext uri="{FF2B5EF4-FFF2-40B4-BE49-F238E27FC236}">
                <a16:creationId xmlns:a16="http://schemas.microsoft.com/office/drawing/2014/main" id="{8298B935-0AED-4319-9DC7-16546359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bed77cb7e409f">
            <a:extLst>
              <a:ext uri="{96DAC541-7B7A-43D3-8B79-37D633B846F1}">
                <asvg:svgBlip xmlns:asvg="http://schemas.microsoft.com/office/drawing/2016/SVG/main" r:embed="Rf7a4171fbfd54e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3705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3" name="vision-label-2">
            <a:extLst xmlns:a="http://schemas.openxmlformats.org/drawingml/2006/main">
              <a:ext uri="{FF2B5EF4-FFF2-40B4-BE49-F238E27FC236}">
                <a16:creationId xmlns:a16="http://schemas.microsoft.com/office/drawing/2014/main" id="{6ABC1C89-4D95-43AF-8BD2-540BF362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 xmlns:a="http://schemas.openxmlformats.org/drawingml/2006/main">
              <a:ext uri="{FF2B5EF4-FFF2-40B4-BE49-F238E27FC236}">
                <a16:creationId xmlns:a16="http://schemas.microsoft.com/office/drawing/2014/main" id="{5D78CA8D-99DF-4AC5-9885-1D28653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 xmlns:a="http://schemas.openxmlformats.org/drawingml/2006/main">
              <a:ext uri="{FF2B5EF4-FFF2-40B4-BE49-F238E27FC236}">
                <a16:creationId xmlns:a16="http://schemas.microsoft.com/office/drawing/2014/main" id="{543D118C-3B9C-48A0-9952-5EC7106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 xmlns:a="http://schemas.openxmlformats.org/drawingml/2006/main">
              <a:ext uri="{FF2B5EF4-FFF2-40B4-BE49-F238E27FC236}">
                <a16:creationId xmlns:a16="http://schemas.microsoft.com/office/drawing/2014/main" id="{7638C980-A6C6-4DE2-8829-CC8B2515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48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5a342f2c4a4a">
            <a:extLst>
              <a:ext uri="{96DAC541-7B7A-43D3-8B79-37D633B846F1}">
                <asvg:svgBlip xmlns:asvg="http://schemas.microsoft.com/office/drawing/2016/SVG/main" r:embed="Rb087c3dd7a1741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4495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vision-label-3">
            <a:extLst xmlns:a="http://schemas.openxmlformats.org/drawingml/2006/main">
              <a:ext uri="{FF2B5EF4-FFF2-40B4-BE49-F238E27FC236}">
                <a16:creationId xmlns:a16="http://schemas.microsoft.com/office/drawing/2014/main" id="{61FCB84F-BE3A-4C0A-872A-BEDFD09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 xmlns:a="http://schemas.openxmlformats.org/drawingml/2006/main">
              <a:ext uri="{FF2B5EF4-FFF2-40B4-BE49-F238E27FC236}">
                <a16:creationId xmlns:a16="http://schemas.microsoft.com/office/drawing/2014/main" id="{30AE72A0-271F-4914-9658-A927186D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 xmlns:a="http://schemas.openxmlformats.org/drawingml/2006/main">
              <a:ext uri="{FF2B5EF4-FFF2-40B4-BE49-F238E27FC236}">
                <a16:creationId xmlns:a16="http://schemas.microsoft.com/office/drawing/2014/main" id="{6DF5E0EA-F32F-4F8C-BD9A-F0AB741F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 xmlns:a="http://schemas.openxmlformats.org/drawingml/2006/main">
              <a:ext uri="{FF2B5EF4-FFF2-40B4-BE49-F238E27FC236}">
                <a16:creationId xmlns:a16="http://schemas.microsoft.com/office/drawing/2014/main" id="{314BD062-E10A-484B-BEF4-3CCEB51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6f0848b184016">
            <a:extLst>
              <a:ext uri="{96DAC541-7B7A-43D3-8B79-37D633B846F1}">
                <asvg:svgBlip xmlns:asvg="http://schemas.microsoft.com/office/drawing/2016/SVG/main" r:embed="Ra6a0d6c8052a45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528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vision-label-4">
            <a:extLst xmlns:a="http://schemas.openxmlformats.org/drawingml/2006/main">
              <a:ext uri="{FF2B5EF4-FFF2-40B4-BE49-F238E27FC236}">
                <a16:creationId xmlns:a16="http://schemas.microsoft.com/office/drawing/2014/main" id="{E468619D-0668-46ED-95AD-B58F9B3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29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 xmlns:a="http://schemas.openxmlformats.org/drawingml/2006/main">
              <a:ext uri="{FF2B5EF4-FFF2-40B4-BE49-F238E27FC236}">
                <a16:creationId xmlns:a16="http://schemas.microsoft.com/office/drawing/2014/main" id="{49F27730-71C1-4981-B339-20A50CE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970138B-0E3E-43F5-9FD2-6497D85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983AFB6F-A23C-4D20-B97E-FFBBF5B8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F2D1A82-BA01-411C-98DF-69100DE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9603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A98B58E6-FCF0-4CD3-977D-DC54516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277FBC49-551A-47F0-AD4D-F5D4DE05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9B98BF-9646-4918-B056-93D1657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A92EEF-1071-430F-97D2-FE52351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 xmlns:a="http://schemas.openxmlformats.org/drawingml/2006/main">
              <a:ext uri="{FF2B5EF4-FFF2-40B4-BE49-F238E27FC236}">
                <a16:creationId xmlns:a16="http://schemas.microsoft.com/office/drawing/2014/main" id="{4AF62704-BCF0-4CED-ADA7-2F62402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ules-big-number">
            <a:extLst xmlns:a="http://schemas.openxmlformats.org/drawingml/2006/main">
              <a:ext uri="{FF2B5EF4-FFF2-40B4-BE49-F238E27FC236}">
                <a16:creationId xmlns:a16="http://schemas.microsoft.com/office/drawing/2014/main" id="{817E10C2-6521-4894-AAEF-D1607A17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 xmlns:a="http://schemas.openxmlformats.org/drawingml/2006/main">
              <a:ext uri="{FF2B5EF4-FFF2-40B4-BE49-F238E27FC236}">
                <a16:creationId xmlns:a16="http://schemas.microsoft.com/office/drawing/2014/main" id="{492F8306-F3A3-491D-89F4-C3B86D42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 xmlns:a="http://schemas.openxmlformats.org/drawingml/2006/main">
              <a:ext uri="{FF2B5EF4-FFF2-40B4-BE49-F238E27FC236}">
                <a16:creationId xmlns:a16="http://schemas.microsoft.com/office/drawing/2014/main" id="{4067E232-E23F-4E73-8785-20EA5B9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45243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 xmlns:a="http://schemas.openxmlformats.org/drawingml/2006/main">
              <a:ext uri="{FF2B5EF4-FFF2-40B4-BE49-F238E27FC236}">
                <a16:creationId xmlns:a16="http://schemas.microsoft.com/office/drawing/2014/main" id="{7DAF751A-FE59-493C-8F0F-5623857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 xmlns:a="http://schemas.openxmlformats.org/drawingml/2006/main">
              <a:ext uri="{FF2B5EF4-FFF2-40B4-BE49-F238E27FC236}">
                <a16:creationId xmlns:a16="http://schemas.microsoft.com/office/drawing/2014/main" id="{4C572FCA-4FB6-4A89-976A-444E2B67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 xmlns:a="http://schemas.openxmlformats.org/drawingml/2006/main">
              <a:ext uri="{FF2B5EF4-FFF2-40B4-BE49-F238E27FC236}">
                <a16:creationId xmlns:a16="http://schemas.microsoft.com/office/drawing/2014/main" id="{6D3D7C76-0518-4F80-B702-493A5A9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 xmlns:a="http://schemas.openxmlformats.org/drawingml/2006/main">
              <a:ext uri="{FF2B5EF4-FFF2-40B4-BE49-F238E27FC236}">
                <a16:creationId xmlns:a16="http://schemas.microsoft.com/office/drawing/2014/main" id="{99CDF6E2-7948-4121-B47C-2E14D592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0955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 xmlns:a="http://schemas.openxmlformats.org/drawingml/2006/main">
              <a:ext uri="{FF2B5EF4-FFF2-40B4-BE49-F238E27FC236}">
                <a16:creationId xmlns:a16="http://schemas.microsoft.com/office/drawing/2014/main" id="{04AEFC17-F154-4876-B81A-86D8F25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fe2fd250b480c">
            <a:extLst>
              <a:ext uri="{96DAC541-7B7A-43D3-8B79-37D633B846F1}">
                <asvg:svgBlip xmlns:asvg="http://schemas.microsoft.com/office/drawing/2016/SVG/main" r:embed="R0f3fe2b6b7dd4f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5" name="module-left-0-label">
            <a:extLst xmlns:a="http://schemas.openxmlformats.org/drawingml/2006/main">
              <a:ext uri="{FF2B5EF4-FFF2-40B4-BE49-F238E27FC236}">
                <a16:creationId xmlns:a16="http://schemas.microsoft.com/office/drawing/2014/main" id="{3DD381B4-69E6-45C1-907C-169388AA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47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 xmlns:a="http://schemas.openxmlformats.org/drawingml/2006/main">
              <a:ext uri="{FF2B5EF4-FFF2-40B4-BE49-F238E27FC236}">
                <a16:creationId xmlns:a16="http://schemas.microsoft.com/office/drawing/2014/main" id="{E4534C7F-8114-4E25-B528-957C6325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c23e980ec442a">
            <a:extLst>
              <a:ext uri="{96DAC541-7B7A-43D3-8B79-37D633B846F1}">
                <asvg:svgBlip xmlns:asvg="http://schemas.microsoft.com/office/drawing/2016/SVG/main" r:embed="Rb2e742e14b8c42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module-left-1-label">
            <a:extLst xmlns:a="http://schemas.openxmlformats.org/drawingml/2006/main">
              <a:ext uri="{FF2B5EF4-FFF2-40B4-BE49-F238E27FC236}">
                <a16:creationId xmlns:a16="http://schemas.microsoft.com/office/drawing/2014/main" id="{96847E99-E7D2-4441-88D9-1D01FF0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 xmlns:a="http://schemas.openxmlformats.org/drawingml/2006/main">
              <a:ext uri="{FF2B5EF4-FFF2-40B4-BE49-F238E27FC236}">
                <a16:creationId xmlns:a16="http://schemas.microsoft.com/office/drawing/2014/main" id="{A5577E93-239B-4626-B726-2008314A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f05569bb0410b">
            <a:extLst>
              <a:ext uri="{96DAC541-7B7A-43D3-8B79-37D633B846F1}">
                <asvg:svgBlip xmlns:asvg="http://schemas.microsoft.com/office/drawing/2016/SVG/main" r:embed="R200166391d6149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1" name="module-left-2-label">
            <a:extLst xmlns:a="http://schemas.openxmlformats.org/drawingml/2006/main">
              <a:ext uri="{FF2B5EF4-FFF2-40B4-BE49-F238E27FC236}">
                <a16:creationId xmlns:a16="http://schemas.microsoft.com/office/drawing/2014/main" id="{C72F4FBA-9864-4347-87E8-9D32427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33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 xmlns:a="http://schemas.openxmlformats.org/drawingml/2006/main">
              <a:ext uri="{FF2B5EF4-FFF2-40B4-BE49-F238E27FC236}">
                <a16:creationId xmlns:a16="http://schemas.microsoft.com/office/drawing/2014/main" id="{415C2CEE-2252-4B95-A35B-9786570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9bda0008d4471">
            <a:extLst>
              <a:ext uri="{96DAC541-7B7A-43D3-8B79-37D633B846F1}">
                <asvg:svgBlip xmlns:asvg="http://schemas.microsoft.com/office/drawing/2016/SVG/main" r:embed="R6e426831b0f740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4" name="module-left-3-label">
            <a:extLst xmlns:a="http://schemas.openxmlformats.org/drawingml/2006/main">
              <a:ext uri="{FF2B5EF4-FFF2-40B4-BE49-F238E27FC236}">
                <a16:creationId xmlns:a16="http://schemas.microsoft.com/office/drawing/2014/main" id="{0ECE3320-C5C7-409B-9BEE-98DED2D6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 xmlns:a="http://schemas.openxmlformats.org/drawingml/2006/main">
              <a:ext uri="{FF2B5EF4-FFF2-40B4-BE49-F238E27FC236}">
                <a16:creationId xmlns:a16="http://schemas.microsoft.com/office/drawing/2014/main" id="{DBF189BF-8305-46EC-A0D7-8BCDB75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979d24f3147fc">
            <a:extLst>
              <a:ext uri="{96DAC541-7B7A-43D3-8B79-37D633B846F1}">
                <asvg:svgBlip xmlns:asvg="http://schemas.microsoft.com/office/drawing/2016/SVG/main" r:embed="Rb851c64a90ae47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module-left-4-label">
            <a:extLst xmlns:a="http://schemas.openxmlformats.org/drawingml/2006/main">
              <a:ext uri="{FF2B5EF4-FFF2-40B4-BE49-F238E27FC236}">
                <a16:creationId xmlns:a16="http://schemas.microsoft.com/office/drawing/2014/main" id="{728097E0-BC70-49A3-91FA-FCA6EF53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 xmlns:a="http://schemas.openxmlformats.org/drawingml/2006/main">
              <a:ext uri="{FF2B5EF4-FFF2-40B4-BE49-F238E27FC236}">
                <a16:creationId xmlns:a16="http://schemas.microsoft.com/office/drawing/2014/main" id="{53C0B5D1-56BA-4FC7-8869-854AE7B6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89101dc9e4956">
            <a:extLst>
              <a:ext uri="{96DAC541-7B7A-43D3-8B79-37D633B846F1}">
                <asvg:svgBlip xmlns:asvg="http://schemas.microsoft.com/office/drawing/2016/SVG/main" r:embed="Rc32e1d92c66143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0" name="module-right-0-label">
            <a:extLst xmlns:a="http://schemas.openxmlformats.org/drawingml/2006/main">
              <a:ext uri="{FF2B5EF4-FFF2-40B4-BE49-F238E27FC236}">
                <a16:creationId xmlns:a16="http://schemas.microsoft.com/office/drawing/2014/main" id="{50F67AA8-9285-4794-BE58-EAEE52B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479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 xmlns:a="http://schemas.openxmlformats.org/drawingml/2006/main">
              <a:ext uri="{FF2B5EF4-FFF2-40B4-BE49-F238E27FC236}">
                <a16:creationId xmlns:a16="http://schemas.microsoft.com/office/drawing/2014/main" id="{2886E51D-8E9D-43E1-B120-95640914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bf5054a964287">
            <a:extLst>
              <a:ext uri="{96DAC541-7B7A-43D3-8B79-37D633B846F1}">
                <asvg:svgBlip xmlns:asvg="http://schemas.microsoft.com/office/drawing/2016/SVG/main" r:embed="R713108f7677b4b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module-right-1-label">
            <a:extLst xmlns:a="http://schemas.openxmlformats.org/drawingml/2006/main">
              <a:ext uri="{FF2B5EF4-FFF2-40B4-BE49-F238E27FC236}">
                <a16:creationId xmlns:a16="http://schemas.microsoft.com/office/drawing/2014/main" id="{D69086E3-63CA-4BF3-87F6-8E71190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 xmlns:a="http://schemas.openxmlformats.org/drawingml/2006/main">
              <a:ext uri="{FF2B5EF4-FFF2-40B4-BE49-F238E27FC236}">
                <a16:creationId xmlns:a16="http://schemas.microsoft.com/office/drawing/2014/main" id="{374F0F94-61C8-4F50-963C-4B825E0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dc32b9add4f5d">
            <a:extLst>
              <a:ext uri="{96DAC541-7B7A-43D3-8B79-37D633B846F1}">
                <asvg:svgBlip xmlns:asvg="http://schemas.microsoft.com/office/drawing/2016/SVG/main" r:embed="Rcbc1db8d471b44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6" name="module-right-2-label">
            <a:extLst xmlns:a="http://schemas.openxmlformats.org/drawingml/2006/main">
              <a:ext uri="{FF2B5EF4-FFF2-40B4-BE49-F238E27FC236}">
                <a16:creationId xmlns:a16="http://schemas.microsoft.com/office/drawing/2014/main" id="{A9D777E9-34F5-4204-A8BD-F1A41C0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 xmlns:a="http://schemas.openxmlformats.org/drawingml/2006/main">
              <a:ext uri="{FF2B5EF4-FFF2-40B4-BE49-F238E27FC236}">
                <a16:creationId xmlns:a16="http://schemas.microsoft.com/office/drawing/2014/main" id="{E417A633-E51C-4A5B-9587-B3B7D555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62a832bce44fd">
            <a:extLst>
              <a:ext uri="{96DAC541-7B7A-43D3-8B79-37D633B846F1}">
                <asvg:svgBlip xmlns:asvg="http://schemas.microsoft.com/office/drawing/2016/SVG/main" r:embed="Rc041db9554184b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9" name="module-right-3-label">
            <a:extLst xmlns:a="http://schemas.openxmlformats.org/drawingml/2006/main">
              <a:ext uri="{FF2B5EF4-FFF2-40B4-BE49-F238E27FC236}">
                <a16:creationId xmlns:a16="http://schemas.microsoft.com/office/drawing/2014/main" id="{577408B1-452F-452E-9A4B-16F6D2B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 xmlns:a="http://schemas.openxmlformats.org/drawingml/2006/main">
              <a:ext uri="{FF2B5EF4-FFF2-40B4-BE49-F238E27FC236}">
                <a16:creationId xmlns:a16="http://schemas.microsoft.com/office/drawing/2014/main" id="{DFC484C5-D054-4439-A7FA-5B452E1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599bc64274711">
            <a:extLst>
              <a:ext uri="{96DAC541-7B7A-43D3-8B79-37D633B846F1}">
                <asvg:svgBlip xmlns:asvg="http://schemas.microsoft.com/office/drawing/2016/SVG/main" r:embed="Rfdfd8798219349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42" name="module-right-4-label">
            <a:extLst xmlns:a="http://schemas.openxmlformats.org/drawingml/2006/main">
              <a:ext uri="{FF2B5EF4-FFF2-40B4-BE49-F238E27FC236}">
                <a16:creationId xmlns:a16="http://schemas.microsoft.com/office/drawing/2014/main" id="{13E5DA10-E004-4B08-9468-73ABD0AC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38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761396B-A91A-47F4-9C2C-B4A446A7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05ACC621-88D2-4A02-AD49-6AE61BF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8CBC9AB-1629-4C99-881C-7539F54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3423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4277EEC3-2B45-46F4-AB74-EA91726F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21878391-FDA2-47A2-B309-27EA2A3A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06367-AA2E-418C-82AF-75E0619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79F30F-C9AC-4623-A34F-E8283385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 xmlns:a="http://schemas.openxmlformats.org/drawingml/2006/main">
              <a:ext uri="{FF2B5EF4-FFF2-40B4-BE49-F238E27FC236}">
                <a16:creationId xmlns:a16="http://schemas.microsoft.com/office/drawing/2014/main" id="{040E044A-E6D2-46A2-B2CA-431BCC0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347662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5DB9ECDD-24C0-4EFF-8034-C49E6391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3919AF55-7FF6-4543-BC82-CAC8285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EF642BF9-9058-45B5-ADEF-3C5D8A0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DF2A91CE-DE9B-4B1B-82B5-0E3669E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arrow-4">
            <a:extLst xmlns:a="http://schemas.openxmlformats.org/drawingml/2006/main">
              <a:ext uri="{FF2B5EF4-FFF2-40B4-BE49-F238E27FC236}">
                <a16:creationId xmlns:a16="http://schemas.microsoft.com/office/drawing/2014/main" id="{97E1998C-5F5B-444C-BEE9-D3D4A08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B7B9ED62-EA49-4590-BC69-B63F241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2A531917-56BB-4571-A2AD-01DF2C3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35a44307643ed">
            <a:extLst>
              <a:ext uri="{96DAC541-7B7A-43D3-8B79-37D633B846F1}">
                <asvg:svgBlip xmlns:asvg="http://schemas.microsoft.com/office/drawing/2016/SVG/main" r:embed="R826b7f0eb2f84f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4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0D9731C9-7202-4131-9123-C4A2A99A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129571B7-7FEA-4D25-B9C9-0BF19BE3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0BF7047E-7C79-4485-A959-9533BAFD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11CA291A-5448-4FE7-AC09-CF4C89E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1410387af4bc3">
            <a:extLst>
              <a:ext uri="{96DAC541-7B7A-43D3-8B79-37D633B846F1}">
                <asvg:svgBlip xmlns:asvg="http://schemas.microsoft.com/office/drawing/2016/SVG/main" r:embed="R2f3461ab7f7540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097E1BD2-97A5-4F14-800C-37303C3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D6DA0DCC-0539-4AB9-802B-07AB955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B954690A-9B2A-4C57-92FE-29D9891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CC556F4B-49EF-4E18-AA4D-B1A2074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29fa93dff45e7">
            <a:extLst>
              <a:ext uri="{96DAC541-7B7A-43D3-8B79-37D633B846F1}">
                <asvg:svgBlip xmlns:asvg="http://schemas.microsoft.com/office/drawing/2016/SVG/main" r:embed="R548a0ec4d4854b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A8576CD5-7DF5-46B2-AB8A-CB7BF11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37057215-9DD4-49D6-B136-60865CB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0FF33DD2-7110-4615-A677-8D438BE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3536A814-2C0E-44B5-A209-F52546C1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68e8c460c48ad">
            <a:extLst>
              <a:ext uri="{96DAC541-7B7A-43D3-8B79-37D633B846F1}">
                <asvg:svgBlip xmlns:asvg="http://schemas.microsoft.com/office/drawing/2016/SVG/main" r:embed="Rf5cd6cb54f5940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484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2F30A82C-E9F9-484D-B104-16EF2348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9A3136E1-CC38-450B-858C-97030219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81A33775-B532-4224-9C40-91FC6877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898FFA4F-C928-4222-9E25-41C389B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fafe94bcb4586">
            <a:extLst>
              <a:ext uri="{96DAC541-7B7A-43D3-8B79-37D633B846F1}">
                <asvg:svgBlip xmlns:asvg="http://schemas.microsoft.com/office/drawing/2016/SVG/main" r:embed="Rcd277a24edce48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4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DE6BCA75-FB3F-4815-87EC-C67584D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1D91FC83-AE87-4A63-8432-75FD4961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 xmlns:a="http://schemas.openxmlformats.org/drawingml/2006/main">
              <a:ext uri="{FF2B5EF4-FFF2-40B4-BE49-F238E27FC236}">
                <a16:creationId xmlns:a16="http://schemas.microsoft.com/office/drawing/2014/main" id="{AE61BFF9-A007-48BB-9EAD-527E16C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36C11B2A-7607-4030-9804-335826E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049998ed44ebe">
            <a:extLst>
              <a:ext uri="{96DAC541-7B7A-43D3-8B79-37D633B846F1}">
                <asvg:svgBlip xmlns:asvg="http://schemas.microsoft.com/office/drawing/2016/SVG/main" r:embed="R5477d31654a544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203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0D9FA027-B56E-404C-A92E-C14CF67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750186FA-5A1A-4102-B526-195A8B1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365CE265-A82D-4E9A-A75B-19E24EF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286375"/>
            <a:ext cx="552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journey-outcome-text">
            <a:extLst xmlns:a="http://schemas.openxmlformats.org/drawingml/2006/main">
              <a:ext uri="{FF2B5EF4-FFF2-40B4-BE49-F238E27FC236}">
                <a16:creationId xmlns:a16="http://schemas.microsoft.com/office/drawing/2014/main" id="{43B37A9C-F8F3-4117-8130-22CD3677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9F606E35-C642-4627-844C-D4222E0F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72245678-FDCE-4B87-9F84-D4EBAE31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CC17471-E45C-4E30-8487-B0B5F3C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8166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1AC4082A-D46D-4CBA-9C60-C05FBDFB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796AB11C-29DB-48B2-AB5F-799D35A6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8F4CC6-51A4-49A0-AC64-B77463A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CCBE3D-6463-480C-8C3E-89321A3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 xmlns:a="http://schemas.openxmlformats.org/drawingml/2006/main">
              <a:ext uri="{FF2B5EF4-FFF2-40B4-BE49-F238E27FC236}">
                <a16:creationId xmlns:a16="http://schemas.microsoft.com/office/drawing/2014/main" id="{F9C2FCEB-837B-4182-83D1-7376E49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 xmlns:a="http://schemas.openxmlformats.org/drawingml/2006/main">
              <a:ext uri="{FF2B5EF4-FFF2-40B4-BE49-F238E27FC236}">
                <a16:creationId xmlns:a16="http://schemas.microsoft.com/office/drawing/2014/main" id="{095AED16-2937-44D4-963F-D4CFC4E5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 xmlns:a="http://schemas.openxmlformats.org/drawingml/2006/main">
              <a:ext uri="{FF2B5EF4-FFF2-40B4-BE49-F238E27FC236}">
                <a16:creationId xmlns:a16="http://schemas.microsoft.com/office/drawing/2014/main" id="{29601FD5-E98E-489E-976F-59E0E3B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954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 xmlns:a="http://schemas.openxmlformats.org/drawingml/2006/main">
              <a:ext uri="{FF2B5EF4-FFF2-40B4-BE49-F238E27FC236}">
                <a16:creationId xmlns:a16="http://schemas.microsoft.com/office/drawing/2014/main" id="{3C3F11AD-AE9F-4D9E-9697-346376C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entity-back-shadow">
            <a:extLst xmlns:a="http://schemas.openxmlformats.org/drawingml/2006/main">
              <a:ext uri="{FF2B5EF4-FFF2-40B4-BE49-F238E27FC236}">
                <a16:creationId xmlns:a16="http://schemas.microsoft.com/office/drawing/2014/main" id="{ED72DEA1-39CF-46DF-BC4B-B0B8A380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dentity-certificate-shadow">
            <a:extLst xmlns:a="http://schemas.openxmlformats.org/drawingml/2006/main">
              <a:ext uri="{FF2B5EF4-FFF2-40B4-BE49-F238E27FC236}">
                <a16:creationId xmlns:a16="http://schemas.microsoft.com/office/drawing/2014/main" id="{550B2CAF-3DD6-479D-AF3D-9BC3F98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266950"/>
            <a:ext cx="50482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ee05114874059"/>
          <a:stretch xmlns:a="http://schemas.openxmlformats.org/drawingml/2006/main"/>
        </p:blipFill>
        <p:spPr>
          <a:xfrm xmlns:a="http://schemas.openxmlformats.org/drawingml/2006/main">
            <a:off x="6858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749d8a2c54cdd"/>
          <a:stretch xmlns:a="http://schemas.openxmlformats.org/drawingml/2006/main"/>
        </p:blipFill>
        <p:spPr>
          <a:xfrm xmlns:a="http://schemas.openxmlformats.org/drawingml/2006/main">
            <a:off x="30099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7b39c4ba14065"/>
          <a:stretch xmlns:a="http://schemas.openxmlformats.org/drawingml/2006/main"/>
        </p:blipFill>
        <p:spPr>
          <a:xfrm xmlns:a="http://schemas.openxmlformats.org/drawingml/2006/main">
            <a:off x="6362700" y="2182761"/>
            <a:ext cx="5143500" cy="3664052"/>
          </a:xfrm>
          <a:prstGeom xmlns:a="http://schemas.openxmlformats.org/drawingml/2006/main" prst="rect">
            <a:avLst/>
          </a:prstGeom>
        </p:spPr>
      </p:pic>
      <p:sp>
        <p:nvSpPr>
          <p:cNvPr id="14" name="identity-divider">
            <a:extLst xmlns:a="http://schemas.openxmlformats.org/drawingml/2006/main">
              <a:ext uri="{FF2B5EF4-FFF2-40B4-BE49-F238E27FC236}">
                <a16:creationId xmlns:a16="http://schemas.microsoft.com/office/drawing/2014/main" id="{F4667A73-8AD9-4401-88F9-428CAA1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3575" y="2209800"/>
            <a:ext cx="0" cy="3505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 xmlns:a="http://schemas.openxmlformats.org/drawingml/2006/main">
              <a:ext uri="{FF2B5EF4-FFF2-40B4-BE49-F238E27FC236}">
                <a16:creationId xmlns:a16="http://schemas.microsoft.com/office/drawing/2014/main" id="{59B8A9A5-1F00-4007-8E93-D6815F9A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05500"/>
            <a:ext cx="10820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dentity-features">
            <a:extLst xmlns:a="http://schemas.openxmlformats.org/drawingml/2006/main">
              <a:ext uri="{FF2B5EF4-FFF2-40B4-BE49-F238E27FC236}">
                <a16:creationId xmlns:a16="http://schemas.microsoft.com/office/drawing/2014/main" id="{3B81C7EE-75AC-4C62-8F54-8443CE07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958FF6E-964C-4693-8346-52BC2D4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993BB7E-C83B-40E8-85DB-C04950C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60B5053-D188-42BA-8125-97B85723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9752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1215E48A-BF41-4361-B961-4341110A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693BF4E4-43E9-4C0B-B872-7745F64B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1CBE4-6A2D-44A2-B1D2-A9D56FD9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60060E-62E5-42E7-8F1B-E4C99BB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 xmlns:a="http://schemas.openxmlformats.org/drawingml/2006/main">
              <a:ext uri="{FF2B5EF4-FFF2-40B4-BE49-F238E27FC236}">
                <a16:creationId xmlns:a16="http://schemas.microsoft.com/office/drawing/2014/main" id="{6F7C043E-31DC-4724-83E2-634A4EE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866900"/>
            <a:ext cx="6096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480368F3-E725-457B-BA4A-31D59635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real-label">
            <a:extLst xmlns:a="http://schemas.openxmlformats.org/drawingml/2006/main">
              <a:ext uri="{FF2B5EF4-FFF2-40B4-BE49-F238E27FC236}">
                <a16:creationId xmlns:a16="http://schemas.microsoft.com/office/drawing/2014/main" id="{8C5A5891-04D5-4EF9-8F5A-554407D6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REAL PLATFORM VIEW</a:t>
            </a:r>
          </a:p>
        </p:txBody>
      </p:sp>
      <p:sp>
        <p:nvSpPr>
          <p:cNvPr id="8" name="ai-real-shadow">
            <a:extLst xmlns:a="http://schemas.openxmlformats.org/drawingml/2006/main">
              <a:ext uri="{FF2B5EF4-FFF2-40B4-BE49-F238E27FC236}">
                <a16:creationId xmlns:a16="http://schemas.microsoft.com/office/drawing/2014/main" id="{BE48D4C4-98AD-4C6D-8FC0-57BA1F2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90800"/>
            <a:ext cx="2324100" cy="33337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real-frame">
            <a:extLst xmlns:a="http://schemas.openxmlformats.org/drawingml/2006/main">
              <a:ext uri="{FF2B5EF4-FFF2-40B4-BE49-F238E27FC236}">
                <a16:creationId xmlns:a16="http://schemas.microsoft.com/office/drawing/2014/main" id="{B5301373-8729-4F53-A0A1-FD9D5ACC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14600"/>
            <a:ext cx="2324100" cy="33337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15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4045340cd422f"/>
          <a:stretch xmlns:a="http://schemas.openxmlformats.org/drawingml/2006/main"/>
        </p:blipFill>
        <p:spPr>
          <a:xfrm xmlns:a="http://schemas.openxmlformats.org/drawingml/2006/main">
            <a:off x="762484" y="2571750"/>
            <a:ext cx="2170732" cy="3219450"/>
          </a:xfrm>
          <a:prstGeom xmlns:a="http://schemas.openxmlformats.org/drawingml/2006/main" prst="rect">
            <a:avLst/>
          </a:prstGeom>
        </p:spPr>
      </p:pic>
      <p:sp>
        <p:nvSpPr>
          <p:cNvPr id="11" name="ai-proof-title">
            <a:extLst xmlns:a="http://schemas.openxmlformats.org/drawingml/2006/main">
              <a:ext uri="{FF2B5EF4-FFF2-40B4-BE49-F238E27FC236}">
                <a16:creationId xmlns:a16="http://schemas.microsoft.com/office/drawing/2014/main" id="{9DF86312-4298-4BC7-89B5-ECE3921C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GUIDANCE, ON DEMAND</a:t>
            </a:r>
          </a:p>
        </p:txBody>
      </p:sp>
      <p:sp>
        <p:nvSpPr>
          <p:cNvPr id="12" name="ai-check-1-dot">
            <a:extLst xmlns:a="http://schemas.openxmlformats.org/drawingml/2006/main">
              <a:ext uri="{FF2B5EF4-FFF2-40B4-BE49-F238E27FC236}">
                <a16:creationId xmlns:a16="http://schemas.microsoft.com/office/drawing/2014/main" id="{B40F31EA-EFBB-44C8-A857-46B913C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019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1c4b09e7140e1">
            <a:extLst>
              <a:ext uri="{96DAC541-7B7A-43D3-8B79-37D633B846F1}">
                <asvg:svgBlip xmlns:asvg="http://schemas.microsoft.com/office/drawing/2016/SVG/main" r:embed="R8b71a8b0867e42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0956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4" name="ai-check-1-text">
            <a:extLst xmlns:a="http://schemas.openxmlformats.org/drawingml/2006/main">
              <a:ext uri="{FF2B5EF4-FFF2-40B4-BE49-F238E27FC236}">
                <a16:creationId xmlns:a16="http://schemas.microsoft.com/office/drawing/2014/main" id="{FA2E263D-5923-4FAF-BFEB-ED9DC5F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15" name="ai-check-2-dot">
            <a:extLst xmlns:a="http://schemas.openxmlformats.org/drawingml/2006/main">
              <a:ext uri="{FF2B5EF4-FFF2-40B4-BE49-F238E27FC236}">
                <a16:creationId xmlns:a16="http://schemas.microsoft.com/office/drawing/2014/main" id="{B8852B09-85C1-40EB-8678-495FFAC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671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e8e9c00734aa1">
            <a:extLst>
              <a:ext uri="{96DAC541-7B7A-43D3-8B79-37D633B846F1}">
                <asvg:svgBlip xmlns:asvg="http://schemas.microsoft.com/office/drawing/2016/SVG/main" r:embed="Rc0c50bb6e16f47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7433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7" name="ai-check-2-text">
            <a:extLst xmlns:a="http://schemas.openxmlformats.org/drawingml/2006/main">
              <a:ext uri="{FF2B5EF4-FFF2-40B4-BE49-F238E27FC236}">
                <a16:creationId xmlns:a16="http://schemas.microsoft.com/office/drawing/2014/main" id="{C590531E-DF77-452E-87AC-2A5BFA1D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18" name="ai-check-3-dot">
            <a:extLst xmlns:a="http://schemas.openxmlformats.org/drawingml/2006/main">
              <a:ext uri="{FF2B5EF4-FFF2-40B4-BE49-F238E27FC236}">
                <a16:creationId xmlns:a16="http://schemas.microsoft.com/office/drawing/2014/main" id="{3025289D-9B0D-4374-9FBD-B4CB3D86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314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5953e7f11446d">
            <a:extLst>
              <a:ext uri="{96DAC541-7B7A-43D3-8B79-37D633B846F1}">
                <asvg:svgBlip xmlns:asvg="http://schemas.microsoft.com/office/drawing/2016/SVG/main" r:embed="R734f16b1952547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43910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0" name="ai-check-3-text">
            <a:extLst xmlns:a="http://schemas.openxmlformats.org/drawingml/2006/main">
              <a:ext uri="{FF2B5EF4-FFF2-40B4-BE49-F238E27FC236}">
                <a16:creationId xmlns:a16="http://schemas.microsoft.com/office/drawing/2014/main" id="{0854E167-EB1F-46E6-80D4-37B4A9D4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957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21" name="ai-proof-rule">
            <a:extLst xmlns:a="http://schemas.openxmlformats.org/drawingml/2006/main">
              <a:ext uri="{FF2B5EF4-FFF2-40B4-BE49-F238E27FC236}">
                <a16:creationId xmlns:a16="http://schemas.microsoft.com/office/drawing/2014/main" id="{54D3353D-0F6D-4EFD-B1A6-25A380F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972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22" name="ai-source-label">
            <a:extLst xmlns:a="http://schemas.openxmlformats.org/drawingml/2006/main">
              <a:ext uri="{FF2B5EF4-FFF2-40B4-BE49-F238E27FC236}">
                <a16:creationId xmlns:a16="http://schemas.microsoft.com/office/drawing/2014/main" id="{5C57B029-6647-4120-92D0-54DE8E92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006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Answers grounded in official TNR information.</a:t>
            </a:r>
          </a:p>
        </p:txBody>
      </p:sp>
      <p:sp>
        <p:nvSpPr>
          <p:cNvPr id="23" name="cv-right-label">
            <a:extLst xmlns:a="http://schemas.openxmlformats.org/drawingml/2006/main">
              <a:ext uri="{FF2B5EF4-FFF2-40B4-BE49-F238E27FC236}">
                <a16:creationId xmlns:a16="http://schemas.microsoft.com/office/drawing/2014/main" id="{8CD7A820-5B91-4A1A-BF97-7361610F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4" name="cv-browser-shadow">
            <a:extLst xmlns:a="http://schemas.openxmlformats.org/drawingml/2006/main">
              <a:ext uri="{FF2B5EF4-FFF2-40B4-BE49-F238E27FC236}">
                <a16:creationId xmlns:a16="http://schemas.microsoft.com/office/drawing/2014/main" id="{08A43592-BA6C-41FF-A329-FBA622D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5270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v-browser-frame">
            <a:extLst xmlns:a="http://schemas.openxmlformats.org/drawingml/2006/main">
              <a:ext uri="{FF2B5EF4-FFF2-40B4-BE49-F238E27FC236}">
                <a16:creationId xmlns:a16="http://schemas.microsoft.com/office/drawing/2014/main" id="{6CB8FE13-4E29-4A0D-9458-013922C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26" name="cv-browser-chrome">
            <a:extLst xmlns:a="http://schemas.openxmlformats.org/drawingml/2006/main">
              <a:ext uri="{FF2B5EF4-FFF2-40B4-BE49-F238E27FC236}">
                <a16:creationId xmlns:a16="http://schemas.microsoft.com/office/drawing/2014/main" id="{82857745-8766-4ADF-B7CE-D231ED8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v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BCE6F4A5-37B6-4602-8736-C3122A9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95575"/>
            <a:ext cx="476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v-browser-dot-0">
            <a:extLst xmlns:a="http://schemas.openxmlformats.org/drawingml/2006/main">
              <a:ext uri="{FF2B5EF4-FFF2-40B4-BE49-F238E27FC236}">
                <a16:creationId xmlns:a16="http://schemas.microsoft.com/office/drawing/2014/main" id="{BA121C5A-50CA-481C-92EB-DEDBD57A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v-browser-dot-1">
            <a:extLst xmlns:a="http://schemas.openxmlformats.org/drawingml/2006/main">
              <a:ext uri="{FF2B5EF4-FFF2-40B4-BE49-F238E27FC236}">
                <a16:creationId xmlns:a16="http://schemas.microsoft.com/office/drawing/2014/main" id="{C56428CC-4145-47F4-8131-BD0BE1B3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v-browser-dot-2">
            <a:extLst xmlns:a="http://schemas.openxmlformats.org/drawingml/2006/main">
              <a:ext uri="{FF2B5EF4-FFF2-40B4-BE49-F238E27FC236}">
                <a16:creationId xmlns:a16="http://schemas.microsoft.com/office/drawing/2014/main" id="{0BBBD657-7805-4610-A8B3-65DC8A5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v-browser-label">
            <a:extLst xmlns:a="http://schemas.openxmlformats.org/drawingml/2006/main">
              <a:ext uri="{FF2B5EF4-FFF2-40B4-BE49-F238E27FC236}">
                <a16:creationId xmlns:a16="http://schemas.microsoft.com/office/drawing/2014/main" id="{CFF51534-153E-4AC4-A871-05D17FC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32" name="cv-page">
            <a:extLst xmlns:a="http://schemas.openxmlformats.org/drawingml/2006/main">
              <a:ext uri="{FF2B5EF4-FFF2-40B4-BE49-F238E27FC236}">
                <a16:creationId xmlns:a16="http://schemas.microsoft.com/office/drawing/2014/main" id="{C051E325-4FDF-4BEF-BA62-702BDE7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52750"/>
            <a:ext cx="1447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cv-photo">
            <a:extLst xmlns:a="http://schemas.openxmlformats.org/drawingml/2006/main">
              <a:ext uri="{FF2B5EF4-FFF2-40B4-BE49-F238E27FC236}">
                <a16:creationId xmlns:a16="http://schemas.microsoft.com/office/drawing/2014/main" id="{CA2CDE22-6ECC-4260-8DE6-44E6600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592a745384934">
            <a:extLst>
              <a:ext uri="{96DAC541-7B7A-43D3-8B79-37D633B846F1}">
                <asvg:svgBlip xmlns:asvg="http://schemas.microsoft.com/office/drawing/2016/SVG/main" r:embed="R8391c51f901b4a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5" name="cv-name-line">
            <a:extLst xmlns:a="http://schemas.openxmlformats.org/drawingml/2006/main">
              <a:ext uri="{FF2B5EF4-FFF2-40B4-BE49-F238E27FC236}">
                <a16:creationId xmlns:a16="http://schemas.microsoft.com/office/drawing/2014/main" id="{19CB6DBA-61B1-458F-9BF0-68A8C356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1432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v-sub-line">
            <a:extLst xmlns:a="http://schemas.openxmlformats.org/drawingml/2006/main">
              <a:ext uri="{FF2B5EF4-FFF2-40B4-BE49-F238E27FC236}">
                <a16:creationId xmlns:a16="http://schemas.microsoft.com/office/drawing/2014/main" id="{31D6F65E-B9F7-40B4-BDA7-69427A6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86125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v-line-0">
            <a:extLst xmlns:a="http://schemas.openxmlformats.org/drawingml/2006/main">
              <a:ext uri="{FF2B5EF4-FFF2-40B4-BE49-F238E27FC236}">
                <a16:creationId xmlns:a16="http://schemas.microsoft.com/office/drawing/2014/main" id="{B3ABFA12-640D-4FF4-BE8C-BFA10C8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6766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v-line-1">
            <a:extLst xmlns:a="http://schemas.openxmlformats.org/drawingml/2006/main">
              <a:ext uri="{FF2B5EF4-FFF2-40B4-BE49-F238E27FC236}">
                <a16:creationId xmlns:a16="http://schemas.microsoft.com/office/drawing/2014/main" id="{8AA509F9-09D9-486A-AF09-F56509E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95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v-line-2">
            <a:extLst xmlns:a="http://schemas.openxmlformats.org/drawingml/2006/main">
              <a:ext uri="{FF2B5EF4-FFF2-40B4-BE49-F238E27FC236}">
                <a16:creationId xmlns:a16="http://schemas.microsoft.com/office/drawing/2014/main" id="{AF710456-B8C1-448F-89C4-252ECE57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624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v-line-3">
            <a:extLst xmlns:a="http://schemas.openxmlformats.org/drawingml/2006/main">
              <a:ext uri="{FF2B5EF4-FFF2-40B4-BE49-F238E27FC236}">
                <a16:creationId xmlns:a16="http://schemas.microsoft.com/office/drawing/2014/main" id="{9C706069-DBD2-4E79-A12C-64C2879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1052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v-line-4">
            <a:extLst xmlns:a="http://schemas.openxmlformats.org/drawingml/2006/main">
              <a:ext uri="{FF2B5EF4-FFF2-40B4-BE49-F238E27FC236}">
                <a16:creationId xmlns:a16="http://schemas.microsoft.com/office/drawing/2014/main" id="{58244D57-DBEC-4CD5-B0C1-352D4489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v-arrow-copy">
            <a:extLst xmlns:a="http://schemas.openxmlformats.org/drawingml/2006/main">
              <a:ext uri="{FF2B5EF4-FFF2-40B4-BE49-F238E27FC236}">
                <a16:creationId xmlns:a16="http://schemas.microsoft.com/office/drawing/2014/main" id="{6E562526-0299-40EA-95B1-F557908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a752c1498487b">
            <a:extLst>
              <a:ext uri="{96DAC541-7B7A-43D3-8B79-37D633B846F1}">
                <asvg:svgBlip xmlns:asvg="http://schemas.microsoft.com/office/drawing/2016/SVG/main" r:embed="Rdfbb9d81901d4a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4766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4" name="cv-output-copy">
            <a:extLst xmlns:a="http://schemas.openxmlformats.org/drawingml/2006/main">
              <a:ext uri="{FF2B5EF4-FFF2-40B4-BE49-F238E27FC236}">
                <a16:creationId xmlns:a16="http://schemas.microsoft.com/office/drawing/2014/main" id="{20279BF0-3564-4C00-B5D6-4FD74315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45" name="cv-check-1-dot">
            <a:extLst xmlns:a="http://schemas.openxmlformats.org/drawingml/2006/main">
              <a:ext uri="{FF2B5EF4-FFF2-40B4-BE49-F238E27FC236}">
                <a16:creationId xmlns:a16="http://schemas.microsoft.com/office/drawing/2014/main" id="{1E47111A-D2A0-41A0-8C81-5992EDE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ce7a780f94254">
            <a:extLst>
              <a:ext uri="{96DAC541-7B7A-43D3-8B79-37D633B846F1}">
                <asvg:svgBlip xmlns:asvg="http://schemas.microsoft.com/office/drawing/2016/SVG/main" r:embed="Re0fe0911fc1b46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7" name="cv-check-1-text">
            <a:extLst xmlns:a="http://schemas.openxmlformats.org/drawingml/2006/main">
              <a:ext uri="{FF2B5EF4-FFF2-40B4-BE49-F238E27FC236}">
                <a16:creationId xmlns:a16="http://schemas.microsoft.com/office/drawing/2014/main" id="{25FAB088-59D7-4A17-BF58-B7D3112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48" name="cv-check-2-dot">
            <a:extLst xmlns:a="http://schemas.openxmlformats.org/drawingml/2006/main">
              <a:ext uri="{FF2B5EF4-FFF2-40B4-BE49-F238E27FC236}">
                <a16:creationId xmlns:a16="http://schemas.microsoft.com/office/drawing/2014/main" id="{DDAE341C-06EC-4CF1-BC37-AA9EA69C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87ad875e948e5">
            <a:extLst>
              <a:ext uri="{96DAC541-7B7A-43D3-8B79-37D633B846F1}">
                <asvg:svgBlip xmlns:asvg="http://schemas.microsoft.com/office/drawing/2016/SVG/main" r:embed="R849a6c3e80a548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0" name="cv-check-2-text">
            <a:extLst xmlns:a="http://schemas.openxmlformats.org/drawingml/2006/main">
              <a:ext uri="{FF2B5EF4-FFF2-40B4-BE49-F238E27FC236}">
                <a16:creationId xmlns:a16="http://schemas.microsoft.com/office/drawing/2014/main" id="{EA73DB5C-FC12-475D-961D-5ED0C59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7277FC1-9062-41BC-B325-7FEEF6F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52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0503012-3DBA-40D5-91D7-C0E386F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5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B11422C-5AF1-4096-A0A7-A36DB5D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73233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9C8D5481-3BF7-40B1-A32B-107350B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AEEC2785-974E-480B-BA8E-77CFBFE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731FF-2630-4A60-B794-8817C3C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97E9D9-44F8-453D-BF40-6E5D01F3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 xmlns:a="http://schemas.openxmlformats.org/drawingml/2006/main">
              <a:ext uri="{FF2B5EF4-FFF2-40B4-BE49-F238E27FC236}">
                <a16:creationId xmlns:a16="http://schemas.microsoft.com/office/drawing/2014/main" id="{7626D7B4-56BA-49B8-A4E9-955184F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24025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RESULTS VIEW • EVOTEGB.COM</a:t>
            </a:r>
          </a:p>
        </p:txBody>
      </p:sp>
      <p:sp>
        <p:nvSpPr>
          <p:cNvPr id="6" name="election-left-header">
            <a:extLst xmlns:a="http://schemas.openxmlformats.org/drawingml/2006/main">
              <a:ext uri="{FF2B5EF4-FFF2-40B4-BE49-F238E27FC236}">
                <a16:creationId xmlns:a16="http://schemas.microsoft.com/office/drawing/2014/main" id="{BA1B0AB6-0334-4283-8649-14F6057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 xmlns:a="http://schemas.openxmlformats.org/drawingml/2006/main">
              <a:ext uri="{FF2B5EF4-FFF2-40B4-BE49-F238E27FC236}">
                <a16:creationId xmlns:a16="http://schemas.microsoft.com/office/drawing/2014/main" id="{A2722C6A-9AAF-47E2-BF52-5BE8783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election-process-proof">
            <a:extLst xmlns:a="http://schemas.openxmlformats.org/drawingml/2006/main">
              <a:ext uri="{FF2B5EF4-FFF2-40B4-BE49-F238E27FC236}">
                <a16:creationId xmlns:a16="http://schemas.microsoft.com/office/drawing/2014/main" id="{6C553D58-D3AC-402E-9FA4-EDCD6380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9" name="vote-item-0-disc">
            <a:extLst xmlns:a="http://schemas.openxmlformats.org/drawingml/2006/main">
              <a:ext uri="{FF2B5EF4-FFF2-40B4-BE49-F238E27FC236}">
                <a16:creationId xmlns:a16="http://schemas.microsoft.com/office/drawing/2014/main" id="{4ADBAA5D-9999-4904-BA99-93018B4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ab70d82234de3">
            <a:extLst>
              <a:ext uri="{96DAC541-7B7A-43D3-8B79-37D633B846F1}">
                <asvg:svgBlip xmlns:asvg="http://schemas.microsoft.com/office/drawing/2016/SVG/main" r:embed="Rb4406d93bb5f42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3752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vote-label-0">
            <a:extLst xmlns:a="http://schemas.openxmlformats.org/drawingml/2006/main">
              <a:ext uri="{FF2B5EF4-FFF2-40B4-BE49-F238E27FC236}">
                <a16:creationId xmlns:a16="http://schemas.microsoft.com/office/drawing/2014/main" id="{B85B83D5-6FD1-4EF3-B23F-B27BC79D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290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2" name="vote-item-1-disc">
            <a:extLst xmlns:a="http://schemas.openxmlformats.org/drawingml/2006/main">
              <a:ext uri="{FF2B5EF4-FFF2-40B4-BE49-F238E27FC236}">
                <a16:creationId xmlns:a16="http://schemas.microsoft.com/office/drawing/2014/main" id="{F3DB297D-53E9-4151-8FE5-B486F98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48c91e5914711">
            <a:extLst>
              <a:ext uri="{96DAC541-7B7A-43D3-8B79-37D633B846F1}">
                <asvg:svgBlip xmlns:asvg="http://schemas.microsoft.com/office/drawing/2016/SVG/main" r:embed="Rbf467b6e9ef448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90850" y="3752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vote-label-1">
            <a:extLst xmlns:a="http://schemas.openxmlformats.org/drawingml/2006/main">
              <a:ext uri="{FF2B5EF4-FFF2-40B4-BE49-F238E27FC236}">
                <a16:creationId xmlns:a16="http://schemas.microsoft.com/office/drawing/2014/main" id="{7897C423-6D87-4EE6-8E6E-AB4A4189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290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5" name="vote-item-2-disc">
            <a:extLst xmlns:a="http://schemas.openxmlformats.org/drawingml/2006/main">
              <a:ext uri="{FF2B5EF4-FFF2-40B4-BE49-F238E27FC236}">
                <a16:creationId xmlns:a16="http://schemas.microsoft.com/office/drawing/2014/main" id="{625B802B-1A8E-49BF-920F-85A2C89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4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cb573a4cc4555">
            <a:extLst>
              <a:ext uri="{96DAC541-7B7A-43D3-8B79-37D633B846F1}">
                <asvg:svgBlip xmlns:asvg="http://schemas.microsoft.com/office/drawing/2016/SVG/main" r:embed="R54f659573c53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445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vote-label-2">
            <a:extLst xmlns:a="http://schemas.openxmlformats.org/drawingml/2006/main">
              <a:ext uri="{FF2B5EF4-FFF2-40B4-BE49-F238E27FC236}">
                <a16:creationId xmlns:a16="http://schemas.microsoft.com/office/drawing/2014/main" id="{F9AD824C-4C8C-48EA-89B8-2A020DE8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8" name="vote-item-3-disc">
            <a:extLst xmlns:a="http://schemas.openxmlformats.org/drawingml/2006/main">
              <a:ext uri="{FF2B5EF4-FFF2-40B4-BE49-F238E27FC236}">
                <a16:creationId xmlns:a16="http://schemas.microsoft.com/office/drawing/2014/main" id="{1308B02D-C8C4-4317-8B4D-7683043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34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0f04358024294">
            <a:extLst>
              <a:ext uri="{96DAC541-7B7A-43D3-8B79-37D633B846F1}">
                <asvg:svgBlip xmlns:asvg="http://schemas.microsoft.com/office/drawing/2016/SVG/main" r:embed="Rcf78937921384f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90850" y="445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vote-label-3">
            <a:extLst xmlns:a="http://schemas.openxmlformats.org/drawingml/2006/main">
              <a:ext uri="{FF2B5EF4-FFF2-40B4-BE49-F238E27FC236}">
                <a16:creationId xmlns:a16="http://schemas.microsoft.com/office/drawing/2014/main" id="{D7251DF0-38F0-4800-A277-FFBDAF4A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338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1" name="org-left-header">
            <a:extLst xmlns:a="http://schemas.openxmlformats.org/drawingml/2006/main">
              <a:ext uri="{FF2B5EF4-FFF2-40B4-BE49-F238E27FC236}">
                <a16:creationId xmlns:a16="http://schemas.microsoft.com/office/drawing/2014/main" id="{90CE13F2-144D-40B3-9648-621FBAFD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2" name="org-dot-0">
            <a:extLst xmlns:a="http://schemas.openxmlformats.org/drawingml/2006/main">
              <a:ext uri="{FF2B5EF4-FFF2-40B4-BE49-F238E27FC236}">
                <a16:creationId xmlns:a16="http://schemas.microsoft.com/office/drawing/2014/main" id="{1368B160-708E-4067-B340-53A6281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rg-label-0">
            <a:extLst xmlns:a="http://schemas.openxmlformats.org/drawingml/2006/main">
              <a:ext uri="{FF2B5EF4-FFF2-40B4-BE49-F238E27FC236}">
                <a16:creationId xmlns:a16="http://schemas.microsoft.com/office/drawing/2014/main" id="{2429A06E-1EF2-4552-BCCC-3A22498F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4" name="org-dot-1">
            <a:extLst xmlns:a="http://schemas.openxmlformats.org/drawingml/2006/main">
              <a:ext uri="{FF2B5EF4-FFF2-40B4-BE49-F238E27FC236}">
                <a16:creationId xmlns:a16="http://schemas.microsoft.com/office/drawing/2014/main" id="{C4651E41-6241-484E-8995-A93BB3E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rg-label-1">
            <a:extLst xmlns:a="http://schemas.openxmlformats.org/drawingml/2006/main">
              <a:ext uri="{FF2B5EF4-FFF2-40B4-BE49-F238E27FC236}">
                <a16:creationId xmlns:a16="http://schemas.microsoft.com/office/drawing/2014/main" id="{56D367CF-08DB-40F1-9249-8617CBB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6" name="org-dot-2">
            <a:extLst xmlns:a="http://schemas.openxmlformats.org/drawingml/2006/main">
              <a:ext uri="{FF2B5EF4-FFF2-40B4-BE49-F238E27FC236}">
                <a16:creationId xmlns:a16="http://schemas.microsoft.com/office/drawing/2014/main" id="{9AB21D7D-175D-4665-AFE1-62E5596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rg-label-2">
            <a:extLst xmlns:a="http://schemas.openxmlformats.org/drawingml/2006/main">
              <a:ext uri="{FF2B5EF4-FFF2-40B4-BE49-F238E27FC236}">
                <a16:creationId xmlns:a16="http://schemas.microsoft.com/office/drawing/2014/main" id="{9EF5AE3E-3B2C-40BA-AEA9-10F8BDD1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381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28" name="election-results-shadow">
            <a:extLst xmlns:a="http://schemas.openxmlformats.org/drawingml/2006/main">
              <a:ext uri="{FF2B5EF4-FFF2-40B4-BE49-F238E27FC236}">
                <a16:creationId xmlns:a16="http://schemas.microsoft.com/office/drawing/2014/main" id="{5329D4BE-CF94-4918-B89F-C729C6A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114550"/>
            <a:ext cx="54292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lection-results-frame">
            <a:extLst xmlns:a="http://schemas.openxmlformats.org/drawingml/2006/main">
              <a:ext uri="{FF2B5EF4-FFF2-40B4-BE49-F238E27FC236}">
                <a16:creationId xmlns:a16="http://schemas.microsoft.com/office/drawing/2014/main" id="{5AA40607-35D7-4008-BDE7-33110E9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000250"/>
            <a:ext cx="55435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15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51aa0fdad4a02"/>
          <a:stretch xmlns:a="http://schemas.openxmlformats.org/drawingml/2006/main"/>
        </p:blipFill>
        <p:spPr>
          <a:xfrm xmlns:a="http://schemas.openxmlformats.org/drawingml/2006/main">
            <a:off x="6228417" y="2133600"/>
            <a:ext cx="5012016" cy="3676650"/>
          </a:xfrm>
          <a:prstGeom xmlns:a="http://schemas.openxmlformats.org/drawingml/2006/main" prst="rect">
            <a:avLst/>
          </a:prstGeom>
        </p:spPr>
      </p:pic>
      <p:sp>
        <p:nvSpPr>
          <p:cNvPr id="3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BD481F6D-7C85-4800-9B39-BC13C14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2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730D820C-EB94-4083-8ABA-A475DFF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3C6029B-9DDE-46AC-AE5D-2CED2EF5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7494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8CE6E27A-B9C0-49DE-8A7C-61078B9F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E0909216-0113-49CD-B121-205C54AE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3ABF65-7E93-4B28-AA2B-99FAD52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D3C22A-4C07-4050-8335-6057337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 xmlns:a="http://schemas.openxmlformats.org/drawingml/2006/main">
              <a:ext uri="{FF2B5EF4-FFF2-40B4-BE49-F238E27FC236}">
                <a16:creationId xmlns:a16="http://schemas.microsoft.com/office/drawing/2014/main" id="{CB552629-CE94-4314-A82D-F3E017C1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25146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 xmlns:a="http://schemas.openxmlformats.org/drawingml/2006/main">
              <a:ext uri="{FF2B5EF4-FFF2-40B4-BE49-F238E27FC236}">
                <a16:creationId xmlns:a16="http://schemas.microsoft.com/office/drawing/2014/main" id="{18FBE708-432E-4795-8637-F398F4C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34099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 xmlns:a="http://schemas.openxmlformats.org/drawingml/2006/main">
              <a:ext uri="{FF2B5EF4-FFF2-40B4-BE49-F238E27FC236}">
                <a16:creationId xmlns:a16="http://schemas.microsoft.com/office/drawing/2014/main" id="{49C6ECDE-025F-4317-99C6-A0FF40C8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3053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 xmlns:a="http://schemas.openxmlformats.org/drawingml/2006/main">
              <a:ext uri="{FF2B5EF4-FFF2-40B4-BE49-F238E27FC236}">
                <a16:creationId xmlns:a16="http://schemas.microsoft.com/office/drawing/2014/main" id="{F3095157-9B91-4B2B-B32F-D90FB7D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5200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 xmlns:a="http://schemas.openxmlformats.org/drawingml/2006/main">
              <a:ext uri="{FF2B5EF4-FFF2-40B4-BE49-F238E27FC236}">
                <a16:creationId xmlns:a16="http://schemas.microsoft.com/office/drawing/2014/main" id="{07A1F14D-8041-49AC-97C0-6CAF063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25146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 xmlns:a="http://schemas.openxmlformats.org/drawingml/2006/main">
              <a:ext uri="{FF2B5EF4-FFF2-40B4-BE49-F238E27FC236}">
                <a16:creationId xmlns:a16="http://schemas.microsoft.com/office/drawing/2014/main" id="{2EF38867-76A6-4739-87E5-40ED77F5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9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 xmlns:a="http://schemas.openxmlformats.org/drawingml/2006/main">
              <a:ext uri="{FF2B5EF4-FFF2-40B4-BE49-F238E27FC236}">
                <a16:creationId xmlns:a16="http://schemas.microsoft.com/office/drawing/2014/main" id="{7C09102F-8FED-4C38-A7DE-C5A48149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43053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 xmlns:a="http://schemas.openxmlformats.org/drawingml/2006/main">
              <a:ext uri="{FF2B5EF4-FFF2-40B4-BE49-F238E27FC236}">
                <a16:creationId xmlns:a16="http://schemas.microsoft.com/office/drawing/2014/main" id="{A7587595-236C-4AC7-89AC-7049A6B9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5200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 xmlns:a="http://schemas.openxmlformats.org/drawingml/2006/main">
              <a:ext uri="{FF2B5EF4-FFF2-40B4-BE49-F238E27FC236}">
                <a16:creationId xmlns:a16="http://schemas.microsoft.com/office/drawing/2014/main" id="{69BEA5BA-5EFB-4EC5-AB85-0CF86927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365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nefit-core">
            <a:extLst xmlns:a="http://schemas.openxmlformats.org/drawingml/2006/main">
              <a:ext uri="{FF2B5EF4-FFF2-40B4-BE49-F238E27FC236}">
                <a16:creationId xmlns:a16="http://schemas.microsoft.com/office/drawing/2014/main" id="{A6AFECA0-1FDD-49F8-9C25-0A470626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40030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d978528b44cf2">
            <a:extLst>
              <a:ext uri="{96DAC541-7B7A-43D3-8B79-37D633B846F1}">
                <asvg:svgBlip xmlns:asvg="http://schemas.microsoft.com/office/drawing/2016/SVG/main" r:embed="R299366b62d2c4b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956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benefit-core-label">
            <a:extLst xmlns:a="http://schemas.openxmlformats.org/drawingml/2006/main">
              <a:ext uri="{FF2B5EF4-FFF2-40B4-BE49-F238E27FC236}">
                <a16:creationId xmlns:a16="http://schemas.microsoft.com/office/drawing/2014/main" id="{D9645B94-710F-4F10-ADFC-F35B236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 xmlns:a="http://schemas.openxmlformats.org/drawingml/2006/main">
              <a:ext uri="{FF2B5EF4-FFF2-40B4-BE49-F238E27FC236}">
                <a16:creationId xmlns:a16="http://schemas.microsoft.com/office/drawing/2014/main" id="{EA8CD9EE-F117-488F-B1A4-FBEC2F4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 xmlns:a="http://schemas.openxmlformats.org/drawingml/2006/main">
              <a:ext uri="{FF2B5EF4-FFF2-40B4-BE49-F238E27FC236}">
                <a16:creationId xmlns:a16="http://schemas.microsoft.com/office/drawing/2014/main" id="{91B707BF-14DC-435F-95EF-CDB598C5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90b42ba6d472f">
            <a:extLst>
              <a:ext uri="{96DAC541-7B7A-43D3-8B79-37D633B846F1}">
                <asvg:svgBlip xmlns:asvg="http://schemas.microsoft.com/office/drawing/2016/SVG/main" r:embed="Raadd9c549b6745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benefit-left-label-0">
            <a:extLst xmlns:a="http://schemas.openxmlformats.org/drawingml/2006/main">
              <a:ext uri="{FF2B5EF4-FFF2-40B4-BE49-F238E27FC236}">
                <a16:creationId xmlns:a16="http://schemas.microsoft.com/office/drawing/2014/main" id="{46B6F4B4-CFE9-4088-9805-F829331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 xmlns:a="http://schemas.openxmlformats.org/drawingml/2006/main">
              <a:ext uri="{FF2B5EF4-FFF2-40B4-BE49-F238E27FC236}">
                <a16:creationId xmlns:a16="http://schemas.microsoft.com/office/drawing/2014/main" id="{7DC470E3-AD3D-4B77-A48A-B69AE419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302b9b8c1487a">
            <a:extLst>
              <a:ext uri="{96DAC541-7B7A-43D3-8B79-37D633B846F1}">
                <asvg:svgBlip xmlns:asvg="http://schemas.microsoft.com/office/drawing/2016/SVG/main" r:embed="Ra068415eb77d4a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benefit-left-label-1">
            <a:extLst xmlns:a="http://schemas.openxmlformats.org/drawingml/2006/main">
              <a:ext uri="{FF2B5EF4-FFF2-40B4-BE49-F238E27FC236}">
                <a16:creationId xmlns:a16="http://schemas.microsoft.com/office/drawing/2014/main" id="{51D9DF0E-96AC-477D-9859-B6AFF3B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 xmlns:a="http://schemas.openxmlformats.org/drawingml/2006/main">
              <a:ext uri="{FF2B5EF4-FFF2-40B4-BE49-F238E27FC236}">
                <a16:creationId xmlns:a16="http://schemas.microsoft.com/office/drawing/2014/main" id="{48752291-62BF-41E4-8025-408B672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3b45b83be454d">
            <a:extLst>
              <a:ext uri="{96DAC541-7B7A-43D3-8B79-37D633B846F1}">
                <asvg:svgBlip xmlns:asvg="http://schemas.microsoft.com/office/drawing/2016/SVG/main" r:embed="R216a4ff5142b44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benefit-left-label-2">
            <a:extLst xmlns:a="http://schemas.openxmlformats.org/drawingml/2006/main">
              <a:ext uri="{FF2B5EF4-FFF2-40B4-BE49-F238E27FC236}">
                <a16:creationId xmlns:a16="http://schemas.microsoft.com/office/drawing/2014/main" id="{B9E15DE0-2F66-40EE-AC31-1201C09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 xmlns:a="http://schemas.openxmlformats.org/drawingml/2006/main">
              <a:ext uri="{FF2B5EF4-FFF2-40B4-BE49-F238E27FC236}">
                <a16:creationId xmlns:a16="http://schemas.microsoft.com/office/drawing/2014/main" id="{04391774-1648-46D9-83D9-FA4A255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d19628e974cbc">
            <a:extLst>
              <a:ext uri="{96DAC541-7B7A-43D3-8B79-37D633B846F1}">
                <asvg:svgBlip xmlns:asvg="http://schemas.microsoft.com/office/drawing/2016/SVG/main" r:embed="R2c2323f4b9b240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benefit-left-label-3">
            <a:extLst xmlns:a="http://schemas.openxmlformats.org/drawingml/2006/main">
              <a:ext uri="{FF2B5EF4-FFF2-40B4-BE49-F238E27FC236}">
                <a16:creationId xmlns:a16="http://schemas.microsoft.com/office/drawing/2014/main" id="{82AC8F36-A7B5-4D17-B5CA-B23C42E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 xmlns:a="http://schemas.openxmlformats.org/drawingml/2006/main">
              <a:ext uri="{FF2B5EF4-FFF2-40B4-BE49-F238E27FC236}">
                <a16:creationId xmlns:a16="http://schemas.microsoft.com/office/drawing/2014/main" id="{5E2C817D-4973-4D05-B54C-83FF1FB2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7e22983b24829">
            <a:extLst>
              <a:ext uri="{96DAC541-7B7A-43D3-8B79-37D633B846F1}">
                <asvg:svgBlip xmlns:asvg="http://schemas.microsoft.com/office/drawing/2016/SVG/main" r:embed="Rf82cc0c43ddd41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benefit-right-label-0">
            <a:extLst xmlns:a="http://schemas.openxmlformats.org/drawingml/2006/main">
              <a:ext uri="{FF2B5EF4-FFF2-40B4-BE49-F238E27FC236}">
                <a16:creationId xmlns:a16="http://schemas.microsoft.com/office/drawing/2014/main" id="{EBE9A8AA-ECCB-4E27-83E7-AAE679E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 xmlns:a="http://schemas.openxmlformats.org/drawingml/2006/main">
              <a:ext uri="{FF2B5EF4-FFF2-40B4-BE49-F238E27FC236}">
                <a16:creationId xmlns:a16="http://schemas.microsoft.com/office/drawing/2014/main" id="{BC8033F7-F610-4E54-8308-B61838E7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f22d7388a46cb">
            <a:extLst>
              <a:ext uri="{96DAC541-7B7A-43D3-8B79-37D633B846F1}">
                <asvg:svgBlip xmlns:asvg="http://schemas.microsoft.com/office/drawing/2016/SVG/main" r:embed="R5c86727a0ae74c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benefit-right-label-1">
            <a:extLst xmlns:a="http://schemas.openxmlformats.org/drawingml/2006/main">
              <a:ext uri="{FF2B5EF4-FFF2-40B4-BE49-F238E27FC236}">
                <a16:creationId xmlns:a16="http://schemas.microsoft.com/office/drawing/2014/main" id="{0E931C3F-3A01-485F-BB0E-14200A4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 xmlns:a="http://schemas.openxmlformats.org/drawingml/2006/main">
              <a:ext uri="{FF2B5EF4-FFF2-40B4-BE49-F238E27FC236}">
                <a16:creationId xmlns:a16="http://schemas.microsoft.com/office/drawing/2014/main" id="{73EC26C6-E52D-41F8-8309-BB5C833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b763b5adc442f">
            <a:extLst>
              <a:ext uri="{96DAC541-7B7A-43D3-8B79-37D633B846F1}">
                <asvg:svgBlip xmlns:asvg="http://schemas.microsoft.com/office/drawing/2016/SVG/main" r:embed="R3236c8792d834b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benefit-right-label-2">
            <a:extLst xmlns:a="http://schemas.openxmlformats.org/drawingml/2006/main">
              <a:ext uri="{FF2B5EF4-FFF2-40B4-BE49-F238E27FC236}">
                <a16:creationId xmlns:a16="http://schemas.microsoft.com/office/drawing/2014/main" id="{C47B5E66-2FE1-435D-B0CE-0881902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 xmlns:a="http://schemas.openxmlformats.org/drawingml/2006/main">
              <a:ext uri="{FF2B5EF4-FFF2-40B4-BE49-F238E27FC236}">
                <a16:creationId xmlns:a16="http://schemas.microsoft.com/office/drawing/2014/main" id="{4F6C046A-4BC1-4136-AA72-C39E0F3F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f2f1c1d5c4bd0">
            <a:extLst>
              <a:ext uri="{96DAC541-7B7A-43D3-8B79-37D633B846F1}">
                <asvg:svgBlip xmlns:asvg="http://schemas.microsoft.com/office/drawing/2016/SVG/main" r:embed="Rb5e0e5012e9147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benefit-right-label-3">
            <a:extLst xmlns:a="http://schemas.openxmlformats.org/drawingml/2006/main">
              <a:ext uri="{FF2B5EF4-FFF2-40B4-BE49-F238E27FC236}">
                <a16:creationId xmlns:a16="http://schemas.microsoft.com/office/drawing/2014/main" id="{1831F6E8-08EF-4F78-ACEC-01FFB3BB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E0BDFABC-0918-4E13-A240-0D70F4A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620BF282-3EEA-4C6E-A6E7-350F59A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BBD1B2BD-4BE0-4A61-A0DE-A923898D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8239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7EA45139-20C6-49CC-9154-9DE5FF45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63FA0421-DF08-4D69-9D26-AD6E0A9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A1EB6D-A5DF-44A9-A7AC-E73EBFB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Upcoming modules expand the platform’s reach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54A420-0884-45CA-AE2E-6F047D25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A proposed next-stage roadmap shaped by the live platform and emerging community needs.</a:t>
            </a:r>
          </a:p>
        </p:txBody>
      </p:sp>
      <p:sp>
        <p:nvSpPr>
          <p:cNvPr id="5" name="upcoming-left-band">
            <a:extLst xmlns:a="http://schemas.openxmlformats.org/drawingml/2006/main">
              <a:ext uri="{FF2B5EF4-FFF2-40B4-BE49-F238E27FC236}">
                <a16:creationId xmlns:a16="http://schemas.microsoft.com/office/drawing/2014/main" id="{2B24D26D-747C-4345-8250-72FEBF3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pcoming-kicker">
            <a:extLst xmlns:a="http://schemas.openxmlformats.org/drawingml/2006/main">
              <a:ext uri="{FF2B5EF4-FFF2-40B4-BE49-F238E27FC236}">
                <a16:creationId xmlns:a16="http://schemas.microsoft.com/office/drawing/2014/main" id="{EE165EA0-4243-4D19-864E-B046641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PROPOSED ROADMAP</a:t>
            </a:r>
          </a:p>
        </p:txBody>
      </p:sp>
      <p:sp>
        <p:nvSpPr>
          <p:cNvPr id="7" name="upcoming-next">
            <a:extLst xmlns:a="http://schemas.openxmlformats.org/drawingml/2006/main">
              <a:ext uri="{FF2B5EF4-FFF2-40B4-BE49-F238E27FC236}">
                <a16:creationId xmlns:a16="http://schemas.microsoft.com/office/drawing/2014/main" id="{F073C48B-1DC6-4CB0-B601-C54E154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7652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8" name="upcoming-left-rule">
            <a:extLst xmlns:a="http://schemas.openxmlformats.org/drawingml/2006/main">
              <a:ext uri="{FF2B5EF4-FFF2-40B4-BE49-F238E27FC236}">
                <a16:creationId xmlns:a16="http://schemas.microsoft.com/office/drawing/2014/main" id="{88A37354-0501-4BF5-8E7C-EB4A3C38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38290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upcoming-left-copy">
            <a:extLst xmlns:a="http://schemas.openxmlformats.org/drawingml/2006/main">
              <a:ext uri="{FF2B5EF4-FFF2-40B4-BE49-F238E27FC236}">
                <a16:creationId xmlns:a16="http://schemas.microsoft.com/office/drawing/2014/main" id="{AC23CBA2-6427-470C-8010-59088446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Extend access.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Deepen participation.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Measure community impact.</a:t>
            </a:r>
          </a:p>
        </p:txBody>
      </p:sp>
      <p:sp>
        <p:nvSpPr>
          <p:cNvPr id="10" name="upcoming-left-note">
            <a:extLst xmlns:a="http://schemas.openxmlformats.org/drawingml/2006/main">
              <a:ext uri="{FF2B5EF4-FFF2-40B4-BE49-F238E27FC236}">
                <a16:creationId xmlns:a16="http://schemas.microsoft.com/office/drawing/2014/main" id="{DA156569-8EC5-4462-9EAA-D84FF5CA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Priorities can be phased by community value and operational readiness.</a:t>
            </a:r>
          </a:p>
        </p:txBody>
      </p:sp>
      <p:sp>
        <p:nvSpPr>
          <p:cNvPr id="11" name="upcoming-item-0-disc">
            <a:extLst xmlns:a="http://schemas.openxmlformats.org/drawingml/2006/main">
              <a:ext uri="{FF2B5EF4-FFF2-40B4-BE49-F238E27FC236}">
                <a16:creationId xmlns:a16="http://schemas.microsoft.com/office/drawing/2014/main" id="{5C95500B-382F-4F57-8AF5-81C02D6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152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e848a3b004f74">
            <a:extLst>
              <a:ext uri="{96DAC541-7B7A-43D3-8B79-37D633B846F1}">
                <asvg:svgBlip xmlns:asvg="http://schemas.microsoft.com/office/drawing/2016/SVG/main" r:embed="Rfad24fcfa94e4a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22812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3" name="upcoming-label-0">
            <a:extLst xmlns:a="http://schemas.openxmlformats.org/drawingml/2006/main">
              <a:ext uri="{FF2B5EF4-FFF2-40B4-BE49-F238E27FC236}">
                <a16:creationId xmlns:a16="http://schemas.microsoft.com/office/drawing/2014/main" id="{0A3F04B4-FBAA-437F-920E-40E861BC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</a:t>
            </a:r>
          </a:p>
        </p:txBody>
      </p:sp>
      <p:sp>
        <p:nvSpPr>
          <p:cNvPr id="14" name="upcoming-desc-0">
            <a:extLst xmlns:a="http://schemas.openxmlformats.org/drawingml/2006/main">
              <a:ext uri="{FF2B5EF4-FFF2-40B4-BE49-F238E27FC236}">
                <a16:creationId xmlns:a16="http://schemas.microsoft.com/office/drawing/2014/main" id="{D8D0FE14-C3F2-4B80-B0A7-CF9F8DB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Services and notifications anywhere</a:t>
            </a:r>
          </a:p>
        </p:txBody>
      </p:sp>
      <p:sp>
        <p:nvSpPr>
          <p:cNvPr id="15" name="upcoming-rule-0">
            <a:extLst xmlns:a="http://schemas.openxmlformats.org/drawingml/2006/main">
              <a:ext uri="{FF2B5EF4-FFF2-40B4-BE49-F238E27FC236}">
                <a16:creationId xmlns:a16="http://schemas.microsoft.com/office/drawing/2014/main" id="{9B3AC2D9-4775-48DF-A3F2-E5727882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30670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16" name="upcoming-item-1-disc">
            <a:extLst xmlns:a="http://schemas.openxmlformats.org/drawingml/2006/main">
              <a:ext uri="{FF2B5EF4-FFF2-40B4-BE49-F238E27FC236}">
                <a16:creationId xmlns:a16="http://schemas.microsoft.com/office/drawing/2014/main" id="{81953C98-5FB8-4469-91CF-4368F76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2152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740c4346c4bbd">
            <a:extLst>
              <a:ext uri="{96DAC541-7B7A-43D3-8B79-37D633B846F1}">
                <asvg:svgBlip xmlns:asvg="http://schemas.microsoft.com/office/drawing/2016/SVG/main" r:embed="R56eae204d43748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22812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8" name="upcoming-label-1">
            <a:extLst xmlns:a="http://schemas.openxmlformats.org/drawingml/2006/main">
              <a:ext uri="{FF2B5EF4-FFF2-40B4-BE49-F238E27FC236}">
                <a16:creationId xmlns:a16="http://schemas.microsoft.com/office/drawing/2014/main" id="{DFE3E186-D5CF-44E2-AF5B-4EBE9EC9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Exchange</a:t>
            </a:r>
          </a:p>
        </p:txBody>
      </p:sp>
      <p:sp>
        <p:nvSpPr>
          <p:cNvPr id="19" name="upcoming-desc-1">
            <a:extLst xmlns:a="http://schemas.openxmlformats.org/drawingml/2006/main">
              <a:ext uri="{FF2B5EF4-FFF2-40B4-BE49-F238E27FC236}">
                <a16:creationId xmlns:a16="http://schemas.microsoft.com/office/drawing/2014/main" id="{9C717513-1432-4970-8EF4-83651AE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Students connected with professionals</a:t>
            </a:r>
          </a:p>
        </p:txBody>
      </p:sp>
      <p:sp>
        <p:nvSpPr>
          <p:cNvPr id="20" name="upcoming-rule-1">
            <a:extLst xmlns:a="http://schemas.openxmlformats.org/drawingml/2006/main">
              <a:ext uri="{FF2B5EF4-FFF2-40B4-BE49-F238E27FC236}">
                <a16:creationId xmlns:a16="http://schemas.microsoft.com/office/drawing/2014/main" id="{3C55C5AB-335E-480E-9434-DD096F72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4850" y="30670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21" name="upcoming-item-2-disc">
            <a:extLst xmlns:a="http://schemas.openxmlformats.org/drawingml/2006/main">
              <a:ext uri="{FF2B5EF4-FFF2-40B4-BE49-F238E27FC236}">
                <a16:creationId xmlns:a16="http://schemas.microsoft.com/office/drawing/2014/main" id="{8C290C32-1C07-4656-B9EB-708CBC4C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333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a13a1db9b4696">
            <a:extLst>
              <a:ext uri="{96DAC541-7B7A-43D3-8B79-37D633B846F1}">
                <asvg:svgBlip xmlns:asvg="http://schemas.microsoft.com/office/drawing/2016/SVG/main" r:embed="Ra3906233f0874c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34623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3" name="upcoming-label-2">
            <a:extLst xmlns:a="http://schemas.openxmlformats.org/drawingml/2006/main">
              <a:ext uri="{FF2B5EF4-FFF2-40B4-BE49-F238E27FC236}">
                <a16:creationId xmlns:a16="http://schemas.microsoft.com/office/drawing/2014/main" id="{C212B8C3-9791-4D7E-AE47-6B018EC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Welfare Management</a:t>
            </a:r>
          </a:p>
        </p:txBody>
      </p:sp>
      <p:sp>
        <p:nvSpPr>
          <p:cNvPr id="24" name="upcoming-desc-2">
            <a:extLst xmlns:a="http://schemas.openxmlformats.org/drawingml/2006/main">
              <a:ext uri="{FF2B5EF4-FFF2-40B4-BE49-F238E27FC236}">
                <a16:creationId xmlns:a16="http://schemas.microsoft.com/office/drawing/2014/main" id="{49819E83-0502-433C-9B2E-355D02A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Transparent support and community giving</a:t>
            </a:r>
          </a:p>
        </p:txBody>
      </p:sp>
      <p:sp>
        <p:nvSpPr>
          <p:cNvPr id="25" name="upcoming-rule-2">
            <a:extLst xmlns:a="http://schemas.openxmlformats.org/drawingml/2006/main">
              <a:ext uri="{FF2B5EF4-FFF2-40B4-BE49-F238E27FC236}">
                <a16:creationId xmlns:a16="http://schemas.microsoft.com/office/drawing/2014/main" id="{484167E3-07DC-4FE1-8BFC-C543A6C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42481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26" name="upcoming-item-3-disc">
            <a:extLst xmlns:a="http://schemas.openxmlformats.org/drawingml/2006/main">
              <a:ext uri="{FF2B5EF4-FFF2-40B4-BE49-F238E27FC236}">
                <a16:creationId xmlns:a16="http://schemas.microsoft.com/office/drawing/2014/main" id="{AB7263B1-AA30-47D5-B0D7-B835475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333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4e591864a4479">
            <a:extLst>
              <a:ext uri="{96DAC541-7B7A-43D3-8B79-37D633B846F1}">
                <asvg:svgBlip xmlns:asvg="http://schemas.microsoft.com/office/drawing/2016/SVG/main" r:embed="R239815c95b8046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34623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8" name="upcoming-label-3">
            <a:extLst xmlns:a="http://schemas.openxmlformats.org/drawingml/2006/main">
              <a:ext uri="{FF2B5EF4-FFF2-40B4-BE49-F238E27FC236}">
                <a16:creationId xmlns:a16="http://schemas.microsoft.com/office/drawing/2014/main" id="{FC0A094B-6AAB-48F6-95B1-7B0A3ED1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 Tracker</a:t>
            </a:r>
          </a:p>
        </p:txBody>
      </p:sp>
      <p:sp>
        <p:nvSpPr>
          <p:cNvPr id="29" name="upcoming-desc-3">
            <a:extLst xmlns:a="http://schemas.openxmlformats.org/drawingml/2006/main">
              <a:ext uri="{FF2B5EF4-FFF2-40B4-BE49-F238E27FC236}">
                <a16:creationId xmlns:a16="http://schemas.microsoft.com/office/drawing/2014/main" id="{5A5C4048-D5EE-435A-A3F9-619D49D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Guidance and application progress</a:t>
            </a:r>
          </a:p>
        </p:txBody>
      </p:sp>
      <p:sp>
        <p:nvSpPr>
          <p:cNvPr id="30" name="upcoming-rule-3">
            <a:extLst xmlns:a="http://schemas.openxmlformats.org/drawingml/2006/main">
              <a:ext uri="{FF2B5EF4-FFF2-40B4-BE49-F238E27FC236}">
                <a16:creationId xmlns:a16="http://schemas.microsoft.com/office/drawing/2014/main" id="{2030C86D-D7EE-41AF-ACD3-0BFEB161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4850" y="42481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1" name="upcoming-item-4-disc">
            <a:extLst xmlns:a="http://schemas.openxmlformats.org/drawingml/2006/main">
              <a:ext uri="{FF2B5EF4-FFF2-40B4-BE49-F238E27FC236}">
                <a16:creationId xmlns:a16="http://schemas.microsoft.com/office/drawing/2014/main" id="{56305187-5024-4480-8C29-BC8A74E6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c66e5c687422e">
            <a:extLst>
              <a:ext uri="{96DAC541-7B7A-43D3-8B79-37D633B846F1}">
                <asvg:svgBlip xmlns:asvg="http://schemas.microsoft.com/office/drawing/2016/SVG/main" r:embed="R65c56a8ee33842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46434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3" name="upcoming-label-4">
            <a:extLst xmlns:a="http://schemas.openxmlformats.org/drawingml/2006/main">
              <a:ext uri="{FF2B5EF4-FFF2-40B4-BE49-F238E27FC236}">
                <a16:creationId xmlns:a16="http://schemas.microsoft.com/office/drawing/2014/main" id="{6EF2BFE6-DBE7-40C7-8246-EF32ACD5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Council Portals</a:t>
            </a:r>
          </a:p>
        </p:txBody>
      </p:sp>
      <p:sp>
        <p:nvSpPr>
          <p:cNvPr id="34" name="upcoming-desc-4">
            <a:extLst xmlns:a="http://schemas.openxmlformats.org/drawingml/2006/main">
              <a:ext uri="{FF2B5EF4-FFF2-40B4-BE49-F238E27FC236}">
                <a16:creationId xmlns:a16="http://schemas.microsoft.com/office/drawing/2014/main" id="{88FEE5CB-F420-4CB3-938F-AC083A56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Village and union-council coordination</a:t>
            </a:r>
          </a:p>
        </p:txBody>
      </p:sp>
      <p:sp>
        <p:nvSpPr>
          <p:cNvPr id="35" name="upcoming-item-5-disc">
            <a:extLst xmlns:a="http://schemas.openxmlformats.org/drawingml/2006/main">
              <a:ext uri="{FF2B5EF4-FFF2-40B4-BE49-F238E27FC236}">
                <a16:creationId xmlns:a16="http://schemas.microsoft.com/office/drawing/2014/main" id="{F2CBEC3A-63CD-4A7F-BBA7-0D137EF6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1381ceeb44ea4">
            <a:extLst>
              <a:ext uri="{96DAC541-7B7A-43D3-8B79-37D633B846F1}">
                <asvg:svgBlip xmlns:asvg="http://schemas.microsoft.com/office/drawing/2016/SVG/main" r:embed="Rc2287b52e42346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46434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7" name="upcoming-label-5">
            <a:extLst xmlns:a="http://schemas.openxmlformats.org/drawingml/2006/main">
              <a:ext uri="{FF2B5EF4-FFF2-40B4-BE49-F238E27FC236}">
                <a16:creationId xmlns:a16="http://schemas.microsoft.com/office/drawing/2014/main" id="{1391A179-CA41-4712-848C-B934AD89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Analytics</a:t>
            </a:r>
          </a:p>
        </p:txBody>
      </p:sp>
      <p:sp>
        <p:nvSpPr>
          <p:cNvPr id="38" name="upcoming-desc-5">
            <a:extLst xmlns:a="http://schemas.openxmlformats.org/drawingml/2006/main">
              <a:ext uri="{FF2B5EF4-FFF2-40B4-BE49-F238E27FC236}">
                <a16:creationId xmlns:a16="http://schemas.microsoft.com/office/drawing/2014/main" id="{3E056A5B-ADD4-4BC9-A2BE-86AA7C6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Reach, outcomes and transparent reporting</a:t>
            </a:r>
          </a:p>
        </p:txBody>
      </p:sp>
      <p:sp>
        <p:nvSpPr>
          <p:cNvPr id="3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085DD66D-679C-4178-A445-986129F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4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3AC65890-87DB-490D-A2D2-C71A2AF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FBBD8656-7714-4303-9648-38C82705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1474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ing-side-panel">
            <a:extLst xmlns:a="http://schemas.openxmlformats.org/drawingml/2006/main">
              <a:ext uri="{FF2B5EF4-FFF2-40B4-BE49-F238E27FC236}">
                <a16:creationId xmlns:a16="http://schemas.microsoft.com/office/drawing/2014/main" id="{76754CD9-EA08-430D-9906-CD35AF8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logo-halo">
            <a:extLst xmlns:a="http://schemas.openxmlformats.org/drawingml/2006/main">
              <a:ext uri="{FF2B5EF4-FFF2-40B4-BE49-F238E27FC236}">
                <a16:creationId xmlns:a16="http://schemas.microsoft.com/office/drawing/2014/main" id="{3C770806-8283-4B3A-850D-D8BBC753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9144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8162441314c76"/>
          <a:stretch xmlns:a="http://schemas.openxmlformats.org/drawingml/2006/main"/>
        </p:blipFill>
        <p:spPr>
          <a:xfrm xmlns:a="http://schemas.openxmlformats.org/drawingml/2006/main">
            <a:off x="9144000" y="981075"/>
            <a:ext cx="2800350" cy="2800350"/>
          </a:xfrm>
          <a:prstGeom xmlns:a="http://schemas.openxmlformats.org/drawingml/2006/main" prst="rect">
            <a:avLst/>
          </a:prstGeom>
        </p:spPr>
      </p:pic>
      <p:sp>
        <p:nvSpPr>
          <p:cNvPr id="4" name="closing-rule-top">
            <a:extLst xmlns:a="http://schemas.openxmlformats.org/drawingml/2006/main">
              <a:ext uri="{FF2B5EF4-FFF2-40B4-BE49-F238E27FC236}">
                <a16:creationId xmlns:a16="http://schemas.microsoft.com/office/drawing/2014/main" id="{CD4D62CC-31F0-428F-9FE5-144A54D5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2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3E0F3211-CAB0-4BDF-9D78-6AE0E4A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07E374A3-49E6-4C58-B2BE-54E991F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 xmlns:a="http://schemas.openxmlformats.org/drawingml/2006/main">
              <a:ext uri="{FF2B5EF4-FFF2-40B4-BE49-F238E27FC236}">
                <a16:creationId xmlns:a16="http://schemas.microsoft.com/office/drawing/2014/main" id="{7E682B8A-AFB8-4C7B-9427-766F620A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857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35ABBC00-54AF-4BCF-92A0-BC545F9C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6F874956-DFA7-4B1B-9695-341A3A8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 xmlns:a="http://schemas.openxmlformats.org/drawingml/2006/main">
              <a:ext uri="{FF2B5EF4-FFF2-40B4-BE49-F238E27FC236}">
                <a16:creationId xmlns:a16="http://schemas.microsoft.com/office/drawing/2014/main" id="{9F99DD55-0EBB-4DA7-8A7C-B20E493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3575" y="42481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 xmlns:a="http://schemas.openxmlformats.org/drawingml/2006/main">
              <a:ext uri="{FF2B5EF4-FFF2-40B4-BE49-F238E27FC236}">
                <a16:creationId xmlns:a16="http://schemas.microsoft.com/office/drawing/2014/main" id="{A286A118-779E-4FBE-B255-63D69042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 xmlns:a="http://schemas.openxmlformats.org/drawingml/2006/main">
              <a:ext uri="{FF2B5EF4-FFF2-40B4-BE49-F238E27FC236}">
                <a16:creationId xmlns:a16="http://schemas.microsoft.com/office/drawing/2014/main" id="{46E2041D-4C34-45BC-87E5-8727E2A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29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1603161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2026-08-04T11:53:57.2940000Z</dcterms:created>
  <dcterms:modified xsi:type="dcterms:W3CDTF">2026-08-04T11:53:57.2940000Z</dcterms:modified>
</coreProperties>
</file>