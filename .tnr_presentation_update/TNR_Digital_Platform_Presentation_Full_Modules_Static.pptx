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932454278cc4c19" /><Relationship Type="http://schemas.openxmlformats.org/officeDocument/2006/relationships/extended-properties" Target="/docProps/app.xml" Id="R9ccedc7d25a747a5" /><Relationship Type="http://schemas.openxmlformats.org/officeDocument/2006/relationships/officeDocument" Target="/ppt/presentation.xml" Id="R1ae5e2d17a334e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58ff61184d74272"/>
  </p:sldMasterIdLst>
  <p:notesMasterIdLst>
    <p:notesMasterId xmlns:r="http://schemas.openxmlformats.org/officeDocument/2006/relationships" r:id="Rf290168d86924a25"/>
  </p:notesMasterIdLst>
  <p:sldIdLst>
    <p:sldId xmlns:r="http://schemas.openxmlformats.org/officeDocument/2006/relationships" id="256" r:id="R2c39be4f7e2e4681"/>
    <p:sldId xmlns:r="http://schemas.openxmlformats.org/officeDocument/2006/relationships" id="257" r:id="R22867934369e404a"/>
    <p:sldId xmlns:r="http://schemas.openxmlformats.org/officeDocument/2006/relationships" id="258" r:id="R20a1b24ee62e4d7a"/>
    <p:sldId xmlns:r="http://schemas.openxmlformats.org/officeDocument/2006/relationships" id="259" r:id="R66c25a18cd8b4b47"/>
    <p:sldId xmlns:r="http://schemas.openxmlformats.org/officeDocument/2006/relationships" id="260" r:id="Rda27149d3d1a4665"/>
    <p:sldId xmlns:r="http://schemas.openxmlformats.org/officeDocument/2006/relationships" id="261" r:id="R10050338e9774c58"/>
    <p:sldId xmlns:r="http://schemas.openxmlformats.org/officeDocument/2006/relationships" id="262" r:id="Rf7968aa81b554192"/>
    <p:sldId xmlns:r="http://schemas.openxmlformats.org/officeDocument/2006/relationships" id="263" r:id="Rf29006258fe84660"/>
    <p:sldId xmlns:r="http://schemas.openxmlformats.org/officeDocument/2006/relationships" id="264" r:id="Rbd0a17f3bb054945"/>
    <p:sldId xmlns:r="http://schemas.openxmlformats.org/officeDocument/2006/relationships" id="265" r:id="R98a6110edfea489f"/>
    <p:sldId xmlns:r="http://schemas.openxmlformats.org/officeDocument/2006/relationships" id="266" r:id="Rfb2f95dbda53445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18223ebd44b4d42" /><Relationship Type="http://schemas.openxmlformats.org/officeDocument/2006/relationships/slideMaster" Target="/ppt/slideMasters/slideMaster1.xml" Id="R358ff61184d74272" /><Relationship Type="http://schemas.openxmlformats.org/officeDocument/2006/relationships/notesMaster" Target="/ppt/notesMasters/notesMaster1.xml" Id="Rf290168d86924a25" /><Relationship Type="http://schemas.openxmlformats.org/officeDocument/2006/relationships/presProps" Target="/ppt/presProps.xml" Id="R1a194960ec7e43db" /><Relationship Type="http://schemas.openxmlformats.org/officeDocument/2006/relationships/tableStyles" Target="/ppt/tableStyles.xml" Id="R965701879a1a43d5" /><Relationship Type="http://schemas.openxmlformats.org/officeDocument/2006/relationships/slide" Target="/ppt/slides/slide1.xml" Id="R2c39be4f7e2e4681" /><Relationship Type="http://schemas.openxmlformats.org/officeDocument/2006/relationships/slide" Target="/ppt/slides/slide2.xml" Id="R22867934369e404a" /><Relationship Type="http://schemas.openxmlformats.org/officeDocument/2006/relationships/slide" Target="/ppt/slides/slide3.xml" Id="R20a1b24ee62e4d7a" /><Relationship Type="http://schemas.openxmlformats.org/officeDocument/2006/relationships/slide" Target="/ppt/slides/slide4.xml" Id="R66c25a18cd8b4b47" /><Relationship Type="http://schemas.openxmlformats.org/officeDocument/2006/relationships/slide" Target="/ppt/slides/slide5.xml" Id="Rda27149d3d1a4665" /><Relationship Type="http://schemas.openxmlformats.org/officeDocument/2006/relationships/slide" Target="/ppt/slides/slide6.xml" Id="R10050338e9774c58" /><Relationship Type="http://schemas.openxmlformats.org/officeDocument/2006/relationships/slide" Target="/ppt/slides/slide7.xml" Id="Rf7968aa81b554192" /><Relationship Type="http://schemas.openxmlformats.org/officeDocument/2006/relationships/slide" Target="/ppt/slides/slide8.xml" Id="Rf29006258fe84660" /><Relationship Type="http://schemas.openxmlformats.org/officeDocument/2006/relationships/slide" Target="/ppt/slides/slide9.xml" Id="Rbd0a17f3bb054945" /><Relationship Type="http://schemas.openxmlformats.org/officeDocument/2006/relationships/slide" Target="/ppt/slides/slide10.xml" Id="R98a6110edfea489f" /><Relationship Type="http://schemas.openxmlformats.org/officeDocument/2006/relationships/slide" Target="/ppt/slides/slide11.xml" Id="Rfb2f95dbda53445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cb6040a888400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64e66c45b745fb" /><Relationship Type="http://schemas.openxmlformats.org/officeDocument/2006/relationships/notesMaster" Target="/ppt/notesMasters/notesMaster1.xml" Id="Re9563696dcf64a7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f0c485fff284309" /><Relationship Type="http://schemas.openxmlformats.org/officeDocument/2006/relationships/notesMaster" Target="/ppt/notesMasters/notesMaster1.xml" Id="Rbb3623f7c12349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20d4b065c2645e5" /><Relationship Type="http://schemas.openxmlformats.org/officeDocument/2006/relationships/notesMaster" Target="/ppt/notesMasters/notesMaster1.xml" Id="Rcb74d405395e4b6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bd539dbd97240fb" /><Relationship Type="http://schemas.openxmlformats.org/officeDocument/2006/relationships/notesMaster" Target="/ppt/notesMasters/notesMaster1.xml" Id="Rdc075f783564434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0e6e317bb84fff" /><Relationship Type="http://schemas.openxmlformats.org/officeDocument/2006/relationships/notesMaster" Target="/ppt/notesMasters/notesMaster1.xml" Id="R22734d5dfbfd408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6c8a46fbddb4d3c" /><Relationship Type="http://schemas.openxmlformats.org/officeDocument/2006/relationships/notesMaster" Target="/ppt/notesMasters/notesMaster1.xml" Id="R8ce7a119ba22477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3f27aa45ad41ca" /><Relationship Type="http://schemas.openxmlformats.org/officeDocument/2006/relationships/notesMaster" Target="/ppt/notesMasters/notesMaster1.xml" Id="R72f41b0a9cce4a1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ec2bbe73c514c9a" /><Relationship Type="http://schemas.openxmlformats.org/officeDocument/2006/relationships/notesMaster" Target="/ppt/notesMasters/notesMaster1.xml" Id="R218acf6d3acc4ab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305121bd544566" /><Relationship Type="http://schemas.openxmlformats.org/officeDocument/2006/relationships/notesMaster" Target="/ppt/notesMasters/notesMaster1.xml" Id="R133152483166424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4eac51b6df04c13" /><Relationship Type="http://schemas.openxmlformats.org/officeDocument/2006/relationships/notesMaster" Target="/ppt/notesMasters/notesMaster1.xml" Id="R538a7ca189f9408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3c90a8e4348420f" /><Relationship Type="http://schemas.openxmlformats.org/officeDocument/2006/relationships/notesMaster" Target="/ppt/notesMasters/notesMaster1.xml" Id="Raa8568cf56ef42c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by framing the platform as community infrastructure, not simply a website.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- Hero artwork: user-provided hero.jpg, also used by the live TNR election portal.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member dashboard to show how identity, services, records and communication meet in one interface.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- Member portal dashboard: user-provided tnr portal dashbaoard.png.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TNR Digital Platform now includes twenty-four implemented modules across access, member services, trust, governance and reporting.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- Module status and wording: user-provided TNR Digital Platform Modules list, 2026-08-05.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the card front, QR-enabled back and certificate as one trust system rather than three separate documents.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- Membership card: user-provided TNR Card.pdf, rendered from the original PDF.</a:t>
            </a:r>
          </a:p>
          <a:p xmlns:a="http://schemas.openxmlformats.org/drawingml/2006/main">
            <a:r>
              <a:t>- Membership certificate: user-provided tnr certificate.pdf, rendered from the original PDF.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real AI Assistant screenshot to demonstrate that member guidance is already available within the platform.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- AI Assistant screenshot: user-provided platform capture, ai-assistant-real.png.</a:t>
            </a:r>
          </a:p>
          <a:p xmlns:a="http://schemas.openxmlformats.org/drawingml/2006/main">
            <a:r>
              <a:t>- No real CV Builder screenshot was provided; the CV frame remains clearly labeled as a screenshot placeholder.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live election portal verifies a registered email with a six-digit OTP, confirms member identity, supports a reviewed ballot, issues a unique receipt code, and publishes results views.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- TNR Election Portal and process details: https://www.evotegb.com/election-portal, accessed 2026-08-04.</a:t>
            </a:r>
          </a:p>
          <a:p xmlns:a="http://schemas.openxmlformats.org/drawingml/2006/main">
            <a:r>
              <a:t>- Election results screenshot: user-provided platform capture, election-results-real.png.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these thirty modules as the planned expansion roadmap for the TNR Digital Platform.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- Planned module status and wording: user-provided TNR Digital Platform Modules list, 2026-08-05.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Thank the audience, invite questions and close on the community purpose: technology is the enabler, not the destination.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Platform content and presenter details: user-provided TNR Digital Platform brief, 2026-08-04.</a:t>
            </a:r>
          </a:p>
          <a:p xmlns:a="http://schemas.openxmlformats.org/drawingml/2006/main">
            <a:r>
              <a:t>- Official TNR logo: user-provided transparent PNG, tnr-logo-transparent.png.</a:t>
            </a:r>
          </a:p>
          <a:p xmlns:a="http://schemas.openxmlformats.org/drawingml/2006/main">
            <a:r>
              <a:t>- Icons: Lucide v1.8.0, ISC License, bundled runtime — https://lucide.dev/.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f1c70c85914a8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895649dd7664afa" /><Relationship Type="http://schemas.openxmlformats.org/officeDocument/2006/relationships/slideLayout" Target="/ppt/slideLayouts/slideLayout1.xml" Id="Rc7e74baa30184ed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7e74baa30184ed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f4c775bf6e4110" /><Relationship Type="http://schemas.openxmlformats.org/officeDocument/2006/relationships/image" Target="/ppt/media/image.png" Id="R6a8b382429a74e3d" /><Relationship Type="http://schemas.openxmlformats.org/officeDocument/2006/relationships/image" Target="/ppt/media/image2.png" Id="R92e3d3ac528641c7" /><Relationship Type="http://schemas.openxmlformats.org/officeDocument/2006/relationships/notesSlide" Target="/ppt/notesSlides/notesSlide1.xml" Id="R2faf7b331ad24c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ab6f346d29458d" /><Relationship Type="http://schemas.openxmlformats.org/officeDocument/2006/relationships/image" Target="/ppt/media/image3.png" Id="R0e32a58e3c984c2d" /><Relationship Type="http://schemas.openxmlformats.org/officeDocument/2006/relationships/notesSlide" Target="/ppt/notesSlides/notesSlide2.xml" Id="R21d36b4e913d46c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b76470b634eb2" /><Relationship Type="http://schemas.openxmlformats.org/officeDocument/2006/relationships/image" Target="/ppt/media/image4.png" Id="Ra5f4208c3edd48a1" /><Relationship Type="http://schemas.openxmlformats.org/officeDocument/2006/relationships/image" Target="/ppt/media/image.svg" Id="R09efa221fa1f48b3" /><Relationship Type="http://schemas.openxmlformats.org/officeDocument/2006/relationships/image" Target="/ppt/media/image5.png" Id="Rb9628c8f107b41e1" /><Relationship Type="http://schemas.openxmlformats.org/officeDocument/2006/relationships/image" Target="/ppt/media/image2.svg" Id="Rdd05cd40159d47ba" /><Relationship Type="http://schemas.openxmlformats.org/officeDocument/2006/relationships/image" Target="/ppt/media/image6.png" Id="R714b3f7a87654ca1" /><Relationship Type="http://schemas.openxmlformats.org/officeDocument/2006/relationships/image" Target="/ppt/media/image3.svg" Id="R012af79ab20346ee" /><Relationship Type="http://schemas.openxmlformats.org/officeDocument/2006/relationships/image" Target="/ppt/media/image7.png" Id="Rae86be07566d408e" /><Relationship Type="http://schemas.openxmlformats.org/officeDocument/2006/relationships/image" Target="/ppt/media/image4.svg" Id="Radf1d5657c3f4e25" /><Relationship Type="http://schemas.openxmlformats.org/officeDocument/2006/relationships/image" Target="/ppt/media/image8.png" Id="R1fe8ec477e984610" /><Relationship Type="http://schemas.openxmlformats.org/officeDocument/2006/relationships/image" Target="/ppt/media/image5.svg" Id="Rc7bb7febf20247c8" /><Relationship Type="http://schemas.openxmlformats.org/officeDocument/2006/relationships/notesSlide" Target="/ppt/notesSlides/notesSlide3.xml" Id="R09a658499b6d43e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2601c388674894" /><Relationship Type="http://schemas.openxmlformats.org/officeDocument/2006/relationships/notesSlide" Target="/ppt/notesSlides/notesSlide4.xml" Id="R6c265752260f4db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427015146f4e5e" /><Relationship Type="http://schemas.openxmlformats.org/officeDocument/2006/relationships/image" Target="/ppt/media/image9.png" Id="Ra8c00ea60b014b7c" /><Relationship Type="http://schemas.openxmlformats.org/officeDocument/2006/relationships/image" Target="/ppt/media/image6.svg" Id="R2f910b93b06c4873" /><Relationship Type="http://schemas.openxmlformats.org/officeDocument/2006/relationships/image" Target="/ppt/media/image10.png" Id="R2e0cf5b7037549a1" /><Relationship Type="http://schemas.openxmlformats.org/officeDocument/2006/relationships/image" Target="/ppt/media/image7.svg" Id="R488888c38faf4a71" /><Relationship Type="http://schemas.openxmlformats.org/officeDocument/2006/relationships/image" Target="/ppt/media/image11.png" Id="R90be1ffc2109451d" /><Relationship Type="http://schemas.openxmlformats.org/officeDocument/2006/relationships/image" Target="/ppt/media/image8.svg" Id="R6e1cca7520f0420a" /><Relationship Type="http://schemas.openxmlformats.org/officeDocument/2006/relationships/image" Target="/ppt/media/image12.png" Id="R09d677ae77844036" /><Relationship Type="http://schemas.openxmlformats.org/officeDocument/2006/relationships/image" Target="/ppt/media/image9.svg" Id="Rfd073cfe4d4843b4" /><Relationship Type="http://schemas.openxmlformats.org/officeDocument/2006/relationships/image" Target="/ppt/media/image13.png" Id="R0d2a8b50743d4f5c" /><Relationship Type="http://schemas.openxmlformats.org/officeDocument/2006/relationships/image" Target="/ppt/media/image10.svg" Id="R50c0853cf8c2453c" /><Relationship Type="http://schemas.openxmlformats.org/officeDocument/2006/relationships/image" Target="/ppt/media/image14.png" Id="Rfbef41dc664b4f2e" /><Relationship Type="http://schemas.openxmlformats.org/officeDocument/2006/relationships/image" Target="/ppt/media/image11.svg" Id="Reb29d1841eb64e77" /><Relationship Type="http://schemas.openxmlformats.org/officeDocument/2006/relationships/notesSlide" Target="/ppt/notesSlides/notesSlide5.xml" Id="R5f7708a7f6b74e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5fcd1e316a45b5" /><Relationship Type="http://schemas.openxmlformats.org/officeDocument/2006/relationships/image" Target="/ppt/media/image15.png" Id="Rc6d1e630f9c94e02" /><Relationship Type="http://schemas.openxmlformats.org/officeDocument/2006/relationships/image" Target="/ppt/media/image16.png" Id="R0cb73600f7e3434b" /><Relationship Type="http://schemas.openxmlformats.org/officeDocument/2006/relationships/image" Target="/ppt/media/image17.png" Id="R20bc072ccbef42bb" /><Relationship Type="http://schemas.openxmlformats.org/officeDocument/2006/relationships/notesSlide" Target="/ppt/notesSlides/notesSlide6.xml" Id="R91bd5bbe4d724fe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ae552581524e70" /><Relationship Type="http://schemas.openxmlformats.org/officeDocument/2006/relationships/image" Target="/ppt/media/image18.png" Id="R379b328841484767" /><Relationship Type="http://schemas.openxmlformats.org/officeDocument/2006/relationships/image" Target="/ppt/media/image19.png" Id="R96d55d23633f4807" /><Relationship Type="http://schemas.openxmlformats.org/officeDocument/2006/relationships/image" Target="/ppt/media/image12.svg" Id="R81e02be35fd546ce" /><Relationship Type="http://schemas.openxmlformats.org/officeDocument/2006/relationships/image" Target="/ppt/media/image20.png" Id="R1104099e571a4806" /><Relationship Type="http://schemas.openxmlformats.org/officeDocument/2006/relationships/image" Target="/ppt/media/image13.svg" Id="Rf41621339fff4fa9" /><Relationship Type="http://schemas.openxmlformats.org/officeDocument/2006/relationships/image" Target="/ppt/media/image21.png" Id="R5d3bf2b8a5b942e7" /><Relationship Type="http://schemas.openxmlformats.org/officeDocument/2006/relationships/image" Target="/ppt/media/image14.svg" Id="R4ed887fd09d94cae" /><Relationship Type="http://schemas.openxmlformats.org/officeDocument/2006/relationships/image" Target="/ppt/media/image22.png" Id="R7f1214ce624c45f2" /><Relationship Type="http://schemas.openxmlformats.org/officeDocument/2006/relationships/image" Target="/ppt/media/image15.svg" Id="R9952fc6661f94aee" /><Relationship Type="http://schemas.openxmlformats.org/officeDocument/2006/relationships/image" Target="/ppt/media/image23.png" Id="Rb8216b39a8e44935" /><Relationship Type="http://schemas.openxmlformats.org/officeDocument/2006/relationships/image" Target="/ppt/media/image16.svg" Id="R9fc4dc7aba6f4cb3" /><Relationship Type="http://schemas.openxmlformats.org/officeDocument/2006/relationships/image" Target="/ppt/media/image24.png" Id="Reca31c328f9040db" /><Relationship Type="http://schemas.openxmlformats.org/officeDocument/2006/relationships/image" Target="/ppt/media/image17.svg" Id="Rb1ab499cada9497c" /><Relationship Type="http://schemas.openxmlformats.org/officeDocument/2006/relationships/image" Target="/ppt/media/image25.png" Id="R53669572a5f144af" /><Relationship Type="http://schemas.openxmlformats.org/officeDocument/2006/relationships/image" Target="/ppt/media/image18.svg" Id="Ree0efbaf85ae40ff" /><Relationship Type="http://schemas.openxmlformats.org/officeDocument/2006/relationships/notesSlide" Target="/ppt/notesSlides/notesSlide7.xml" Id="R490dffc9f391401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cbfb3818264758" /><Relationship Type="http://schemas.openxmlformats.org/officeDocument/2006/relationships/image" Target="/ppt/media/image26.png" Id="Rddb8597f27114350" /><Relationship Type="http://schemas.openxmlformats.org/officeDocument/2006/relationships/image" Target="/ppt/media/image19.svg" Id="R7cf7a38895c3477a" /><Relationship Type="http://schemas.openxmlformats.org/officeDocument/2006/relationships/image" Target="/ppt/media/image27.png" Id="Rb0c08d481ea54309" /><Relationship Type="http://schemas.openxmlformats.org/officeDocument/2006/relationships/image" Target="/ppt/media/image20.svg" Id="R5d21be7ad4564fe8" /><Relationship Type="http://schemas.openxmlformats.org/officeDocument/2006/relationships/image" Target="/ppt/media/image28.png" Id="R7d104f098fa543aa" /><Relationship Type="http://schemas.openxmlformats.org/officeDocument/2006/relationships/image" Target="/ppt/media/image21.svg" Id="Raf51153e2aa141e8" /><Relationship Type="http://schemas.openxmlformats.org/officeDocument/2006/relationships/image" Target="/ppt/media/image29.png" Id="R0864072270ca4c9e" /><Relationship Type="http://schemas.openxmlformats.org/officeDocument/2006/relationships/image" Target="/ppt/media/image22.svg" Id="R679bf839925a4ee7" /><Relationship Type="http://schemas.openxmlformats.org/officeDocument/2006/relationships/image" Target="/ppt/media/image30.png" Id="R90687e85631243a3" /><Relationship Type="http://schemas.openxmlformats.org/officeDocument/2006/relationships/notesSlide" Target="/ppt/notesSlides/notesSlide8.xml" Id="Rc856b1ec018d4d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2a35f9b6954fee" /><Relationship Type="http://schemas.openxmlformats.org/officeDocument/2006/relationships/image" Target="/ppt/media/image31.png" Id="R016392ebe3044972" /><Relationship Type="http://schemas.openxmlformats.org/officeDocument/2006/relationships/image" Target="/ppt/media/image23.svg" Id="R43590df06e874821" /><Relationship Type="http://schemas.openxmlformats.org/officeDocument/2006/relationships/image" Target="/ppt/media/image32.png" Id="R9df19b78c7ed41fe" /><Relationship Type="http://schemas.openxmlformats.org/officeDocument/2006/relationships/image" Target="/ppt/media/image24.svg" Id="R102b4636418e4b05" /><Relationship Type="http://schemas.openxmlformats.org/officeDocument/2006/relationships/image" Target="/ppt/media/image33.png" Id="R6471ce83dd504228" /><Relationship Type="http://schemas.openxmlformats.org/officeDocument/2006/relationships/image" Target="/ppt/media/image25.svg" Id="R059c3f7b9ba242b9" /><Relationship Type="http://schemas.openxmlformats.org/officeDocument/2006/relationships/image" Target="/ppt/media/image34.png" Id="Rc1c4dfb1c06d4713" /><Relationship Type="http://schemas.openxmlformats.org/officeDocument/2006/relationships/image" Target="/ppt/media/image26.svg" Id="Rf202d239f95e4c97" /><Relationship Type="http://schemas.openxmlformats.org/officeDocument/2006/relationships/image" Target="/ppt/media/image35.png" Id="Re26cba7ad67d4f6c" /><Relationship Type="http://schemas.openxmlformats.org/officeDocument/2006/relationships/image" Target="/ppt/media/image27.svg" Id="Rd9c3264eeab54fbf" /><Relationship Type="http://schemas.openxmlformats.org/officeDocument/2006/relationships/image" Target="/ppt/media/image36.png" Id="R1bb7c187c96c43c3" /><Relationship Type="http://schemas.openxmlformats.org/officeDocument/2006/relationships/image" Target="/ppt/media/image28.svg" Id="R3ecc633f67174f69" /><Relationship Type="http://schemas.openxmlformats.org/officeDocument/2006/relationships/image" Target="/ppt/media/image37.png" Id="Rb03a8a42b6854350" /><Relationship Type="http://schemas.openxmlformats.org/officeDocument/2006/relationships/image" Target="/ppt/media/image29.svg" Id="R70f955d929d046c6" /><Relationship Type="http://schemas.openxmlformats.org/officeDocument/2006/relationships/image" Target="/ppt/media/image38.png" Id="Rb590e600d67b48f4" /><Relationship Type="http://schemas.openxmlformats.org/officeDocument/2006/relationships/image" Target="/ppt/media/image30.svg" Id="R8ca4281118284080" /><Relationship Type="http://schemas.openxmlformats.org/officeDocument/2006/relationships/image" Target="/ppt/media/image39.png" Id="R7ba81cebe5144b40" /><Relationship Type="http://schemas.openxmlformats.org/officeDocument/2006/relationships/image" Target="/ppt/media/image31.svg" Id="R4bed8a39041d4051" /><Relationship Type="http://schemas.openxmlformats.org/officeDocument/2006/relationships/notesSlide" Target="/ppt/notesSlides/notesSlide9.xml" Id="R403ea2999b5646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5175f38d504cb2" /><Relationship Type="http://schemas.openxmlformats.org/officeDocument/2006/relationships/notesSlide" Target="/ppt/notesSlides/notesSlide10.xml" Id="Re4b8accdf84d4f1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629c3824da427f" /><Relationship Type="http://schemas.openxmlformats.org/officeDocument/2006/relationships/image" Target="/ppt/media/image40.png" Id="R8bba99258df14d02" /><Relationship Type="http://schemas.openxmlformats.org/officeDocument/2006/relationships/notesSlide" Target="/ppt/notesSlides/notesSlide11.xml" Id="Rf4b1e3ffa5da41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E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8b382429a74e3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cover-left-overlay">
            <a:extLst xmlns:a="http://schemas.openxmlformats.org/drawingml/2006/main">
              <a:ext uri="{FF2B5EF4-FFF2-40B4-BE49-F238E27FC236}">
                <a16:creationId xmlns:a16="http://schemas.microsoft.com/office/drawing/2014/main" id="{6528D539-E188-4EF8-BB5A-8A005649A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0"/>
            <a:ext cx="7029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E18">
              <a:alpha val="9490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cover-image-wash">
            <a:extLst xmlns:a="http://schemas.openxmlformats.org/drawingml/2006/main">
              <a:ext uri="{FF2B5EF4-FFF2-40B4-BE49-F238E27FC236}">
                <a16:creationId xmlns:a16="http://schemas.microsoft.com/office/drawing/2014/main" id="{7D33F2BF-0324-4E0A-BAC2-37A10A2C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29450" y="0"/>
            <a:ext cx="1428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E18">
              <a:alpha val="4705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cover-divider">
            <a:extLst xmlns:a="http://schemas.openxmlformats.org/drawingml/2006/main">
              <a:ext uri="{FF2B5EF4-FFF2-40B4-BE49-F238E27FC236}">
                <a16:creationId xmlns:a16="http://schemas.microsoft.com/office/drawing/2014/main" id="{CBB99F3E-3BEE-464C-B486-BDDB71CD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10400" y="0"/>
            <a:ext cx="4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over-logo-halo">
            <a:extLst xmlns:a="http://schemas.openxmlformats.org/drawingml/2006/main">
              <a:ext uri="{FF2B5EF4-FFF2-40B4-BE49-F238E27FC236}">
                <a16:creationId xmlns:a16="http://schemas.microsoft.com/office/drawing/2014/main" id="{1217CFBB-BA36-40AD-B5F2-A75B8C490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381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6A15B"/>
            </a:solidFill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e3d3ac528641c7"/>
          <a:stretch xmlns:a="http://schemas.openxmlformats.org/drawingml/2006/main"/>
        </p:blipFill>
        <p:spPr>
          <a:xfrm xmlns:a="http://schemas.openxmlformats.org/drawingml/2006/main">
            <a:off x="752475" y="504825"/>
            <a:ext cx="742950" cy="742950"/>
          </a:xfrm>
          <a:prstGeom xmlns:a="http://schemas.openxmlformats.org/drawingml/2006/main" prst="rect">
            <a:avLst/>
          </a:prstGeom>
        </p:spPr>
      </p:pic>
      <p:sp>
        <p:nvSpPr>
          <p:cNvPr id="7" name="cover-tag-line">
            <a:extLst xmlns:a="http://schemas.openxmlformats.org/drawingml/2006/main">
              <a:ext uri="{FF2B5EF4-FFF2-40B4-BE49-F238E27FC236}">
                <a16:creationId xmlns:a16="http://schemas.microsoft.com/office/drawing/2014/main" id="{91770DE7-9153-49D8-A223-FD3AB120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09750" y="742950"/>
            <a:ext cx="7048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ver-eyebrow">
            <a:extLst xmlns:a="http://schemas.openxmlformats.org/drawingml/2006/main">
              <a:ext uri="{FF2B5EF4-FFF2-40B4-BE49-F238E27FC236}">
                <a16:creationId xmlns:a16="http://schemas.microsoft.com/office/drawing/2014/main" id="{8A0B851E-7519-454A-B59E-9BC1C72A6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9048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TNR • DIGITAL TRANSFORMATION</a:t>
            </a:r>
          </a:p>
        </p:txBody>
      </p:sp>
      <p:sp>
        <p:nvSpPr>
          <p:cNvPr id="9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9F6C2F0-DBAA-40C3-A49F-7CF42B988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5905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4000"/>
              </a:lnSpc>
              <a:buNone/>
              <a:defRPr sz="4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</a:t>
            </a:r>
          </a:p>
          <a:p xmlns:a="http://schemas.openxmlformats.org/drawingml/2006/main">
            <a:pPr algn="l">
              <a:lnSpc>
                <a:spcPct val="94000"/>
              </a:lnSpc>
              <a:buNone/>
              <a:defRPr sz="4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PLATFORM</a:t>
            </a:r>
          </a:p>
        </p:txBody>
      </p:sp>
      <p:sp>
        <p:nvSpPr>
          <p:cNvPr id="10" name="cover-title-rule">
            <a:extLst xmlns:a="http://schemas.openxmlformats.org/drawingml/2006/main">
              <a:ext uri="{FF2B5EF4-FFF2-40B4-BE49-F238E27FC236}">
                <a16:creationId xmlns:a16="http://schemas.microsoft.com/office/drawing/2014/main" id="{97BAA84E-5EAA-4D4D-AD58-006189E6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3352800"/>
            <a:ext cx="1600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6A15B"/>
            </a:solidFill>
            <a:prstDash val="solid"/>
          </a:ln>
        </p:spPr>
      </p:sp>
      <p:sp>
        <p:nvSpPr>
          <p:cNvPr id="11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A5859E38-7F2F-44E5-9A74-A9523C35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5905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95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195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Building a Connected, Transparent and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95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195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Future-Ready Roundu Community</a:t>
            </a:r>
          </a:p>
        </p:txBody>
      </p:sp>
      <p:sp>
        <p:nvSpPr>
          <p:cNvPr id="12" name="cover-presenter">
            <a:extLst xmlns:a="http://schemas.openxmlformats.org/drawingml/2006/main">
              <a:ext uri="{FF2B5EF4-FFF2-40B4-BE49-F238E27FC236}">
                <a16:creationId xmlns:a16="http://schemas.microsoft.com/office/drawing/2014/main" id="{52AF08B8-C2AB-42E7-9FE4-6B04A02E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29250"/>
            <a:ext cx="3524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SHABBIR HUSSAIN</a:t>
            </a:r>
          </a:p>
        </p:txBody>
      </p:sp>
      <p:sp>
        <p:nvSpPr>
          <p:cNvPr id="13" name="cover-role">
            <a:extLst xmlns:a="http://schemas.openxmlformats.org/drawingml/2006/main">
              <a:ext uri="{FF2B5EF4-FFF2-40B4-BE49-F238E27FC236}">
                <a16:creationId xmlns:a16="http://schemas.microsoft.com/office/drawing/2014/main" id="{28ECF014-CC24-491D-A939-366B7758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Technical Coordinator – TNR</a:t>
            </a:r>
          </a:p>
        </p:txBody>
      </p:sp>
      <p:sp>
        <p:nvSpPr>
          <p:cNvPr id="14" name="cover-date">
            <a:extLst xmlns:a="http://schemas.openxmlformats.org/drawingml/2006/main">
              <a:ext uri="{FF2B5EF4-FFF2-40B4-BE49-F238E27FC236}">
                <a16:creationId xmlns:a16="http://schemas.microsoft.com/office/drawing/2014/main" id="{07865AC2-C9AC-4265-9A0C-4ADCA2721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43650"/>
            <a:ext cx="3619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OFFICIAL PLATFORM OVERVIEW</a:t>
            </a:r>
          </a:p>
        </p:txBody>
      </p:sp>
      <p:sp>
        <p:nvSpPr>
          <p:cNvPr id="15" name="cover-site">
            <a:extLst xmlns:a="http://schemas.openxmlformats.org/drawingml/2006/main">
              <a:ext uri="{FF2B5EF4-FFF2-40B4-BE49-F238E27FC236}">
                <a16:creationId xmlns:a16="http://schemas.microsoft.com/office/drawing/2014/main" id="{E2DB07C8-1F5A-4FCB-A9A7-B4BFE9E7B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6372225"/>
            <a:ext cx="17907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EVOTEGB.COM</a:t>
            </a:r>
          </a:p>
        </p:txBody>
      </p:sp>
    </p:spTree>
    <p:extLst>
      <p:ext uri="{BB962C8B-B14F-4D97-AF65-F5344CB8AC3E}">
        <p14:creationId xmlns:p14="http://schemas.microsoft.com/office/powerpoint/2010/main" val="17024257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FC57BDEB-5A9F-4A66-BE1B-18D0DC4D3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1C74A2E8-E347-4930-82B9-3247DAB5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BDBC007-3A65-4D0F-AF60-7E33B0B0A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One platform brings TNR into view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F0B986D-7C2F-4246-9C76-02E27519A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A shared digital foundation replaces fragmented records, tools and communication.</a:t>
            </a:r>
          </a:p>
        </p:txBody>
      </p:sp>
      <p:sp>
        <p:nvSpPr>
          <p:cNvPr id="5" name="why-left-band">
            <a:extLst xmlns:a="http://schemas.openxmlformats.org/drawingml/2006/main">
              <a:ext uri="{FF2B5EF4-FFF2-40B4-BE49-F238E27FC236}">
                <a16:creationId xmlns:a16="http://schemas.microsoft.com/office/drawing/2014/main" id="{B4B3C132-3897-48B8-A331-7D42D1DF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1924050"/>
            <a:ext cx="37147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why-kicker">
            <a:extLst xmlns:a="http://schemas.openxmlformats.org/drawingml/2006/main">
              <a:ext uri="{FF2B5EF4-FFF2-40B4-BE49-F238E27FC236}">
                <a16:creationId xmlns:a16="http://schemas.microsoft.com/office/drawing/2014/main" id="{579BBF44-CD3B-4F0D-BDDB-29288458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81225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WHY NOW</a:t>
            </a:r>
          </a:p>
        </p:txBody>
      </p:sp>
      <p:sp>
        <p:nvSpPr>
          <p:cNvPr id="7" name="why-statement">
            <a:extLst xmlns:a="http://schemas.openxmlformats.org/drawingml/2006/main">
              <a:ext uri="{FF2B5EF4-FFF2-40B4-BE49-F238E27FC236}">
                <a16:creationId xmlns:a16="http://schemas.microsoft.com/office/drawing/2014/main" id="{C08D5913-B7C9-4F61-9465-EBAB25662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2476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reliable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25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source of truth.</a:t>
            </a:r>
          </a:p>
        </p:txBody>
      </p:sp>
      <p:sp>
        <p:nvSpPr>
          <p:cNvPr id="8" name="why-support">
            <a:extLst xmlns:a="http://schemas.openxmlformats.org/drawingml/2006/main">
              <a:ext uri="{FF2B5EF4-FFF2-40B4-BE49-F238E27FC236}">
                <a16:creationId xmlns:a16="http://schemas.microsoft.com/office/drawing/2014/main" id="{AE5CB652-12B9-44D7-8D1B-E38334683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24574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275" b="0" i="0">
                <a:solidFill>
                  <a:srgbClr val="C4D3CC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C4D3CC"/>
                </a:solidFill>
                <a:latin typeface="Aptos"/>
                <a:ea typeface="Aptos"/>
                <a:cs typeface="Aptos"/>
              </a:rPr>
              <a:t>Centralization makes information easier to find, services easier to access, and decisions easier to understand.</a:t>
            </a:r>
          </a:p>
        </p:txBody>
      </p:sp>
      <p:sp>
        <p:nvSpPr>
          <p:cNvPr id="9" name="why-item-0-dot">
            <a:extLst xmlns:a="http://schemas.openxmlformats.org/drawingml/2006/main">
              <a:ext uri="{FF2B5EF4-FFF2-40B4-BE49-F238E27FC236}">
                <a16:creationId xmlns:a16="http://schemas.microsoft.com/office/drawing/2014/main" id="{59DEB906-EC6D-4259-A00B-810ACCF75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6101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6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why-label-0">
            <a:extLst xmlns:a="http://schemas.openxmlformats.org/drawingml/2006/main">
              <a:ext uri="{FF2B5EF4-FFF2-40B4-BE49-F238E27FC236}">
                <a16:creationId xmlns:a16="http://schemas.microsoft.com/office/drawing/2014/main" id="{B459F152-1D41-44A3-AB87-D3B2A803A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552950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Members</a:t>
            </a:r>
          </a:p>
        </p:txBody>
      </p:sp>
      <p:sp>
        <p:nvSpPr>
          <p:cNvPr id="11" name="why-item-1-dot">
            <a:extLst xmlns:a="http://schemas.openxmlformats.org/drawingml/2006/main">
              <a:ext uri="{FF2B5EF4-FFF2-40B4-BE49-F238E27FC236}">
                <a16:creationId xmlns:a16="http://schemas.microsoft.com/office/drawing/2014/main" id="{9355DD1A-3A16-4782-9836-620F1E4A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8863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6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why-label-1">
            <a:extLst xmlns:a="http://schemas.openxmlformats.org/drawingml/2006/main">
              <a:ext uri="{FF2B5EF4-FFF2-40B4-BE49-F238E27FC236}">
                <a16:creationId xmlns:a16="http://schemas.microsoft.com/office/drawing/2014/main" id="{0E610E74-F12F-43ED-8917-C5E299FB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29175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Records</a:t>
            </a:r>
          </a:p>
        </p:txBody>
      </p:sp>
      <p:sp>
        <p:nvSpPr>
          <p:cNvPr id="13" name="why-item-2-dot">
            <a:extLst xmlns:a="http://schemas.openxmlformats.org/drawingml/2006/main">
              <a:ext uri="{FF2B5EF4-FFF2-40B4-BE49-F238E27FC236}">
                <a16:creationId xmlns:a16="http://schemas.microsoft.com/office/drawing/2014/main" id="{CB07C47C-C3D2-4479-BE58-59A37375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162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6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why-label-2">
            <a:extLst xmlns:a="http://schemas.openxmlformats.org/drawingml/2006/main">
              <a:ext uri="{FF2B5EF4-FFF2-40B4-BE49-F238E27FC236}">
                <a16:creationId xmlns:a16="http://schemas.microsoft.com/office/drawing/2014/main" id="{8C9D69F7-4651-489A-A390-21D8DD3E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105400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Services</a:t>
            </a:r>
          </a:p>
        </p:txBody>
      </p:sp>
      <p:sp>
        <p:nvSpPr>
          <p:cNvPr id="15" name="why-item-3-dot">
            <a:extLst xmlns:a="http://schemas.openxmlformats.org/drawingml/2006/main">
              <a:ext uri="{FF2B5EF4-FFF2-40B4-BE49-F238E27FC236}">
                <a16:creationId xmlns:a16="http://schemas.microsoft.com/office/drawing/2014/main" id="{85259EF6-B3FE-4BDF-BFE8-69A3E3691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4387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D6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why-label-3">
            <a:extLst xmlns:a="http://schemas.openxmlformats.org/drawingml/2006/main">
              <a:ext uri="{FF2B5EF4-FFF2-40B4-BE49-F238E27FC236}">
                <a16:creationId xmlns:a16="http://schemas.microsoft.com/office/drawing/2014/main" id="{8F042980-014E-4CCD-9BB5-10BEA5B9D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81625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Communication</a:t>
            </a:r>
          </a:p>
        </p:txBody>
      </p:sp>
      <p:sp>
        <p:nvSpPr>
          <p:cNvPr id="17" name="why-item-4-dot">
            <a:extLst xmlns:a="http://schemas.openxmlformats.org/drawingml/2006/main">
              <a:ext uri="{FF2B5EF4-FFF2-40B4-BE49-F238E27FC236}">
                <a16:creationId xmlns:a16="http://schemas.microsoft.com/office/drawing/2014/main" id="{9FB94055-D384-44FD-AC4B-8A7B8CC9A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7150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why-label-4">
            <a:extLst xmlns:a="http://schemas.openxmlformats.org/drawingml/2006/main">
              <a:ext uri="{FF2B5EF4-FFF2-40B4-BE49-F238E27FC236}">
                <a16:creationId xmlns:a16="http://schemas.microsoft.com/office/drawing/2014/main" id="{392F81C1-AF74-48E8-A9C9-19099BF10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657850"/>
            <a:ext cx="21907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Transparency</a:t>
            </a:r>
          </a:p>
        </p:txBody>
      </p:sp>
      <p:sp>
        <p:nvSpPr>
          <p:cNvPr id="19" name="dashboard-live-label">
            <a:extLst xmlns:a="http://schemas.openxmlformats.org/drawingml/2006/main">
              <a:ext uri="{FF2B5EF4-FFF2-40B4-BE49-F238E27FC236}">
                <a16:creationId xmlns:a16="http://schemas.microsoft.com/office/drawing/2014/main" id="{20B9D9B8-F564-4F62-B64F-CD48331D1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24025"/>
            <a:ext cx="29718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REAL MEMBER PORTAL VIEW</a:t>
            </a:r>
          </a:p>
        </p:txBody>
      </p:sp>
      <p:sp>
        <p:nvSpPr>
          <p:cNvPr id="20" name="dashboard-shadow">
            <a:extLst xmlns:a="http://schemas.openxmlformats.org/drawingml/2006/main">
              <a:ext uri="{FF2B5EF4-FFF2-40B4-BE49-F238E27FC236}">
                <a16:creationId xmlns:a16="http://schemas.microsoft.com/office/drawing/2014/main" id="{4FCC407F-C0E5-47B1-A077-6DE2194B1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76750" y="1962150"/>
            <a:ext cx="7029450" cy="4381500"/>
          </a:xfrm>
          <a:prstGeom xmlns:a="http://schemas.openxmlformats.org/drawingml/2006/main" prst="roundRect">
            <a:avLst>
              <a:gd name="adj" fmla="val 3913"/>
            </a:avLst>
          </a:prstGeom>
          <a:solidFill xmlns:a="http://schemas.openxmlformats.org/drawingml/2006/main">
            <a:srgbClr val="000000">
              <a:alpha val="941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dashboard-frame">
            <a:extLst xmlns:a="http://schemas.openxmlformats.org/drawingml/2006/main">
              <a:ext uri="{FF2B5EF4-FFF2-40B4-BE49-F238E27FC236}">
                <a16:creationId xmlns:a16="http://schemas.microsoft.com/office/drawing/2014/main" id="{A0E31A0E-1EA4-4231-9450-7DF6DFAA4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343400" y="1828800"/>
            <a:ext cx="7162800" cy="4381500"/>
          </a:xfrm>
          <a:prstGeom xmlns:a="http://schemas.openxmlformats.org/drawingml/2006/main" prst="roundRect">
            <a:avLst>
              <a:gd name="adj" fmla="val 39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32a58e3c984c2d"/>
          <a:stretch xmlns:a="http://schemas.openxmlformats.org/drawingml/2006/main"/>
        </p:blipFill>
        <p:spPr>
          <a:xfrm xmlns:a="http://schemas.openxmlformats.org/drawingml/2006/main">
            <a:off x="4672445" y="1962150"/>
            <a:ext cx="6504709" cy="4114800"/>
          </a:xfrm>
          <a:prstGeom xmlns:a="http://schemas.openxmlformats.org/drawingml/2006/main" prst="rect">
            <a:avLst/>
          </a:prstGeom>
        </p:spPr>
      </p:pic>
      <p:sp>
        <p:nvSpPr>
          <p:cNvPr id="23" name="footer-rule-2">
            <a:extLst xmlns:a="http://schemas.openxmlformats.org/drawingml/2006/main">
              <a:ext uri="{FF2B5EF4-FFF2-40B4-BE49-F238E27FC236}">
                <a16:creationId xmlns:a16="http://schemas.microsoft.com/office/drawing/2014/main" id="{0FA7D13D-810E-47BD-BCBB-5C08EA3E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24" name="footer-label-2">
            <a:extLst xmlns:a="http://schemas.openxmlformats.org/drawingml/2006/main">
              <a:ext uri="{FF2B5EF4-FFF2-40B4-BE49-F238E27FC236}">
                <a16:creationId xmlns:a16="http://schemas.microsoft.com/office/drawing/2014/main" id="{22397725-24A4-421F-B955-77F95B0F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25" name="footer-page-2">
            <a:extLst xmlns:a="http://schemas.openxmlformats.org/drawingml/2006/main">
              <a:ext uri="{FF2B5EF4-FFF2-40B4-BE49-F238E27FC236}">
                <a16:creationId xmlns:a16="http://schemas.microsoft.com/office/drawing/2014/main" id="{680DAC0B-DCC4-4943-8D16-9553BAEA4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483490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E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CA3742D5-7DC2-48CF-B416-4E7D1B2C9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A6680F6D-8B71-4DF7-B9C3-C242790E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58D3C1E-BBF7-435F-8322-8222BD088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identity connects the whole community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31C5B9E-79AF-4A51-9768-41DC7986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Every step builds on the one before it—ending in a connected Roundu community.</a:t>
            </a:r>
          </a:p>
        </p:txBody>
      </p:sp>
      <p:sp>
        <p:nvSpPr>
          <p:cNvPr id="5" name="vision-one">
            <a:extLst xmlns:a="http://schemas.openxmlformats.org/drawingml/2006/main">
              <a:ext uri="{FF2B5EF4-FFF2-40B4-BE49-F238E27FC236}">
                <a16:creationId xmlns:a16="http://schemas.microsoft.com/office/drawing/2014/main" id="{9C2467BB-2447-4218-A866-A41EDF283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381375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6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6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ONE</a:t>
            </a:r>
          </a:p>
        </p:txBody>
      </p:sp>
      <p:sp>
        <p:nvSpPr>
          <p:cNvPr id="6" name="vision-caption">
            <a:extLst xmlns:a="http://schemas.openxmlformats.org/drawingml/2006/main">
              <a:ext uri="{FF2B5EF4-FFF2-40B4-BE49-F238E27FC236}">
                <a16:creationId xmlns:a16="http://schemas.microsoft.com/office/drawing/2014/main" id="{796D0F81-5186-41A9-B0B9-8A4243C0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2952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3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A SIMPLE PRINCIPLE.</a:t>
            </a:r>
          </a:p>
          <a:p xmlns:a="http://schemas.openxmlformats.org/drawingml/2006/main">
            <a:pPr algn="l">
              <a:lnSpc>
                <a:spcPct val="130000"/>
              </a:lnSpc>
              <a:buNone/>
              <a:defRPr sz="13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A COMPLETE DIGITAL FOUNDATION.</a:t>
            </a:r>
          </a:p>
        </p:txBody>
      </p:sp>
      <p:sp>
        <p:nvSpPr>
          <p:cNvPr id="7" name="vision-rule">
            <a:extLst xmlns:a="http://schemas.openxmlformats.org/drawingml/2006/main">
              <a:ext uri="{FF2B5EF4-FFF2-40B4-BE49-F238E27FC236}">
                <a16:creationId xmlns:a16="http://schemas.microsoft.com/office/drawing/2014/main" id="{8C497F4C-79B1-4649-9EF3-846CBA03D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62000" y="4686300"/>
            <a:ext cx="1619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D6552"/>
            </a:solidFill>
            <a:prstDash val="solid"/>
          </a:ln>
        </p:spPr>
      </p:sp>
      <p:sp>
        <p:nvSpPr>
          <p:cNvPr id="8" name="vision-promise">
            <a:extLst xmlns:a="http://schemas.openxmlformats.org/drawingml/2006/main">
              <a:ext uri="{FF2B5EF4-FFF2-40B4-BE49-F238E27FC236}">
                <a16:creationId xmlns:a16="http://schemas.microsoft.com/office/drawing/2014/main" id="{EC05DE04-8585-4F60-A3FE-6F92962DE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53000"/>
            <a:ext cx="2952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75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75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Identity becomes the bridge between people, services, governance and opportunity.</a:t>
            </a:r>
          </a:p>
        </p:txBody>
      </p:sp>
      <p:sp>
        <p:nvSpPr>
          <p:cNvPr id="9" name="vision-spine">
            <a:extLst xmlns:a="http://schemas.openxmlformats.org/drawingml/2006/main">
              <a:ext uri="{FF2B5EF4-FFF2-40B4-BE49-F238E27FC236}">
                <a16:creationId xmlns:a16="http://schemas.microsoft.com/office/drawing/2014/main" id="{912D31F3-D422-4EE4-8040-97F6256E9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91075" y="2324100"/>
            <a:ext cx="0" cy="3143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6A15B"/>
            </a:solidFill>
            <a:prstDash val="solid"/>
          </a:ln>
        </p:spPr>
      </p:sp>
      <p:sp>
        <p:nvSpPr>
          <p:cNvPr id="10" name="vision-node-0">
            <a:extLst xmlns:a="http://schemas.openxmlformats.org/drawingml/2006/main">
              <a:ext uri="{FF2B5EF4-FFF2-40B4-BE49-F238E27FC236}">
                <a16:creationId xmlns:a16="http://schemas.microsoft.com/office/drawing/2014/main" id="{164BD668-D28D-43CB-979D-3492D2E5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2266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19050">
            <a:solidFill>
              <a:srgbClr val="C6A15B"/>
            </a:solidFill>
            <a:prstDash val="solid"/>
          </a:ln>
        </p:spPr>
      </p:sp>
      <p:sp>
        <p:nvSpPr>
          <p:cNvPr id="11" name="vision-num-0">
            <a:extLst xmlns:a="http://schemas.openxmlformats.org/drawingml/2006/main">
              <a:ext uri="{FF2B5EF4-FFF2-40B4-BE49-F238E27FC236}">
                <a16:creationId xmlns:a16="http://schemas.microsoft.com/office/drawing/2014/main" id="{E5947246-534A-4E3B-A179-7048D02CB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0764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f4208c3edd48a1">
            <a:extLst>
              <a:ext uri="{96DAC541-7B7A-43D3-8B79-37D633B846F1}">
                <asvg:svgBlip xmlns:asvg="http://schemas.microsoft.com/office/drawing/2016/SVG/main" r:embed="R09efa221fa1f48b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38825" y="212407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3" name="vision-label-0">
            <a:extLst xmlns:a="http://schemas.openxmlformats.org/drawingml/2006/main">
              <a:ext uri="{FF2B5EF4-FFF2-40B4-BE49-F238E27FC236}">
                <a16:creationId xmlns:a16="http://schemas.microsoft.com/office/drawing/2014/main" id="{C9A67318-B991-4E1E-8B08-FE9BD9103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0669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Member</a:t>
            </a:r>
          </a:p>
        </p:txBody>
      </p:sp>
      <p:sp>
        <p:nvSpPr>
          <p:cNvPr id="14" name="vision-desc-0">
            <a:extLst xmlns:a="http://schemas.openxmlformats.org/drawingml/2006/main">
              <a:ext uri="{FF2B5EF4-FFF2-40B4-BE49-F238E27FC236}">
                <a16:creationId xmlns:a16="http://schemas.microsoft.com/office/drawing/2014/main" id="{A4D9E2E0-76C9-4C9C-8552-30D6FB932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384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Recognized in the community</a:t>
            </a:r>
          </a:p>
        </p:txBody>
      </p:sp>
      <p:sp>
        <p:nvSpPr>
          <p:cNvPr id="15" name="vision-node-1">
            <a:extLst xmlns:a="http://schemas.openxmlformats.org/drawingml/2006/main">
              <a:ext uri="{FF2B5EF4-FFF2-40B4-BE49-F238E27FC236}">
                <a16:creationId xmlns:a16="http://schemas.microsoft.com/office/drawing/2014/main" id="{4A951904-5CA3-4579-BEEC-6AD320910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3057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19050">
            <a:solidFill>
              <a:srgbClr val="C6A15B"/>
            </a:solidFill>
            <a:prstDash val="solid"/>
          </a:ln>
        </p:spPr>
      </p:sp>
      <p:sp>
        <p:nvSpPr>
          <p:cNvPr id="16" name="vision-num-1">
            <a:extLst xmlns:a="http://schemas.openxmlformats.org/drawingml/2006/main">
              <a:ext uri="{FF2B5EF4-FFF2-40B4-BE49-F238E27FC236}">
                <a16:creationId xmlns:a16="http://schemas.microsoft.com/office/drawing/2014/main" id="{88B5DE59-E9AB-435C-B2F5-E9D72025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6702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628c8f107b41e1">
            <a:extLst>
              <a:ext uri="{96DAC541-7B7A-43D3-8B79-37D633B846F1}">
                <asvg:svgBlip xmlns:asvg="http://schemas.microsoft.com/office/drawing/2016/SVG/main" r:embed="Rdd05cd40159d47b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38825" y="291465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18" name="vision-label-1">
            <a:extLst xmlns:a="http://schemas.openxmlformats.org/drawingml/2006/main">
              <a:ext uri="{FF2B5EF4-FFF2-40B4-BE49-F238E27FC236}">
                <a16:creationId xmlns:a16="http://schemas.microsoft.com/office/drawing/2014/main" id="{3609E226-0E5C-4856-888C-FC5217D7B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575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Profile</a:t>
            </a:r>
          </a:p>
        </p:txBody>
      </p:sp>
      <p:sp>
        <p:nvSpPr>
          <p:cNvPr id="19" name="vision-desc-1">
            <a:extLst xmlns:a="http://schemas.openxmlformats.org/drawingml/2006/main">
              <a:ext uri="{FF2B5EF4-FFF2-40B4-BE49-F238E27FC236}">
                <a16:creationId xmlns:a16="http://schemas.microsoft.com/office/drawing/2014/main" id="{2EED5220-B127-4173-94BE-E9DF9667D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2897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Always-current member record</a:t>
            </a:r>
          </a:p>
        </p:txBody>
      </p:sp>
      <p:sp>
        <p:nvSpPr>
          <p:cNvPr id="20" name="vision-node-2">
            <a:extLst xmlns:a="http://schemas.openxmlformats.org/drawingml/2006/main">
              <a:ext uri="{FF2B5EF4-FFF2-40B4-BE49-F238E27FC236}">
                <a16:creationId xmlns:a16="http://schemas.microsoft.com/office/drawing/2014/main" id="{14975C2A-5AA0-4D9E-9096-44AC7CE7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3848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19050">
            <a:solidFill>
              <a:srgbClr val="C6A15B"/>
            </a:solidFill>
            <a:prstDash val="solid"/>
          </a:ln>
        </p:spPr>
      </p:sp>
      <p:sp>
        <p:nvSpPr>
          <p:cNvPr id="21" name="vision-num-2">
            <a:extLst xmlns:a="http://schemas.openxmlformats.org/drawingml/2006/main">
              <a:ext uri="{FF2B5EF4-FFF2-40B4-BE49-F238E27FC236}">
                <a16:creationId xmlns:a16="http://schemas.microsoft.com/office/drawing/2014/main" id="{79AA5134-FCF1-481F-8475-3379BC10A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6576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4b3f7a87654ca1">
            <a:extLst>
              <a:ext uri="{96DAC541-7B7A-43D3-8B79-37D633B846F1}">
                <asvg:svgBlip xmlns:asvg="http://schemas.microsoft.com/office/drawing/2016/SVG/main" r:embed="R012af79ab20346e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38825" y="370522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3" name="vision-label-2">
            <a:extLst xmlns:a="http://schemas.openxmlformats.org/drawingml/2006/main">
              <a:ext uri="{FF2B5EF4-FFF2-40B4-BE49-F238E27FC236}">
                <a16:creationId xmlns:a16="http://schemas.microsoft.com/office/drawing/2014/main" id="{8C340903-87F8-4EC9-BDA5-A1D93F91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64807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Digital Identity</a:t>
            </a:r>
          </a:p>
        </p:txBody>
      </p:sp>
      <p:sp>
        <p:nvSpPr>
          <p:cNvPr id="24" name="vision-desc-2">
            <a:extLst xmlns:a="http://schemas.openxmlformats.org/drawingml/2006/main">
              <a:ext uri="{FF2B5EF4-FFF2-40B4-BE49-F238E27FC236}">
                <a16:creationId xmlns:a16="http://schemas.microsoft.com/office/drawing/2014/main" id="{E5C792A0-13C4-42D8-A8B1-365EC4E3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0195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Trusted credentials and access</a:t>
            </a:r>
          </a:p>
        </p:txBody>
      </p:sp>
      <p:sp>
        <p:nvSpPr>
          <p:cNvPr id="25" name="vision-node-3">
            <a:extLst xmlns:a="http://schemas.openxmlformats.org/drawingml/2006/main">
              <a:ext uri="{FF2B5EF4-FFF2-40B4-BE49-F238E27FC236}">
                <a16:creationId xmlns:a16="http://schemas.microsoft.com/office/drawing/2014/main" id="{3AC84C7F-2702-4960-940C-004BDB440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46386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19050">
            <a:solidFill>
              <a:srgbClr val="C6A15B"/>
            </a:solidFill>
            <a:prstDash val="solid"/>
          </a:ln>
        </p:spPr>
      </p:sp>
      <p:sp>
        <p:nvSpPr>
          <p:cNvPr id="26" name="vision-num-3">
            <a:extLst xmlns:a="http://schemas.openxmlformats.org/drawingml/2006/main">
              <a:ext uri="{FF2B5EF4-FFF2-40B4-BE49-F238E27FC236}">
                <a16:creationId xmlns:a16="http://schemas.microsoft.com/office/drawing/2014/main" id="{78E0DC62-1453-4A28-A51F-68CD1EE1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48175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86be07566d408e">
            <a:extLst>
              <a:ext uri="{96DAC541-7B7A-43D3-8B79-37D633B846F1}">
                <asvg:svgBlip xmlns:asvg="http://schemas.microsoft.com/office/drawing/2016/SVG/main" r:embed="Radf1d5657c3f4e2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38825" y="4495800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28" name="vision-label-3">
            <a:extLst xmlns:a="http://schemas.openxmlformats.org/drawingml/2006/main">
              <a:ext uri="{FF2B5EF4-FFF2-40B4-BE49-F238E27FC236}">
                <a16:creationId xmlns:a16="http://schemas.microsoft.com/office/drawing/2014/main" id="{CF1582A5-1F82-42CC-94FC-52A00C1B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43865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Centralized Database</a:t>
            </a:r>
          </a:p>
        </p:txBody>
      </p:sp>
      <p:sp>
        <p:nvSpPr>
          <p:cNvPr id="29" name="vision-desc-3">
            <a:extLst xmlns:a="http://schemas.openxmlformats.org/drawingml/2006/main">
              <a:ext uri="{FF2B5EF4-FFF2-40B4-BE49-F238E27FC236}">
                <a16:creationId xmlns:a16="http://schemas.microsoft.com/office/drawing/2014/main" id="{BFD720AB-7701-4441-8405-8734F308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10125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A shared source of truth</a:t>
            </a:r>
          </a:p>
        </p:txBody>
      </p:sp>
      <p:sp>
        <p:nvSpPr>
          <p:cNvPr id="30" name="vision-node-4">
            <a:extLst xmlns:a="http://schemas.openxmlformats.org/drawingml/2006/main">
              <a:ext uri="{FF2B5EF4-FFF2-40B4-BE49-F238E27FC236}">
                <a16:creationId xmlns:a16="http://schemas.microsoft.com/office/drawing/2014/main" id="{B2D4B584-A768-4EEA-BD1D-3A9A9DE12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54292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19050">
            <a:solidFill>
              <a:srgbClr val="C6A15B"/>
            </a:solidFill>
            <a:prstDash val="solid"/>
          </a:ln>
        </p:spPr>
      </p:sp>
      <p:sp>
        <p:nvSpPr>
          <p:cNvPr id="31" name="vision-num-4">
            <a:extLst xmlns:a="http://schemas.openxmlformats.org/drawingml/2006/main">
              <a:ext uri="{FF2B5EF4-FFF2-40B4-BE49-F238E27FC236}">
                <a16:creationId xmlns:a16="http://schemas.microsoft.com/office/drawing/2014/main" id="{9076C9AF-E51F-4998-8857-69B8BB94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5238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e8ec477e984610">
            <a:extLst>
              <a:ext uri="{96DAC541-7B7A-43D3-8B79-37D633B846F1}">
                <asvg:svgBlip xmlns:asvg="http://schemas.microsoft.com/office/drawing/2016/SVG/main" r:embed="Rc7bb7febf20247c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838825" y="5286375"/>
            <a:ext cx="304800" cy="304800"/>
          </a:xfrm>
          <a:prstGeom xmlns:a="http://schemas.openxmlformats.org/drawingml/2006/main" prst="rect">
            <a:avLst/>
          </a:prstGeom>
        </p:spPr>
      </p:pic>
      <p:sp>
        <p:nvSpPr>
          <p:cNvPr id="33" name="vision-label-4">
            <a:extLst xmlns:a="http://schemas.openxmlformats.org/drawingml/2006/main">
              <a:ext uri="{FF2B5EF4-FFF2-40B4-BE49-F238E27FC236}">
                <a16:creationId xmlns:a16="http://schemas.microsoft.com/office/drawing/2014/main" id="{39788CF4-94F1-44EC-AB35-96BD04D52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229225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Connected Community</a:t>
            </a:r>
          </a:p>
        </p:txBody>
      </p:sp>
      <p:sp>
        <p:nvSpPr>
          <p:cNvPr id="34" name="vision-desc-4">
            <a:extLst xmlns:a="http://schemas.openxmlformats.org/drawingml/2006/main">
              <a:ext uri="{FF2B5EF4-FFF2-40B4-BE49-F238E27FC236}">
                <a16:creationId xmlns:a16="http://schemas.microsoft.com/office/drawing/2014/main" id="{7FD96A36-1A2F-4FAA-B36E-E85CFE06A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00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AFC4BA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AFC4BA"/>
                </a:solidFill>
                <a:latin typeface="Aptos"/>
                <a:ea typeface="Aptos"/>
                <a:cs typeface="Aptos"/>
              </a:rPr>
              <a:t>People, services and opportunity</a:t>
            </a:r>
          </a:p>
        </p:txBody>
      </p:sp>
      <p:sp>
        <p:nvSpPr>
          <p:cNvPr id="35" name="footer-rule-3">
            <a:extLst xmlns:a="http://schemas.openxmlformats.org/drawingml/2006/main">
              <a:ext uri="{FF2B5EF4-FFF2-40B4-BE49-F238E27FC236}">
                <a16:creationId xmlns:a16="http://schemas.microsoft.com/office/drawing/2014/main" id="{D4302423-0C4F-4F52-9135-C90BA663E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6552"/>
            </a:solidFill>
            <a:prstDash val="solid"/>
          </a:ln>
        </p:spPr>
      </p:sp>
      <p:sp>
        <p:nvSpPr>
          <p:cNvPr id="36" name="footer-label-3">
            <a:extLst xmlns:a="http://schemas.openxmlformats.org/drawingml/2006/main">
              <a:ext uri="{FF2B5EF4-FFF2-40B4-BE49-F238E27FC236}">
                <a16:creationId xmlns:a16="http://schemas.microsoft.com/office/drawing/2014/main" id="{0AD63276-672B-4A30-B8F2-56DB4F642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37" name="footer-page-3">
            <a:extLst xmlns:a="http://schemas.openxmlformats.org/drawingml/2006/main">
              <a:ext uri="{FF2B5EF4-FFF2-40B4-BE49-F238E27FC236}">
                <a16:creationId xmlns:a16="http://schemas.microsoft.com/office/drawing/2014/main" id="{6A94F7B7-CEA4-4208-B6B2-A9228F5BF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4332662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4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C474D495-58FB-4751-AB21-E36D011D0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4D671B6C-40D8-4D22-927E-6D29C3F5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645C84C-DA49-4A12-8D1C-AB3D3DE86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Twenty-four implemented modules power the platform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E2D2B987-22B7-4342-89E7-8AF484721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A complete operating layer across access, trust, member services, governance and intelligence.</a:t>
            </a:r>
          </a:p>
        </p:txBody>
      </p:sp>
      <p:sp>
        <p:nvSpPr>
          <p:cNvPr id="5" name="completed-divider-0">
            <a:extLst xmlns:a="http://schemas.openxmlformats.org/drawingml/2006/main">
              <a:ext uri="{FF2B5EF4-FFF2-40B4-BE49-F238E27FC236}">
                <a16:creationId xmlns:a16="http://schemas.microsoft.com/office/drawing/2014/main" id="{38FD6C35-1B6E-48AD-BBDF-C8440248D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43375" y="2009775"/>
            <a:ext cx="0" cy="394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6" name="completed-divider-1">
            <a:extLst xmlns:a="http://schemas.openxmlformats.org/drawingml/2006/main">
              <a:ext uri="{FF2B5EF4-FFF2-40B4-BE49-F238E27FC236}">
                <a16:creationId xmlns:a16="http://schemas.microsoft.com/office/drawing/2014/main" id="{D1C46E39-5326-4EFA-9F16-67EDB89A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29550" y="2009775"/>
            <a:ext cx="0" cy="3943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7" name="completed-column-header-0">
            <a:extLst xmlns:a="http://schemas.openxmlformats.org/drawingml/2006/main">
              <a:ext uri="{FF2B5EF4-FFF2-40B4-BE49-F238E27FC236}">
                <a16:creationId xmlns:a16="http://schemas.microsoft.com/office/drawing/2014/main" id="{34ADD88C-8B2A-4FA5-B179-C8F3F59D1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FOUNDATION &amp; ACCESS</a:t>
            </a:r>
          </a:p>
        </p:txBody>
      </p:sp>
      <p:sp>
        <p:nvSpPr>
          <p:cNvPr id="8" name="completed-column-rule-0">
            <a:extLst xmlns:a="http://schemas.openxmlformats.org/drawingml/2006/main">
              <a:ext uri="{FF2B5EF4-FFF2-40B4-BE49-F238E27FC236}">
                <a16:creationId xmlns:a16="http://schemas.microsoft.com/office/drawing/2014/main" id="{314D0D1D-FA92-4771-880E-851890BE2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2276475"/>
            <a:ext cx="316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9" name="completed-number-0">
            <a:extLst xmlns:a="http://schemas.openxmlformats.org/drawingml/2006/main">
              <a:ext uri="{FF2B5EF4-FFF2-40B4-BE49-F238E27FC236}">
                <a16:creationId xmlns:a16="http://schemas.microsoft.com/office/drawing/2014/main" id="{BE91A935-2DB6-4CD3-935E-698C21257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479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0" name="completed-label-0">
            <a:extLst xmlns:a="http://schemas.openxmlformats.org/drawingml/2006/main">
              <a:ext uri="{FF2B5EF4-FFF2-40B4-BE49-F238E27FC236}">
                <a16:creationId xmlns:a16="http://schemas.microsoft.com/office/drawing/2014/main" id="{E5FFBBFF-64B1-4CFE-A7B4-0C030795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28875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TNR Public Website</a:t>
            </a:r>
          </a:p>
        </p:txBody>
      </p:sp>
      <p:sp>
        <p:nvSpPr>
          <p:cNvPr id="11" name="completed-number-1">
            <a:extLst xmlns:a="http://schemas.openxmlformats.org/drawingml/2006/main">
              <a:ext uri="{FF2B5EF4-FFF2-40B4-BE49-F238E27FC236}">
                <a16:creationId xmlns:a16="http://schemas.microsoft.com/office/drawing/2014/main" id="{08ABED0B-90D6-42E3-BFB0-AC935C13C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860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2" name="completed-label-1">
            <a:extLst xmlns:a="http://schemas.openxmlformats.org/drawingml/2006/main">
              <a:ext uri="{FF2B5EF4-FFF2-40B4-BE49-F238E27FC236}">
                <a16:creationId xmlns:a16="http://schemas.microsoft.com/office/drawing/2014/main" id="{DDD3D213-90D2-4CE0-8AB7-4C41470D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67025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Membership Management System</a:t>
            </a:r>
          </a:p>
        </p:txBody>
      </p:sp>
      <p:sp>
        <p:nvSpPr>
          <p:cNvPr id="13" name="completed-number-2">
            <a:extLst xmlns:a="http://schemas.openxmlformats.org/drawingml/2006/main">
              <a:ext uri="{FF2B5EF4-FFF2-40B4-BE49-F238E27FC236}">
                <a16:creationId xmlns:a16="http://schemas.microsoft.com/office/drawing/2014/main" id="{605AF830-25E8-4C54-B1EB-26F494A1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242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4" name="completed-label-2">
            <a:extLst xmlns:a="http://schemas.openxmlformats.org/drawingml/2006/main">
              <a:ext uri="{FF2B5EF4-FFF2-40B4-BE49-F238E27FC236}">
                <a16:creationId xmlns:a16="http://schemas.microsoft.com/office/drawing/2014/main" id="{49A32E9A-148F-4611-B241-D08612D12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05175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Member Registration and Login</a:t>
            </a:r>
          </a:p>
        </p:txBody>
      </p:sp>
      <p:sp>
        <p:nvSpPr>
          <p:cNvPr id="15" name="completed-number-3">
            <a:extLst xmlns:a="http://schemas.openxmlformats.org/drawingml/2006/main">
              <a:ext uri="{FF2B5EF4-FFF2-40B4-BE49-F238E27FC236}">
                <a16:creationId xmlns:a16="http://schemas.microsoft.com/office/drawing/2014/main" id="{68BE05B8-EF9C-4078-BC86-1B3E7C5D2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623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16" name="completed-label-3">
            <a:extLst xmlns:a="http://schemas.openxmlformats.org/drawingml/2006/main">
              <a:ext uri="{FF2B5EF4-FFF2-40B4-BE49-F238E27FC236}">
                <a16:creationId xmlns:a16="http://schemas.microsoft.com/office/drawing/2014/main" id="{EBB7045F-BBF5-437D-8C9F-15C06133B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43325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Member Profile Management</a:t>
            </a:r>
          </a:p>
        </p:txBody>
      </p:sp>
      <p:sp>
        <p:nvSpPr>
          <p:cNvPr id="17" name="completed-number-4">
            <a:extLst xmlns:a="http://schemas.openxmlformats.org/drawingml/2006/main">
              <a:ext uri="{FF2B5EF4-FFF2-40B4-BE49-F238E27FC236}">
                <a16:creationId xmlns:a16="http://schemas.microsoft.com/office/drawing/2014/main" id="{89E73F96-2593-4ACE-BF8B-3DE1D9914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005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18" name="completed-label-4">
            <a:extLst xmlns:a="http://schemas.openxmlformats.org/drawingml/2006/main">
              <a:ext uri="{FF2B5EF4-FFF2-40B4-BE49-F238E27FC236}">
                <a16:creationId xmlns:a16="http://schemas.microsoft.com/office/drawing/2014/main" id="{BE899EE1-31C6-46F6-A27E-D1CC48DD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81475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Admin Dashboard</a:t>
            </a:r>
          </a:p>
        </p:txBody>
      </p:sp>
      <p:sp>
        <p:nvSpPr>
          <p:cNvPr id="19" name="completed-number-5">
            <a:extLst xmlns:a="http://schemas.openxmlformats.org/drawingml/2006/main">
              <a:ext uri="{FF2B5EF4-FFF2-40B4-BE49-F238E27FC236}">
                <a16:creationId xmlns:a16="http://schemas.microsoft.com/office/drawing/2014/main" id="{A8D50051-60CE-45D7-990A-E68DCD6F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386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20" name="completed-label-5">
            <a:extLst xmlns:a="http://schemas.openxmlformats.org/drawingml/2006/main">
              <a:ext uri="{FF2B5EF4-FFF2-40B4-BE49-F238E27FC236}">
                <a16:creationId xmlns:a16="http://schemas.microsoft.com/office/drawing/2014/main" id="{7481D2D9-DEFF-4257-9FB8-D4ED7B20A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619625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Role-Based Portals</a:t>
            </a:r>
          </a:p>
        </p:txBody>
      </p:sp>
      <p:sp>
        <p:nvSpPr>
          <p:cNvPr id="21" name="completed-number-6">
            <a:extLst xmlns:a="http://schemas.openxmlformats.org/drawingml/2006/main">
              <a:ext uri="{FF2B5EF4-FFF2-40B4-BE49-F238E27FC236}">
                <a16:creationId xmlns:a16="http://schemas.microsoft.com/office/drawing/2014/main" id="{3E50B885-1922-4796-B600-56E59E6C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768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  <p:sp>
        <p:nvSpPr>
          <p:cNvPr id="22" name="completed-label-6">
            <a:extLst xmlns:a="http://schemas.openxmlformats.org/drawingml/2006/main">
              <a:ext uri="{FF2B5EF4-FFF2-40B4-BE49-F238E27FC236}">
                <a16:creationId xmlns:a16="http://schemas.microsoft.com/office/drawing/2014/main" id="{95C70EBB-BE20-40BA-A702-6C999F4E0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057775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Security and Verification</a:t>
            </a:r>
          </a:p>
        </p:txBody>
      </p:sp>
      <p:sp>
        <p:nvSpPr>
          <p:cNvPr id="23" name="completed-number-7">
            <a:extLst xmlns:a="http://schemas.openxmlformats.org/drawingml/2006/main">
              <a:ext uri="{FF2B5EF4-FFF2-40B4-BE49-F238E27FC236}">
                <a16:creationId xmlns:a16="http://schemas.microsoft.com/office/drawing/2014/main" id="{A5259A4F-BE4F-4455-A5B9-9690C3BB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149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  <p:sp>
        <p:nvSpPr>
          <p:cNvPr id="24" name="completed-label-7">
            <a:extLst xmlns:a="http://schemas.openxmlformats.org/drawingml/2006/main">
              <a:ext uri="{FF2B5EF4-FFF2-40B4-BE49-F238E27FC236}">
                <a16:creationId xmlns:a16="http://schemas.microsoft.com/office/drawing/2014/main" id="{9AF813AA-4E2A-4988-BFDB-B4A6063C4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95925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Reports and Analytics</a:t>
            </a:r>
          </a:p>
        </p:txBody>
      </p:sp>
      <p:sp>
        <p:nvSpPr>
          <p:cNvPr id="25" name="completed-column-header-1">
            <a:extLst xmlns:a="http://schemas.openxmlformats.org/drawingml/2006/main">
              <a:ext uri="{FF2B5EF4-FFF2-40B4-BE49-F238E27FC236}">
                <a16:creationId xmlns:a16="http://schemas.microsoft.com/office/drawing/2014/main" id="{852CC7A4-7EE0-41E2-A578-2D7931AE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0097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MEMBER SERVICES &amp; TRUST</a:t>
            </a:r>
          </a:p>
        </p:txBody>
      </p:sp>
      <p:sp>
        <p:nvSpPr>
          <p:cNvPr id="26" name="completed-column-rule-1">
            <a:extLst xmlns:a="http://schemas.openxmlformats.org/drawingml/2006/main">
              <a:ext uri="{FF2B5EF4-FFF2-40B4-BE49-F238E27FC236}">
                <a16:creationId xmlns:a16="http://schemas.microsoft.com/office/drawing/2014/main" id="{CDDE318F-2EEA-4116-AF27-F3F5924F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71975" y="2276475"/>
            <a:ext cx="316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27" name="completed-number-8">
            <a:extLst xmlns:a="http://schemas.openxmlformats.org/drawingml/2006/main">
              <a:ext uri="{FF2B5EF4-FFF2-40B4-BE49-F238E27FC236}">
                <a16:creationId xmlns:a16="http://schemas.microsoft.com/office/drawing/2014/main" id="{F78DBB51-4D55-47EA-8A2D-8E6537DCA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4479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  <p:sp>
        <p:nvSpPr>
          <p:cNvPr id="28" name="completed-label-8">
            <a:extLst xmlns:a="http://schemas.openxmlformats.org/drawingml/2006/main">
              <a:ext uri="{FF2B5EF4-FFF2-40B4-BE49-F238E27FC236}">
                <a16:creationId xmlns:a16="http://schemas.microsoft.com/office/drawing/2014/main" id="{3F249BEA-709E-4375-9D15-A722DF1CD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428875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TNR Digital Membership Card</a:t>
            </a:r>
          </a:p>
        </p:txBody>
      </p:sp>
      <p:sp>
        <p:nvSpPr>
          <p:cNvPr id="29" name="completed-number-9">
            <a:extLst xmlns:a="http://schemas.openxmlformats.org/drawingml/2006/main">
              <a:ext uri="{FF2B5EF4-FFF2-40B4-BE49-F238E27FC236}">
                <a16:creationId xmlns:a16="http://schemas.microsoft.com/office/drawing/2014/main" id="{0AAFC5F8-2FD4-4434-88FE-3E651B9C9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8860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30" name="completed-label-9">
            <a:extLst xmlns:a="http://schemas.openxmlformats.org/drawingml/2006/main">
              <a:ext uri="{FF2B5EF4-FFF2-40B4-BE49-F238E27FC236}">
                <a16:creationId xmlns:a16="http://schemas.microsoft.com/office/drawing/2014/main" id="{679A7BB8-1C0A-47F0-A2B8-B6EC74C4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867025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QR Code Membership Verification</a:t>
            </a:r>
          </a:p>
        </p:txBody>
      </p:sp>
      <p:sp>
        <p:nvSpPr>
          <p:cNvPr id="31" name="completed-number-10">
            <a:extLst xmlns:a="http://schemas.openxmlformats.org/drawingml/2006/main">
              <a:ext uri="{FF2B5EF4-FFF2-40B4-BE49-F238E27FC236}">
                <a16:creationId xmlns:a16="http://schemas.microsoft.com/office/drawing/2014/main" id="{F4596A92-8F19-4AFB-9328-D85B3D36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3242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  <p:sp>
        <p:nvSpPr>
          <p:cNvPr id="32" name="completed-label-10">
            <a:extLst xmlns:a="http://schemas.openxmlformats.org/drawingml/2006/main">
              <a:ext uri="{FF2B5EF4-FFF2-40B4-BE49-F238E27FC236}">
                <a16:creationId xmlns:a16="http://schemas.microsoft.com/office/drawing/2014/main" id="{A9440D23-08D1-4AF4-8B4A-965AE9DEC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305175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Certificate Management System</a:t>
            </a:r>
          </a:p>
        </p:txBody>
      </p:sp>
      <p:sp>
        <p:nvSpPr>
          <p:cNvPr id="33" name="completed-number-11">
            <a:extLst xmlns:a="http://schemas.openxmlformats.org/drawingml/2006/main">
              <a:ext uri="{FF2B5EF4-FFF2-40B4-BE49-F238E27FC236}">
                <a16:creationId xmlns:a16="http://schemas.microsoft.com/office/drawing/2014/main" id="{5DE31319-50DA-4C0F-BF50-932804E5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7623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34" name="completed-label-11">
            <a:extLst xmlns:a="http://schemas.openxmlformats.org/drawingml/2006/main">
              <a:ext uri="{FF2B5EF4-FFF2-40B4-BE49-F238E27FC236}">
                <a16:creationId xmlns:a16="http://schemas.microsoft.com/office/drawing/2014/main" id="{A528AD90-27DC-4530-AB0B-42F905DE8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743325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QR Code Certificate Verification</a:t>
            </a:r>
          </a:p>
        </p:txBody>
      </p:sp>
      <p:sp>
        <p:nvSpPr>
          <p:cNvPr id="35" name="completed-number-12">
            <a:extLst xmlns:a="http://schemas.openxmlformats.org/drawingml/2006/main">
              <a:ext uri="{FF2B5EF4-FFF2-40B4-BE49-F238E27FC236}">
                <a16:creationId xmlns:a16="http://schemas.microsoft.com/office/drawing/2014/main" id="{1DA00CB3-AD50-4729-80C0-873BC6910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2005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  <p:sp>
        <p:nvSpPr>
          <p:cNvPr id="36" name="completed-label-12">
            <a:extLst xmlns:a="http://schemas.openxmlformats.org/drawingml/2006/main">
              <a:ext uri="{FF2B5EF4-FFF2-40B4-BE49-F238E27FC236}">
                <a16:creationId xmlns:a16="http://schemas.microsoft.com/office/drawing/2014/main" id="{1B431BAD-8BF0-46F4-A5E9-AD9F3C4FD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181475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TNR AI Assistant</a:t>
            </a:r>
          </a:p>
        </p:txBody>
      </p:sp>
      <p:sp>
        <p:nvSpPr>
          <p:cNvPr id="37" name="completed-number-13">
            <a:extLst xmlns:a="http://schemas.openxmlformats.org/drawingml/2006/main">
              <a:ext uri="{FF2B5EF4-FFF2-40B4-BE49-F238E27FC236}">
                <a16:creationId xmlns:a16="http://schemas.microsoft.com/office/drawing/2014/main" id="{63169323-5BAA-40C9-AB3F-CD235B0B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6386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14</a:t>
            </a:r>
          </a:p>
        </p:txBody>
      </p:sp>
      <p:sp>
        <p:nvSpPr>
          <p:cNvPr id="38" name="completed-label-13">
            <a:extLst xmlns:a="http://schemas.openxmlformats.org/drawingml/2006/main">
              <a:ext uri="{FF2B5EF4-FFF2-40B4-BE49-F238E27FC236}">
                <a16:creationId xmlns:a16="http://schemas.microsoft.com/office/drawing/2014/main" id="{4BD62FF7-5AD6-4F59-AE02-82A475BD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619625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Professional CV Builder</a:t>
            </a:r>
          </a:p>
        </p:txBody>
      </p:sp>
      <p:sp>
        <p:nvSpPr>
          <p:cNvPr id="39" name="completed-number-14">
            <a:extLst xmlns:a="http://schemas.openxmlformats.org/drawingml/2006/main">
              <a:ext uri="{FF2B5EF4-FFF2-40B4-BE49-F238E27FC236}">
                <a16:creationId xmlns:a16="http://schemas.microsoft.com/office/drawing/2014/main" id="{A110B2F5-4D40-4456-9452-F60D77BC6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0768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15</a:t>
            </a:r>
          </a:p>
        </p:txBody>
      </p:sp>
      <p:sp>
        <p:nvSpPr>
          <p:cNvPr id="40" name="completed-label-14">
            <a:extLst xmlns:a="http://schemas.openxmlformats.org/drawingml/2006/main">
              <a:ext uri="{FF2B5EF4-FFF2-40B4-BE49-F238E27FC236}">
                <a16:creationId xmlns:a16="http://schemas.microsoft.com/office/drawing/2014/main" id="{EEC1B2E2-846A-4E02-B018-C73461D6C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057775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Announcements and Notifications</a:t>
            </a:r>
          </a:p>
        </p:txBody>
      </p:sp>
      <p:sp>
        <p:nvSpPr>
          <p:cNvPr id="41" name="completed-number-15">
            <a:extLst xmlns:a="http://schemas.openxmlformats.org/drawingml/2006/main">
              <a:ext uri="{FF2B5EF4-FFF2-40B4-BE49-F238E27FC236}">
                <a16:creationId xmlns:a16="http://schemas.microsoft.com/office/drawing/2014/main" id="{4175D26A-B669-466D-9744-CD35E71C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5149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16</a:t>
            </a:r>
          </a:p>
        </p:txBody>
      </p:sp>
      <p:sp>
        <p:nvSpPr>
          <p:cNvPr id="42" name="completed-label-15">
            <a:extLst xmlns:a="http://schemas.openxmlformats.org/drawingml/2006/main">
              <a:ext uri="{FF2B5EF4-FFF2-40B4-BE49-F238E27FC236}">
                <a16:creationId xmlns:a16="http://schemas.microsoft.com/office/drawing/2014/main" id="{09F03B98-43F9-4B55-AD30-435B621B9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495925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Roundu Information and Statistics Database</a:t>
            </a:r>
          </a:p>
        </p:txBody>
      </p:sp>
      <p:sp>
        <p:nvSpPr>
          <p:cNvPr id="43" name="completed-column-header-2">
            <a:extLst xmlns:a="http://schemas.openxmlformats.org/drawingml/2006/main">
              <a:ext uri="{FF2B5EF4-FFF2-40B4-BE49-F238E27FC236}">
                <a16:creationId xmlns:a16="http://schemas.microsoft.com/office/drawing/2014/main" id="{DD4C2E58-D16F-4149-AE95-3A60AC22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097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GOVERNANCE &amp; ELECTIONS</a:t>
            </a:r>
          </a:p>
        </p:txBody>
      </p:sp>
      <p:sp>
        <p:nvSpPr>
          <p:cNvPr id="44" name="completed-column-rule-2">
            <a:extLst xmlns:a="http://schemas.openxmlformats.org/drawingml/2006/main">
              <a:ext uri="{FF2B5EF4-FFF2-40B4-BE49-F238E27FC236}">
                <a16:creationId xmlns:a16="http://schemas.microsoft.com/office/drawing/2014/main" id="{6E6BC5AE-220E-4C81-88C8-8A9BC577D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58150" y="2276475"/>
            <a:ext cx="316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45" name="completed-number-16">
            <a:extLst xmlns:a="http://schemas.openxmlformats.org/drawingml/2006/main">
              <a:ext uri="{FF2B5EF4-FFF2-40B4-BE49-F238E27FC236}">
                <a16:creationId xmlns:a16="http://schemas.microsoft.com/office/drawing/2014/main" id="{FC55EB43-D209-49CF-A583-4F7478CE7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479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17</a:t>
            </a:r>
          </a:p>
        </p:txBody>
      </p:sp>
      <p:sp>
        <p:nvSpPr>
          <p:cNvPr id="46" name="completed-label-16">
            <a:extLst xmlns:a="http://schemas.openxmlformats.org/drawingml/2006/main">
              <a:ext uri="{FF2B5EF4-FFF2-40B4-BE49-F238E27FC236}">
                <a16:creationId xmlns:a16="http://schemas.microsoft.com/office/drawing/2014/main" id="{E2502B96-EDAD-413A-B9E7-EF895723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28875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Election Management System</a:t>
            </a:r>
          </a:p>
        </p:txBody>
      </p:sp>
      <p:sp>
        <p:nvSpPr>
          <p:cNvPr id="47" name="completed-number-17">
            <a:extLst xmlns:a="http://schemas.openxmlformats.org/drawingml/2006/main">
              <a:ext uri="{FF2B5EF4-FFF2-40B4-BE49-F238E27FC236}">
                <a16:creationId xmlns:a16="http://schemas.microsoft.com/office/drawing/2014/main" id="{5008E0B1-155A-46A7-AAFD-62A8633E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860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18</a:t>
            </a:r>
          </a:p>
        </p:txBody>
      </p:sp>
      <p:sp>
        <p:nvSpPr>
          <p:cNvPr id="48" name="completed-label-17">
            <a:extLst xmlns:a="http://schemas.openxmlformats.org/drawingml/2006/main">
              <a:ext uri="{FF2B5EF4-FFF2-40B4-BE49-F238E27FC236}">
                <a16:creationId xmlns:a16="http://schemas.microsoft.com/office/drawing/2014/main" id="{295006C5-BBFD-400B-9867-AA836978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867025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Online Voting Portal</a:t>
            </a:r>
          </a:p>
        </p:txBody>
      </p:sp>
      <p:sp>
        <p:nvSpPr>
          <p:cNvPr id="49" name="completed-number-18">
            <a:extLst xmlns:a="http://schemas.openxmlformats.org/drawingml/2006/main">
              <a:ext uri="{FF2B5EF4-FFF2-40B4-BE49-F238E27FC236}">
                <a16:creationId xmlns:a16="http://schemas.microsoft.com/office/drawing/2014/main" id="{664421E6-E79F-4879-BDF7-F524915CA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3242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19</a:t>
            </a:r>
          </a:p>
        </p:txBody>
      </p:sp>
      <p:sp>
        <p:nvSpPr>
          <p:cNvPr id="50" name="completed-label-18">
            <a:extLst xmlns:a="http://schemas.openxmlformats.org/drawingml/2006/main">
              <a:ext uri="{FF2B5EF4-FFF2-40B4-BE49-F238E27FC236}">
                <a16:creationId xmlns:a16="http://schemas.microsoft.com/office/drawing/2014/main" id="{FF7C5564-9927-434D-8647-3913B9008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05175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Candidate Management System</a:t>
            </a:r>
          </a:p>
        </p:txBody>
      </p:sp>
      <p:sp>
        <p:nvSpPr>
          <p:cNvPr id="51" name="completed-number-19">
            <a:extLst xmlns:a="http://schemas.openxmlformats.org/drawingml/2006/main">
              <a:ext uri="{FF2B5EF4-FFF2-40B4-BE49-F238E27FC236}">
                <a16:creationId xmlns:a16="http://schemas.microsoft.com/office/drawing/2014/main" id="{3F5940B2-BF84-4E67-AC26-3B7ECBC8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7623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20</a:t>
            </a:r>
          </a:p>
        </p:txBody>
      </p:sp>
      <p:sp>
        <p:nvSpPr>
          <p:cNvPr id="52" name="completed-label-19">
            <a:extLst xmlns:a="http://schemas.openxmlformats.org/drawingml/2006/main">
              <a:ext uri="{FF2B5EF4-FFF2-40B4-BE49-F238E27FC236}">
                <a16:creationId xmlns:a16="http://schemas.microsoft.com/office/drawing/2014/main" id="{D90B0E37-7314-4216-9D20-0D2BAB5F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43325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Election Results and Reporting</a:t>
            </a:r>
          </a:p>
        </p:txBody>
      </p:sp>
      <p:sp>
        <p:nvSpPr>
          <p:cNvPr id="53" name="completed-number-20">
            <a:extLst xmlns:a="http://schemas.openxmlformats.org/drawingml/2006/main">
              <a:ext uri="{FF2B5EF4-FFF2-40B4-BE49-F238E27FC236}">
                <a16:creationId xmlns:a16="http://schemas.microsoft.com/office/drawing/2014/main" id="{C6A4A18E-12FC-4636-AE4B-328371A0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005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21</a:t>
            </a:r>
          </a:p>
        </p:txBody>
      </p:sp>
      <p:sp>
        <p:nvSpPr>
          <p:cNvPr id="54" name="completed-label-20">
            <a:extLst xmlns:a="http://schemas.openxmlformats.org/drawingml/2006/main">
              <a:ext uri="{FF2B5EF4-FFF2-40B4-BE49-F238E27FC236}">
                <a16:creationId xmlns:a16="http://schemas.microsoft.com/office/drawing/2014/main" id="{5BB86572-11C5-41B9-BC32-A94ECCF8C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81475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Advisory Council Management</a:t>
            </a:r>
          </a:p>
        </p:txBody>
      </p:sp>
      <p:sp>
        <p:nvSpPr>
          <p:cNvPr id="55" name="completed-number-21">
            <a:extLst xmlns:a="http://schemas.openxmlformats.org/drawingml/2006/main">
              <a:ext uri="{FF2B5EF4-FFF2-40B4-BE49-F238E27FC236}">
                <a16:creationId xmlns:a16="http://schemas.microsoft.com/office/drawing/2014/main" id="{04320DA2-45AD-4D6A-8559-A71344DF6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6386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22</a:t>
            </a:r>
          </a:p>
        </p:txBody>
      </p:sp>
      <p:sp>
        <p:nvSpPr>
          <p:cNvPr id="56" name="completed-label-21">
            <a:extLst xmlns:a="http://schemas.openxmlformats.org/drawingml/2006/main">
              <a:ext uri="{FF2B5EF4-FFF2-40B4-BE49-F238E27FC236}">
                <a16:creationId xmlns:a16="http://schemas.microsoft.com/office/drawing/2014/main" id="{B33C6DDA-2C00-4CAA-B06C-382C8350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19625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CEC Member Portal</a:t>
            </a:r>
          </a:p>
        </p:txBody>
      </p:sp>
      <p:sp>
        <p:nvSpPr>
          <p:cNvPr id="57" name="completed-number-22">
            <a:extLst xmlns:a="http://schemas.openxmlformats.org/drawingml/2006/main">
              <a:ext uri="{FF2B5EF4-FFF2-40B4-BE49-F238E27FC236}">
                <a16:creationId xmlns:a16="http://schemas.microsoft.com/office/drawing/2014/main" id="{9736DB7A-4F57-43F9-AA0C-E70FB8F8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07682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23</a:t>
            </a:r>
          </a:p>
        </p:txBody>
      </p:sp>
      <p:sp>
        <p:nvSpPr>
          <p:cNvPr id="58" name="completed-label-22">
            <a:extLst xmlns:a="http://schemas.openxmlformats.org/drawingml/2006/main">
              <a:ext uri="{FF2B5EF4-FFF2-40B4-BE49-F238E27FC236}">
                <a16:creationId xmlns:a16="http://schemas.microsoft.com/office/drawing/2014/main" id="{A3C72B67-917A-4925-A498-DC9C4ADD3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57775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Applications and Approval System</a:t>
            </a:r>
          </a:p>
        </p:txBody>
      </p:sp>
      <p:sp>
        <p:nvSpPr>
          <p:cNvPr id="59" name="completed-number-23">
            <a:extLst xmlns:a="http://schemas.openxmlformats.org/drawingml/2006/main">
              <a:ext uri="{FF2B5EF4-FFF2-40B4-BE49-F238E27FC236}">
                <a16:creationId xmlns:a16="http://schemas.microsoft.com/office/drawing/2014/main" id="{8CA66D56-DA74-44B5-A675-F16BDF9AA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514975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24</a:t>
            </a:r>
          </a:p>
        </p:txBody>
      </p:sp>
      <p:sp>
        <p:nvSpPr>
          <p:cNvPr id="60" name="completed-label-23">
            <a:extLst xmlns:a="http://schemas.openxmlformats.org/drawingml/2006/main">
              <a:ext uri="{FF2B5EF4-FFF2-40B4-BE49-F238E27FC236}">
                <a16:creationId xmlns:a16="http://schemas.microsoft.com/office/drawing/2014/main" id="{A1FB7302-06AE-494B-BE61-5C87CE43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495925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Executive and Organizational Management</a:t>
            </a:r>
          </a:p>
        </p:txBody>
      </p:sp>
      <p:sp>
        <p:nvSpPr>
          <p:cNvPr id="61" name="footer-rule-4">
            <a:extLst xmlns:a="http://schemas.openxmlformats.org/drawingml/2006/main">
              <a:ext uri="{FF2B5EF4-FFF2-40B4-BE49-F238E27FC236}">
                <a16:creationId xmlns:a16="http://schemas.microsoft.com/office/drawing/2014/main" id="{2A9C60E7-873A-40AD-814E-E0B4B6A7A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62" name="footer-label-4">
            <a:extLst xmlns:a="http://schemas.openxmlformats.org/drawingml/2006/main">
              <a:ext uri="{FF2B5EF4-FFF2-40B4-BE49-F238E27FC236}">
                <a16:creationId xmlns:a16="http://schemas.microsoft.com/office/drawing/2014/main" id="{617FB0C1-A269-4036-8CBA-0D226639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63" name="footer-page-4">
            <a:extLst xmlns:a="http://schemas.openxmlformats.org/drawingml/2006/main">
              <a:ext uri="{FF2B5EF4-FFF2-40B4-BE49-F238E27FC236}">
                <a16:creationId xmlns:a16="http://schemas.microsoft.com/office/drawing/2014/main" id="{0DBCFEF3-D171-4A80-BC3E-A2762A1DA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213465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9128C377-2BD8-4D6C-AF09-472753642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D8EAF4C8-5632-4198-AB2D-367D546A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D46C327B-6213-4459-B1C1-051593F3B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Membership becomes one clear digital journey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98773DB6-C98E-498A-ADF3-BE646FD2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A visible path from first registration to full access.</a:t>
            </a:r>
          </a:p>
        </p:txBody>
      </p:sp>
      <p:sp>
        <p:nvSpPr>
          <p:cNvPr id="5" name="journey-track">
            <a:extLst xmlns:a="http://schemas.openxmlformats.org/drawingml/2006/main">
              <a:ext uri="{FF2B5EF4-FFF2-40B4-BE49-F238E27FC236}">
                <a16:creationId xmlns:a16="http://schemas.microsoft.com/office/drawing/2014/main" id="{775BBB16-6D44-4956-916B-A3CE9920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066800" y="3476625"/>
            <a:ext cx="10058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6A15B"/>
            </a:solidFill>
            <a:prstDash val="solid"/>
          </a:ln>
        </p:spPr>
      </p:sp>
      <p:sp>
        <p:nvSpPr>
          <p:cNvPr id="6" name="journey-arrow-0">
            <a:extLst xmlns:a="http://schemas.openxmlformats.org/drawingml/2006/main">
              <a:ext uri="{FF2B5EF4-FFF2-40B4-BE49-F238E27FC236}">
                <a16:creationId xmlns:a16="http://schemas.microsoft.com/office/drawing/2014/main" id="{158C37C2-E811-4783-B956-11D7E77A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00300" y="3381375"/>
            <a:ext cx="1905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journey-arrow-1">
            <a:extLst xmlns:a="http://schemas.openxmlformats.org/drawingml/2006/main">
              <a:ext uri="{FF2B5EF4-FFF2-40B4-BE49-F238E27FC236}">
                <a16:creationId xmlns:a16="http://schemas.microsoft.com/office/drawing/2014/main" id="{3EB0D77A-E7EF-4787-A215-E13EA2936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250" y="3381375"/>
            <a:ext cx="1905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journey-arrow-2">
            <a:extLst xmlns:a="http://schemas.openxmlformats.org/drawingml/2006/main">
              <a:ext uri="{FF2B5EF4-FFF2-40B4-BE49-F238E27FC236}">
                <a16:creationId xmlns:a16="http://schemas.microsoft.com/office/drawing/2014/main" id="{61C65614-517D-47ED-80BC-C7D71E7AD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172200" y="3381375"/>
            <a:ext cx="1905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journey-arrow-3">
            <a:extLst xmlns:a="http://schemas.openxmlformats.org/drawingml/2006/main">
              <a:ext uri="{FF2B5EF4-FFF2-40B4-BE49-F238E27FC236}">
                <a16:creationId xmlns:a16="http://schemas.microsoft.com/office/drawing/2014/main" id="{469B78B1-DDBD-4F2A-9B82-D6437ADB9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058150" y="3381375"/>
            <a:ext cx="1905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journey-arrow-4">
            <a:extLst xmlns:a="http://schemas.openxmlformats.org/drawingml/2006/main">
              <a:ext uri="{FF2B5EF4-FFF2-40B4-BE49-F238E27FC236}">
                <a16:creationId xmlns:a16="http://schemas.microsoft.com/office/drawing/2014/main" id="{41C1A5F3-1F36-4D75-A9E5-BD2CC10E1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4100" y="3381375"/>
            <a:ext cx="190500" cy="1905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journey-step-0">
            <a:extLst xmlns:a="http://schemas.openxmlformats.org/drawingml/2006/main">
              <a:ext uri="{FF2B5EF4-FFF2-40B4-BE49-F238E27FC236}">
                <a16:creationId xmlns:a16="http://schemas.microsoft.com/office/drawing/2014/main" id="{EF16E9C0-204E-48E5-BA20-8E26736B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28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2" name="journey-node-0">
            <a:extLst xmlns:a="http://schemas.openxmlformats.org/drawingml/2006/main">
              <a:ext uri="{FF2B5EF4-FFF2-40B4-BE49-F238E27FC236}">
                <a16:creationId xmlns:a16="http://schemas.microsoft.com/office/drawing/2014/main" id="{F12F5B49-5994-45F5-8933-92F908CF3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1075" y="3028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6A1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c00ea60b014b7c">
            <a:extLst>
              <a:ext uri="{96DAC541-7B7A-43D3-8B79-37D633B846F1}">
                <asvg:svgBlip xmlns:asvg="http://schemas.microsoft.com/office/drawing/2016/SVG/main" r:embed="R2f910b93b06c487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90625" y="3238500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14" name="journey-label-0">
            <a:extLst xmlns:a="http://schemas.openxmlformats.org/drawingml/2006/main">
              <a:ext uri="{FF2B5EF4-FFF2-40B4-BE49-F238E27FC236}">
                <a16:creationId xmlns:a16="http://schemas.microsoft.com/office/drawing/2014/main" id="{7A8AC66D-2883-49FA-BDB5-B4333981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Registration</a:t>
            </a:r>
          </a:p>
        </p:txBody>
      </p:sp>
      <p:sp>
        <p:nvSpPr>
          <p:cNvPr id="15" name="journey-desc-0">
            <a:extLst xmlns:a="http://schemas.openxmlformats.org/drawingml/2006/main">
              <a:ext uri="{FF2B5EF4-FFF2-40B4-BE49-F238E27FC236}">
                <a16:creationId xmlns:a16="http://schemas.microsoft.com/office/drawing/2014/main" id="{6A57733E-3F58-40EF-A26D-26289BB8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629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Create account</a:t>
            </a:r>
          </a:p>
        </p:txBody>
      </p:sp>
      <p:sp>
        <p:nvSpPr>
          <p:cNvPr id="16" name="journey-step-1">
            <a:extLst xmlns:a="http://schemas.openxmlformats.org/drawingml/2006/main">
              <a:ext uri="{FF2B5EF4-FFF2-40B4-BE49-F238E27FC236}">
                <a16:creationId xmlns:a16="http://schemas.microsoft.com/office/drawing/2014/main" id="{D7DDBECC-5C3D-42F4-94D0-D536DA29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228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7" name="journey-node-1">
            <a:extLst xmlns:a="http://schemas.openxmlformats.org/drawingml/2006/main">
              <a:ext uri="{FF2B5EF4-FFF2-40B4-BE49-F238E27FC236}">
                <a16:creationId xmlns:a16="http://schemas.microsoft.com/office/drawing/2014/main" id="{06465C0D-D031-4CDB-B70F-645BC8702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67025" y="3028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6A1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0cf5b7037549a1">
            <a:extLst>
              <a:ext uri="{96DAC541-7B7A-43D3-8B79-37D633B846F1}">
                <asvg:svgBlip xmlns:asvg="http://schemas.microsoft.com/office/drawing/2016/SVG/main" r:embed="R488888c38faf4a7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076575" y="3238500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19" name="journey-label-1">
            <a:extLst xmlns:a="http://schemas.openxmlformats.org/drawingml/2006/main">
              <a:ext uri="{FF2B5EF4-FFF2-40B4-BE49-F238E27FC236}">
                <a16:creationId xmlns:a16="http://schemas.microsoft.com/office/drawing/2014/main" id="{669D77B3-8072-43A4-941D-34E54C95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9433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Profile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Completion</a:t>
            </a:r>
          </a:p>
        </p:txBody>
      </p:sp>
      <p:sp>
        <p:nvSpPr>
          <p:cNvPr id="20" name="journey-desc-1">
            <a:extLst xmlns:a="http://schemas.openxmlformats.org/drawingml/2006/main">
              <a:ext uri="{FF2B5EF4-FFF2-40B4-BE49-F238E27FC236}">
                <a16:creationId xmlns:a16="http://schemas.microsoft.com/office/drawing/2014/main" id="{324BAA1B-F6A1-4701-9F61-4C83710D5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4629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Complete details</a:t>
            </a:r>
          </a:p>
        </p:txBody>
      </p:sp>
      <p:sp>
        <p:nvSpPr>
          <p:cNvPr id="21" name="journey-step-2">
            <a:extLst xmlns:a="http://schemas.openxmlformats.org/drawingml/2006/main">
              <a:ext uri="{FF2B5EF4-FFF2-40B4-BE49-F238E27FC236}">
                <a16:creationId xmlns:a16="http://schemas.microsoft.com/office/drawing/2014/main" id="{944A667D-373C-48DB-9E48-213D453F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228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22" name="journey-node-2">
            <a:extLst xmlns:a="http://schemas.openxmlformats.org/drawingml/2006/main">
              <a:ext uri="{FF2B5EF4-FFF2-40B4-BE49-F238E27FC236}">
                <a16:creationId xmlns:a16="http://schemas.microsoft.com/office/drawing/2014/main" id="{0B016B1E-3298-456F-9461-894BC18F8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52975" y="3028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6A1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be1ffc2109451d">
            <a:extLst>
              <a:ext uri="{96DAC541-7B7A-43D3-8B79-37D633B846F1}">
                <asvg:svgBlip xmlns:asvg="http://schemas.microsoft.com/office/drawing/2016/SVG/main" r:embed="R6e1cca7520f0420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62525" y="3238500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24" name="journey-label-2">
            <a:extLst xmlns:a="http://schemas.openxmlformats.org/drawingml/2006/main">
              <a:ext uri="{FF2B5EF4-FFF2-40B4-BE49-F238E27FC236}">
                <a16:creationId xmlns:a16="http://schemas.microsoft.com/office/drawing/2014/main" id="{9C33D0E1-0692-433F-A5DF-051FC8A3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9433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Admin Review</a:t>
            </a:r>
          </a:p>
        </p:txBody>
      </p:sp>
      <p:sp>
        <p:nvSpPr>
          <p:cNvPr id="25" name="journey-desc-2">
            <a:extLst xmlns:a="http://schemas.openxmlformats.org/drawingml/2006/main">
              <a:ext uri="{FF2B5EF4-FFF2-40B4-BE49-F238E27FC236}">
                <a16:creationId xmlns:a16="http://schemas.microsoft.com/office/drawing/2014/main" id="{148C7D60-AF9F-4E20-81AA-33924AD0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629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Records checked</a:t>
            </a:r>
          </a:p>
        </p:txBody>
      </p:sp>
      <p:sp>
        <p:nvSpPr>
          <p:cNvPr id="26" name="journey-step-3">
            <a:extLst xmlns:a="http://schemas.openxmlformats.org/drawingml/2006/main">
              <a:ext uri="{FF2B5EF4-FFF2-40B4-BE49-F238E27FC236}">
                <a16:creationId xmlns:a16="http://schemas.microsoft.com/office/drawing/2014/main" id="{4564D7DE-835B-4FE9-BF02-05781FB55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228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27" name="journey-node-3">
            <a:extLst xmlns:a="http://schemas.openxmlformats.org/drawingml/2006/main">
              <a:ext uri="{FF2B5EF4-FFF2-40B4-BE49-F238E27FC236}">
                <a16:creationId xmlns:a16="http://schemas.microsoft.com/office/drawing/2014/main" id="{30884899-029E-4D7B-8EC0-3CA58B44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38925" y="3028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6A1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d677ae77844036">
            <a:extLst>
              <a:ext uri="{96DAC541-7B7A-43D3-8B79-37D633B846F1}">
                <asvg:svgBlip xmlns:asvg="http://schemas.microsoft.com/office/drawing/2016/SVG/main" r:embed="Rfd073cfe4d4843b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48475" y="3238500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29" name="journey-label-3">
            <a:extLst xmlns:a="http://schemas.openxmlformats.org/drawingml/2006/main">
              <a:ext uri="{FF2B5EF4-FFF2-40B4-BE49-F238E27FC236}">
                <a16:creationId xmlns:a16="http://schemas.microsoft.com/office/drawing/2014/main" id="{9E8A84CF-D24F-45DB-8F75-366C1E2B8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9433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Approval</a:t>
            </a:r>
          </a:p>
        </p:txBody>
      </p:sp>
      <p:sp>
        <p:nvSpPr>
          <p:cNvPr id="30" name="journey-desc-3">
            <a:extLst xmlns:a="http://schemas.openxmlformats.org/drawingml/2006/main">
              <a:ext uri="{FF2B5EF4-FFF2-40B4-BE49-F238E27FC236}">
                <a16:creationId xmlns:a16="http://schemas.microsoft.com/office/drawing/2014/main" id="{58C01E04-4EAE-4E60-9A45-2BC507894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29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Membership confirmed</a:t>
            </a:r>
          </a:p>
        </p:txBody>
      </p:sp>
      <p:sp>
        <p:nvSpPr>
          <p:cNvPr id="31" name="journey-step-4">
            <a:extLst xmlns:a="http://schemas.openxmlformats.org/drawingml/2006/main">
              <a:ext uri="{FF2B5EF4-FFF2-40B4-BE49-F238E27FC236}">
                <a16:creationId xmlns:a16="http://schemas.microsoft.com/office/drawing/2014/main" id="{CAEDBD14-EEBF-41B1-8E73-50AC2C53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228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32" name="journey-node-4">
            <a:extLst xmlns:a="http://schemas.openxmlformats.org/drawingml/2006/main">
              <a:ext uri="{FF2B5EF4-FFF2-40B4-BE49-F238E27FC236}">
                <a16:creationId xmlns:a16="http://schemas.microsoft.com/office/drawing/2014/main" id="{40EF6C50-5FB6-49C3-9374-D78F82A3D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24875" y="3028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C6A1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2a8b50743d4f5c">
            <a:extLst>
              <a:ext uri="{96DAC541-7B7A-43D3-8B79-37D633B846F1}">
                <asvg:svgBlip xmlns:asvg="http://schemas.microsoft.com/office/drawing/2016/SVG/main" r:embed="R50c0853cf8c2453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34425" y="3238500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34" name="journey-label-4">
            <a:extLst xmlns:a="http://schemas.openxmlformats.org/drawingml/2006/main">
              <a:ext uri="{FF2B5EF4-FFF2-40B4-BE49-F238E27FC236}">
                <a16:creationId xmlns:a16="http://schemas.microsoft.com/office/drawing/2014/main" id="{29365D10-90C4-4982-8050-0AD253423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433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Digital Membership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Card</a:t>
            </a:r>
          </a:p>
        </p:txBody>
      </p:sp>
      <p:sp>
        <p:nvSpPr>
          <p:cNvPr id="35" name="journey-desc-4">
            <a:extLst xmlns:a="http://schemas.openxmlformats.org/drawingml/2006/main">
              <a:ext uri="{FF2B5EF4-FFF2-40B4-BE49-F238E27FC236}">
                <a16:creationId xmlns:a16="http://schemas.microsoft.com/office/drawing/2014/main" id="{A6F31BD4-2C32-41B3-B7BA-DD95C9221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629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Verified identity</a:t>
            </a:r>
          </a:p>
        </p:txBody>
      </p:sp>
      <p:sp>
        <p:nvSpPr>
          <p:cNvPr id="36" name="journey-step-5">
            <a:extLst xmlns:a="http://schemas.openxmlformats.org/drawingml/2006/main">
              <a:ext uri="{FF2B5EF4-FFF2-40B4-BE49-F238E27FC236}">
                <a16:creationId xmlns:a16="http://schemas.microsoft.com/office/drawing/2014/main" id="{6DF2DA11-3606-4E14-926E-C51EF6D62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2228850"/>
            <a:ext cx="742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37" name="journey-node-5">
            <a:extLst xmlns:a="http://schemas.openxmlformats.org/drawingml/2006/main">
              <a:ext uri="{FF2B5EF4-FFF2-40B4-BE49-F238E27FC236}">
                <a16:creationId xmlns:a16="http://schemas.microsoft.com/office/drawing/2014/main" id="{116EC316-45BB-4280-A507-E42721F0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10825" y="3028950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28575">
            <a:solidFill>
              <a:srgbClr val="C6A15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ef41dc664b4f2e">
            <a:extLst>
              <a:ext uri="{96DAC541-7B7A-43D3-8B79-37D633B846F1}">
                <asvg:svgBlip xmlns:asvg="http://schemas.microsoft.com/office/drawing/2016/SVG/main" r:embed="Reb29d1841eb64e7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620375" y="3238500"/>
            <a:ext cx="257175" cy="257175"/>
          </a:xfrm>
          <a:prstGeom xmlns:a="http://schemas.openxmlformats.org/drawingml/2006/main" prst="rect">
            <a:avLst/>
          </a:prstGeom>
        </p:spPr>
      </p:pic>
      <p:sp>
        <p:nvSpPr>
          <p:cNvPr id="39" name="journey-label-5">
            <a:extLst xmlns:a="http://schemas.openxmlformats.org/drawingml/2006/main">
              <a:ext uri="{FF2B5EF4-FFF2-40B4-BE49-F238E27FC236}">
                <a16:creationId xmlns:a16="http://schemas.microsoft.com/office/drawing/2014/main" id="{8D3CA846-5636-4C00-8A88-949DC053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943350"/>
            <a:ext cx="152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Member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Dashboard</a:t>
            </a:r>
          </a:p>
        </p:txBody>
      </p:sp>
      <p:sp>
        <p:nvSpPr>
          <p:cNvPr id="40" name="journey-desc-5">
            <a:extLst xmlns:a="http://schemas.openxmlformats.org/drawingml/2006/main">
              <a:ext uri="{FF2B5EF4-FFF2-40B4-BE49-F238E27FC236}">
                <a16:creationId xmlns:a16="http://schemas.microsoft.com/office/drawing/2014/main" id="{07B37602-B388-4AA0-AD2D-8E88A201C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62915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Services unlocked</a:t>
            </a:r>
          </a:p>
        </p:txBody>
      </p:sp>
      <p:sp>
        <p:nvSpPr>
          <p:cNvPr id="41" name="journey-outcome">
            <a:extLst xmlns:a="http://schemas.openxmlformats.org/drawingml/2006/main">
              <a:ext uri="{FF2B5EF4-FFF2-40B4-BE49-F238E27FC236}">
                <a16:creationId xmlns:a16="http://schemas.microsoft.com/office/drawing/2014/main" id="{778CE331-4D2D-4EA9-94BE-3BCD5685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5286375"/>
            <a:ext cx="552450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journey-outcome-text">
            <a:extLst xmlns:a="http://schemas.openxmlformats.org/drawingml/2006/main">
              <a:ext uri="{FF2B5EF4-FFF2-40B4-BE49-F238E27FC236}">
                <a16:creationId xmlns:a16="http://schemas.microsoft.com/office/drawing/2014/main" id="{D9155429-431D-4551-A05C-36395FAEB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4102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Every stage is trackable, reviewable and connected.</a:t>
            </a:r>
          </a:p>
        </p:txBody>
      </p:sp>
      <p:sp>
        <p:nvSpPr>
          <p:cNvPr id="43" name="footer-rule-5">
            <a:extLst xmlns:a="http://schemas.openxmlformats.org/drawingml/2006/main">
              <a:ext uri="{FF2B5EF4-FFF2-40B4-BE49-F238E27FC236}">
                <a16:creationId xmlns:a16="http://schemas.microsoft.com/office/drawing/2014/main" id="{B3FD63F0-F89B-4C28-9BFE-AE46146A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44" name="footer-label-5">
            <a:extLst xmlns:a="http://schemas.openxmlformats.org/drawingml/2006/main">
              <a:ext uri="{FF2B5EF4-FFF2-40B4-BE49-F238E27FC236}">
                <a16:creationId xmlns:a16="http://schemas.microsoft.com/office/drawing/2014/main" id="{59602D81-0F31-44D5-9799-F42DF0F18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45" name="footer-page-5">
            <a:extLst xmlns:a="http://schemas.openxmlformats.org/drawingml/2006/main">
              <a:ext uri="{FF2B5EF4-FFF2-40B4-BE49-F238E27FC236}">
                <a16:creationId xmlns:a16="http://schemas.microsoft.com/office/drawing/2014/main" id="{7AEE09CC-0FFF-4BDE-8181-FC8358A38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4106524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299AA544-C3D4-42BF-ADA8-71A1D4692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E9A9557D-7BEF-4E0E-ABD2-3D6597CD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9EBF12E-156F-4E0B-B576-0053BBF74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Digital identity is visible—and instantly verifiable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3DAA628-5733-4404-8C47-BCAFCE1D1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The actual member card and certificate carry the credentials needed to confirm identity and status.</a:t>
            </a:r>
          </a:p>
        </p:txBody>
      </p:sp>
      <p:sp>
        <p:nvSpPr>
          <p:cNvPr id="5" name="identity-front-label">
            <a:extLst xmlns:a="http://schemas.openxmlformats.org/drawingml/2006/main">
              <a:ext uri="{FF2B5EF4-FFF2-40B4-BE49-F238E27FC236}">
                <a16:creationId xmlns:a16="http://schemas.microsoft.com/office/drawing/2014/main" id="{4C3767FB-81AE-4CBC-AA55-AC9FDBB97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954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DIGITAL CARD • FRONT</a:t>
            </a:r>
          </a:p>
        </p:txBody>
      </p:sp>
      <p:sp>
        <p:nvSpPr>
          <p:cNvPr id="6" name="identity-back-label">
            <a:extLst xmlns:a="http://schemas.openxmlformats.org/drawingml/2006/main">
              <a:ext uri="{FF2B5EF4-FFF2-40B4-BE49-F238E27FC236}">
                <a16:creationId xmlns:a16="http://schemas.microsoft.com/office/drawing/2014/main" id="{E08A8635-1FA7-49A4-92F4-104B11AAF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895475"/>
            <a:ext cx="21145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QR VERIFICATION • BACK</a:t>
            </a:r>
          </a:p>
        </p:txBody>
      </p:sp>
      <p:sp>
        <p:nvSpPr>
          <p:cNvPr id="7" name="identity-certificate-label">
            <a:extLst xmlns:a="http://schemas.openxmlformats.org/drawingml/2006/main">
              <a:ext uri="{FF2B5EF4-FFF2-40B4-BE49-F238E27FC236}">
                <a16:creationId xmlns:a16="http://schemas.microsoft.com/office/drawing/2014/main" id="{142AD0F8-EEF1-42BF-86DF-38E674661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95475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MEMBERSHIP CERTIFICATE • QR + REFERENCE</a:t>
            </a:r>
          </a:p>
        </p:txBody>
      </p:sp>
      <p:sp>
        <p:nvSpPr>
          <p:cNvPr id="8" name="identity-front-shadow">
            <a:extLst xmlns:a="http://schemas.openxmlformats.org/drawingml/2006/main">
              <a:ext uri="{FF2B5EF4-FFF2-40B4-BE49-F238E27FC236}">
                <a16:creationId xmlns:a16="http://schemas.microsoft.com/office/drawing/2014/main" id="{AE2122DE-A558-4F11-9460-3FCA14AF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266950"/>
            <a:ext cx="2114550" cy="3248025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000000">
              <a:alpha val="941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identity-back-shadow">
            <a:extLst xmlns:a="http://schemas.openxmlformats.org/drawingml/2006/main">
              <a:ext uri="{FF2B5EF4-FFF2-40B4-BE49-F238E27FC236}">
                <a16:creationId xmlns:a16="http://schemas.microsoft.com/office/drawing/2014/main" id="{42DF9C80-2E83-497E-BFC2-4A62072C0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86100" y="2266950"/>
            <a:ext cx="2114550" cy="3248025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000000">
              <a:alpha val="9412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identity-certificate-shadow">
            <a:extLst xmlns:a="http://schemas.openxmlformats.org/drawingml/2006/main">
              <a:ext uri="{FF2B5EF4-FFF2-40B4-BE49-F238E27FC236}">
                <a16:creationId xmlns:a16="http://schemas.microsoft.com/office/drawing/2014/main" id="{216B31A8-A4A7-4704-AEE2-31ADA0E1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57950" y="2266950"/>
            <a:ext cx="5048250" cy="3600450"/>
          </a:xfrm>
          <a:prstGeom xmlns:a="http://schemas.openxmlformats.org/drawingml/2006/main" prst="roundRect">
            <a:avLst>
              <a:gd name="adj" fmla="val 4233"/>
            </a:avLst>
          </a:prstGeom>
          <a:solidFill xmlns:a="http://schemas.openxmlformats.org/drawingml/2006/main">
            <a:srgbClr val="000000">
              <a:alpha val="8627"/>
            </a:srgbClr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d1e630f9c94e02"/>
          <a:stretch xmlns:a="http://schemas.openxmlformats.org/drawingml/2006/main"/>
        </p:blipFill>
        <p:spPr>
          <a:xfrm xmlns:a="http://schemas.openxmlformats.org/drawingml/2006/main">
            <a:off x="685800" y="2182443"/>
            <a:ext cx="2114550" cy="3245588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b73600f7e3434b"/>
          <a:stretch xmlns:a="http://schemas.openxmlformats.org/drawingml/2006/main"/>
        </p:blipFill>
        <p:spPr>
          <a:xfrm xmlns:a="http://schemas.openxmlformats.org/drawingml/2006/main">
            <a:off x="3009900" y="2182443"/>
            <a:ext cx="2114550" cy="3245588"/>
          </a:xfrm>
          <a:prstGeom xmlns:a="http://schemas.openxmlformats.org/drawingml/2006/main" prst="rect">
            <a:avLst/>
          </a:prstGeom>
        </p:spPr>
      </p:pic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bc072ccbef42bb"/>
          <a:stretch xmlns:a="http://schemas.openxmlformats.org/drawingml/2006/main"/>
        </p:blipFill>
        <p:spPr>
          <a:xfrm xmlns:a="http://schemas.openxmlformats.org/drawingml/2006/main">
            <a:off x="6362700" y="2182761"/>
            <a:ext cx="5143500" cy="3664052"/>
          </a:xfrm>
          <a:prstGeom xmlns:a="http://schemas.openxmlformats.org/drawingml/2006/main" prst="rect">
            <a:avLst/>
          </a:prstGeom>
        </p:spPr>
      </p:pic>
      <p:sp>
        <p:nvSpPr>
          <p:cNvPr id="14" name="identity-divider">
            <a:extLst xmlns:a="http://schemas.openxmlformats.org/drawingml/2006/main">
              <a:ext uri="{FF2B5EF4-FFF2-40B4-BE49-F238E27FC236}">
                <a16:creationId xmlns:a16="http://schemas.microsoft.com/office/drawing/2014/main" id="{20A19FFA-B02B-4592-92E6-402CE977C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743575" y="2209800"/>
            <a:ext cx="0" cy="3505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15" name="identity-feature-band">
            <a:extLst xmlns:a="http://schemas.openxmlformats.org/drawingml/2006/main">
              <a:ext uri="{FF2B5EF4-FFF2-40B4-BE49-F238E27FC236}">
                <a16:creationId xmlns:a16="http://schemas.microsoft.com/office/drawing/2014/main" id="{DB1A9B15-FA7E-47C3-942D-B40D34485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905500"/>
            <a:ext cx="108204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identity-features">
            <a:extLst xmlns:a="http://schemas.openxmlformats.org/drawingml/2006/main">
              <a:ext uri="{FF2B5EF4-FFF2-40B4-BE49-F238E27FC236}">
                <a16:creationId xmlns:a16="http://schemas.microsoft.com/office/drawing/2014/main" id="{B2569119-3C74-44C9-9668-254132398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91225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Unique Membership ID   •   QR-verified Digital Card   •   Certificate Verification   •   Reference Number Verification   •   Secure Member Records</a:t>
            </a:r>
          </a:p>
        </p:txBody>
      </p:sp>
      <p:sp>
        <p:nvSpPr>
          <p:cNvPr id="17" name="footer-rule-6">
            <a:extLst xmlns:a="http://schemas.openxmlformats.org/drawingml/2006/main">
              <a:ext uri="{FF2B5EF4-FFF2-40B4-BE49-F238E27FC236}">
                <a16:creationId xmlns:a16="http://schemas.microsoft.com/office/drawing/2014/main" id="{2FB8347E-9368-4221-A696-150C5591C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18" name="footer-label-6">
            <a:extLst xmlns:a="http://schemas.openxmlformats.org/drawingml/2006/main">
              <a:ext uri="{FF2B5EF4-FFF2-40B4-BE49-F238E27FC236}">
                <a16:creationId xmlns:a16="http://schemas.microsoft.com/office/drawing/2014/main" id="{9E355453-E33E-4DC2-B2CC-8FEED3442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19" name="footer-page-6">
            <a:extLst xmlns:a="http://schemas.openxmlformats.org/drawingml/2006/main">
              <a:ext uri="{FF2B5EF4-FFF2-40B4-BE49-F238E27FC236}">
                <a16:creationId xmlns:a16="http://schemas.microsoft.com/office/drawing/2014/main" id="{802D48EC-0BA9-427D-8472-6A9B1AEE0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26296493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54EBEED6-76BD-4278-9E6E-E5B027098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C73E084D-2F0B-4549-8B07-8F5C6A992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DDAA52C-8A30-4D11-B265-5395E5D95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AI turns member data into guidance and opportunity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5BED61C-8D28-4E8E-ABF0-342C72889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Two practical tools extend the value of every completed member profile.</a:t>
            </a:r>
          </a:p>
        </p:txBody>
      </p:sp>
      <p:sp>
        <p:nvSpPr>
          <p:cNvPr id="5" name="ai-left-panel">
            <a:extLst xmlns:a="http://schemas.openxmlformats.org/drawingml/2006/main">
              <a:ext uri="{FF2B5EF4-FFF2-40B4-BE49-F238E27FC236}">
                <a16:creationId xmlns:a16="http://schemas.microsoft.com/office/drawing/2014/main" id="{FC0ADC32-5BC3-4393-B479-8C973F9F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0" y="1866900"/>
            <a:ext cx="6096000" cy="419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i-left-label">
            <a:extLst xmlns:a="http://schemas.openxmlformats.org/drawingml/2006/main">
              <a:ext uri="{FF2B5EF4-FFF2-40B4-BE49-F238E27FC236}">
                <a16:creationId xmlns:a16="http://schemas.microsoft.com/office/drawing/2014/main" id="{EF8999F5-AA6F-4D44-A04C-DF9F79DA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AI ASSISTANT</a:t>
            </a:r>
          </a:p>
        </p:txBody>
      </p:sp>
      <p:sp>
        <p:nvSpPr>
          <p:cNvPr id="7" name="ai-real-label">
            <a:extLst xmlns:a="http://schemas.openxmlformats.org/drawingml/2006/main">
              <a:ext uri="{FF2B5EF4-FFF2-40B4-BE49-F238E27FC236}">
                <a16:creationId xmlns:a16="http://schemas.microsoft.com/office/drawing/2014/main" id="{19FC86B3-8799-4971-A632-DF079E0DC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95525"/>
            <a:ext cx="2324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7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7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REAL PLATFORM VIEW</a:t>
            </a:r>
          </a:p>
        </p:txBody>
      </p:sp>
      <p:sp>
        <p:nvSpPr>
          <p:cNvPr id="8" name="ai-real-shadow">
            <a:extLst xmlns:a="http://schemas.openxmlformats.org/drawingml/2006/main">
              <a:ext uri="{FF2B5EF4-FFF2-40B4-BE49-F238E27FC236}">
                <a16:creationId xmlns:a16="http://schemas.microsoft.com/office/drawing/2014/main" id="{92116E71-DAE2-40F7-8836-BEC6CFE43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000" y="2590800"/>
            <a:ext cx="2324100" cy="3333750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000000">
              <a:alpha val="1568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ai-real-frame">
            <a:extLst xmlns:a="http://schemas.openxmlformats.org/drawingml/2006/main">
              <a:ext uri="{FF2B5EF4-FFF2-40B4-BE49-F238E27FC236}">
                <a16:creationId xmlns:a16="http://schemas.microsoft.com/office/drawing/2014/main" id="{1B370E1A-5429-417A-9382-B0DB2E175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514600"/>
            <a:ext cx="2324100" cy="3333750"/>
          </a:xfrm>
          <a:prstGeom xmlns:a="http://schemas.openxmlformats.org/drawingml/2006/main" prst="roundRect">
            <a:avLst>
              <a:gd name="adj" fmla="val 73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A15B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9b328841484767"/>
          <a:stretch xmlns:a="http://schemas.openxmlformats.org/drawingml/2006/main"/>
        </p:blipFill>
        <p:spPr>
          <a:xfrm xmlns:a="http://schemas.openxmlformats.org/drawingml/2006/main">
            <a:off x="762484" y="2571750"/>
            <a:ext cx="2170732" cy="3219450"/>
          </a:xfrm>
          <a:prstGeom xmlns:a="http://schemas.openxmlformats.org/drawingml/2006/main" prst="rect">
            <a:avLst/>
          </a:prstGeom>
        </p:spPr>
      </p:pic>
      <p:sp>
        <p:nvSpPr>
          <p:cNvPr id="11" name="ai-proof-title">
            <a:extLst xmlns:a="http://schemas.openxmlformats.org/drawingml/2006/main">
              <a:ext uri="{FF2B5EF4-FFF2-40B4-BE49-F238E27FC236}">
                <a16:creationId xmlns:a16="http://schemas.microsoft.com/office/drawing/2014/main" id="{3425839F-3694-40D2-BF8B-F798486A7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57175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GUIDANCE, ON DEMAND</a:t>
            </a:r>
          </a:p>
        </p:txBody>
      </p:sp>
      <p:sp>
        <p:nvSpPr>
          <p:cNvPr id="12" name="ai-check-1-dot">
            <a:extLst xmlns:a="http://schemas.openxmlformats.org/drawingml/2006/main">
              <a:ext uri="{FF2B5EF4-FFF2-40B4-BE49-F238E27FC236}">
                <a16:creationId xmlns:a16="http://schemas.microsoft.com/office/drawing/2014/main" id="{C7DD4379-C669-4B98-A508-A71A31C6E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30194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55d23633f4807">
            <a:extLst>
              <a:ext uri="{96DAC541-7B7A-43D3-8B79-37D633B846F1}">
                <asvg:svgBlip xmlns:asvg="http://schemas.microsoft.com/office/drawing/2016/SVG/main" r:embed="R81e02be35fd546c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09950" y="309562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14" name="ai-check-1-text">
            <a:extLst xmlns:a="http://schemas.openxmlformats.org/drawingml/2006/main">
              <a:ext uri="{FF2B5EF4-FFF2-40B4-BE49-F238E27FC236}">
                <a16:creationId xmlns:a16="http://schemas.microsoft.com/office/drawing/2014/main" id="{F851BBC0-90DB-46DB-AEDC-53DBB8A74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00375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24/7 member guidance</a:t>
            </a:r>
          </a:p>
        </p:txBody>
      </p:sp>
      <p:sp>
        <p:nvSpPr>
          <p:cNvPr id="15" name="ai-check-2-dot">
            <a:extLst xmlns:a="http://schemas.openxmlformats.org/drawingml/2006/main">
              <a:ext uri="{FF2B5EF4-FFF2-40B4-BE49-F238E27FC236}">
                <a16:creationId xmlns:a16="http://schemas.microsoft.com/office/drawing/2014/main" id="{4A09B87B-1D0D-4816-B9F7-794E9A5D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36671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04099e571a4806">
            <a:extLst>
              <a:ext uri="{96DAC541-7B7A-43D3-8B79-37D633B846F1}">
                <asvg:svgBlip xmlns:asvg="http://schemas.microsoft.com/office/drawing/2016/SVG/main" r:embed="Rf41621339fff4fa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09950" y="374332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17" name="ai-check-2-text">
            <a:extLst xmlns:a="http://schemas.openxmlformats.org/drawingml/2006/main">
              <a:ext uri="{FF2B5EF4-FFF2-40B4-BE49-F238E27FC236}">
                <a16:creationId xmlns:a16="http://schemas.microsoft.com/office/drawing/2014/main" id="{BD80C324-B386-4262-81B3-625D013E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48075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TNR-related information</a:t>
            </a:r>
          </a:p>
        </p:txBody>
      </p:sp>
      <p:sp>
        <p:nvSpPr>
          <p:cNvPr id="18" name="ai-check-3-dot">
            <a:extLst xmlns:a="http://schemas.openxmlformats.org/drawingml/2006/main">
              <a:ext uri="{FF2B5EF4-FFF2-40B4-BE49-F238E27FC236}">
                <a16:creationId xmlns:a16="http://schemas.microsoft.com/office/drawing/2014/main" id="{C5A1C32B-FD47-46CB-973E-10C0F1C9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333750" y="4314825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3bf2b8a5b942e7">
            <a:extLst>
              <a:ext uri="{96DAC541-7B7A-43D3-8B79-37D633B846F1}">
                <asvg:svgBlip xmlns:asvg="http://schemas.microsoft.com/office/drawing/2016/SVG/main" r:embed="R4ed887fd09d94ca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09950" y="4391025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20" name="ai-check-3-text">
            <a:extLst xmlns:a="http://schemas.openxmlformats.org/drawingml/2006/main">
              <a:ext uri="{FF2B5EF4-FFF2-40B4-BE49-F238E27FC236}">
                <a16:creationId xmlns:a16="http://schemas.microsoft.com/office/drawing/2014/main" id="{413DD055-6BA4-4632-889C-EE7B5EFE3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295775"/>
            <a:ext cx="18478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Smart assistance</a:t>
            </a:r>
          </a:p>
        </p:txBody>
      </p:sp>
      <p:sp>
        <p:nvSpPr>
          <p:cNvPr id="21" name="ai-proof-rule">
            <a:extLst xmlns:a="http://schemas.openxmlformats.org/drawingml/2006/main">
              <a:ext uri="{FF2B5EF4-FFF2-40B4-BE49-F238E27FC236}">
                <a16:creationId xmlns:a16="http://schemas.microsoft.com/office/drawing/2014/main" id="{9E6A4B04-F9E4-4CF5-811A-FB89E6A6E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333750" y="4972050"/>
            <a:ext cx="15716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6A15B"/>
            </a:solidFill>
            <a:prstDash val="solid"/>
          </a:ln>
        </p:spPr>
      </p:sp>
      <p:sp>
        <p:nvSpPr>
          <p:cNvPr id="22" name="ai-source-label">
            <a:extLst xmlns:a="http://schemas.openxmlformats.org/drawingml/2006/main">
              <a:ext uri="{FF2B5EF4-FFF2-40B4-BE49-F238E27FC236}">
                <a16:creationId xmlns:a16="http://schemas.microsoft.com/office/drawing/2014/main" id="{1BFE8B8A-2E1B-4E0E-A7ED-3AC55F299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00650"/>
            <a:ext cx="21717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200" b="0" i="0">
                <a:solidFill>
                  <a:srgbClr val="C4D3C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C4D3CC"/>
                </a:solidFill>
                <a:latin typeface="Aptos"/>
                <a:ea typeface="Aptos"/>
                <a:cs typeface="Aptos"/>
              </a:rPr>
              <a:t>Answers grounded in official TNR information.</a:t>
            </a:r>
          </a:p>
        </p:txBody>
      </p:sp>
      <p:sp>
        <p:nvSpPr>
          <p:cNvPr id="23" name="cv-right-label">
            <a:extLst xmlns:a="http://schemas.openxmlformats.org/drawingml/2006/main">
              <a:ext uri="{FF2B5EF4-FFF2-40B4-BE49-F238E27FC236}">
                <a16:creationId xmlns:a16="http://schemas.microsoft.com/office/drawing/2014/main" id="{549A96C5-6F7F-45BD-A5D8-1BAA7446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764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CV BUILDER</a:t>
            </a:r>
          </a:p>
        </p:txBody>
      </p:sp>
      <p:sp>
        <p:nvSpPr>
          <p:cNvPr id="24" name="cv-browser-shadow">
            <a:extLst xmlns:a="http://schemas.openxmlformats.org/drawingml/2006/main">
              <a:ext uri="{FF2B5EF4-FFF2-40B4-BE49-F238E27FC236}">
                <a16:creationId xmlns:a16="http://schemas.microsoft.com/office/drawing/2014/main" id="{A7D8D1CF-CC71-4A8F-BA0E-28934697B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19900" y="2552700"/>
            <a:ext cx="476250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000000">
              <a:alpha val="7843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cv-browser-frame">
            <a:extLst xmlns:a="http://schemas.openxmlformats.org/drawingml/2006/main">
              <a:ext uri="{FF2B5EF4-FFF2-40B4-BE49-F238E27FC236}">
                <a16:creationId xmlns:a16="http://schemas.microsoft.com/office/drawing/2014/main" id="{62AECD50-005A-472D-87E7-D3E12DEA7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2457450"/>
            <a:ext cx="476250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26" name="cv-browser-chrome">
            <a:extLst xmlns:a="http://schemas.openxmlformats.org/drawingml/2006/main">
              <a:ext uri="{FF2B5EF4-FFF2-40B4-BE49-F238E27FC236}">
                <a16:creationId xmlns:a16="http://schemas.microsoft.com/office/drawing/2014/main" id="{ACD66D50-877F-46A9-BBAD-6883C3576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2457450"/>
            <a:ext cx="4762500" cy="40005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cv-browser-chrome-cover">
            <a:extLst xmlns:a="http://schemas.openxmlformats.org/drawingml/2006/main">
              <a:ext uri="{FF2B5EF4-FFF2-40B4-BE49-F238E27FC236}">
                <a16:creationId xmlns:a16="http://schemas.microsoft.com/office/drawing/2014/main" id="{53F22F78-A0F4-45EB-BEB9-702A648E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2695575"/>
            <a:ext cx="4762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cv-browser-dot-0">
            <a:extLst xmlns:a="http://schemas.openxmlformats.org/drawingml/2006/main">
              <a:ext uri="{FF2B5EF4-FFF2-40B4-BE49-F238E27FC236}">
                <a16:creationId xmlns:a16="http://schemas.microsoft.com/office/drawing/2014/main" id="{90B8D555-A1BA-43E2-926F-C37F84B39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150" y="2609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v-browser-dot-1">
            <a:extLst xmlns:a="http://schemas.openxmlformats.org/drawingml/2006/main">
              <a:ext uri="{FF2B5EF4-FFF2-40B4-BE49-F238E27FC236}">
                <a16:creationId xmlns:a16="http://schemas.microsoft.com/office/drawing/2014/main" id="{CBF3B782-6A38-4D57-8647-44B0DEDEC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58025" y="2609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0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cv-browser-dot-2">
            <a:extLst xmlns:a="http://schemas.openxmlformats.org/drawingml/2006/main">
              <a:ext uri="{FF2B5EF4-FFF2-40B4-BE49-F238E27FC236}">
                <a16:creationId xmlns:a16="http://schemas.microsoft.com/office/drawing/2014/main" id="{7AFC184A-C3A0-4239-A7AB-8D27D13F0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00900" y="2609850"/>
            <a:ext cx="66675" cy="666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9C0B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cv-browser-label">
            <a:extLst xmlns:a="http://schemas.openxmlformats.org/drawingml/2006/main">
              <a:ext uri="{FF2B5EF4-FFF2-40B4-BE49-F238E27FC236}">
                <a16:creationId xmlns:a16="http://schemas.microsoft.com/office/drawing/2014/main" id="{5EC417AE-701D-460A-9D9B-74FC6175D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533650"/>
            <a:ext cx="3867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SCREENSHOT PLACEHOLDER • CV BUILDER</a:t>
            </a:r>
          </a:p>
        </p:txBody>
      </p:sp>
      <p:sp>
        <p:nvSpPr>
          <p:cNvPr id="32" name="cv-page">
            <a:extLst xmlns:a="http://schemas.openxmlformats.org/drawingml/2006/main">
              <a:ext uri="{FF2B5EF4-FFF2-40B4-BE49-F238E27FC236}">
                <a16:creationId xmlns:a16="http://schemas.microsoft.com/office/drawing/2014/main" id="{0FB9A503-D8FF-4D48-9036-C8B50C4AD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2952750"/>
            <a:ext cx="14478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cv-photo">
            <a:extLst xmlns:a="http://schemas.openxmlformats.org/drawingml/2006/main">
              <a:ext uri="{FF2B5EF4-FFF2-40B4-BE49-F238E27FC236}">
                <a16:creationId xmlns:a16="http://schemas.microsoft.com/office/drawing/2014/main" id="{C7669710-A1D3-442B-859F-83BB7A513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124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8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1214ce624c45f2">
            <a:extLst>
              <a:ext uri="{96DAC541-7B7A-43D3-8B79-37D633B846F1}">
                <asvg:svgBlip xmlns:asvg="http://schemas.microsoft.com/office/drawing/2016/SVG/main" r:embed="R9952fc6661f94ae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429500" y="32194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35" name="cv-name-line">
            <a:extLst xmlns:a="http://schemas.openxmlformats.org/drawingml/2006/main">
              <a:ext uri="{FF2B5EF4-FFF2-40B4-BE49-F238E27FC236}">
                <a16:creationId xmlns:a16="http://schemas.microsoft.com/office/drawing/2014/main" id="{4CFF8A71-E04E-40E2-A099-D40FA193C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8600" y="3143250"/>
            <a:ext cx="5143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cv-sub-line">
            <a:extLst xmlns:a="http://schemas.openxmlformats.org/drawingml/2006/main">
              <a:ext uri="{FF2B5EF4-FFF2-40B4-BE49-F238E27FC236}">
                <a16:creationId xmlns:a16="http://schemas.microsoft.com/office/drawing/2014/main" id="{A820DCF9-3FA7-436E-9C31-7B52A0B1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8600" y="3286125"/>
            <a:ext cx="40957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D6A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cv-line-0">
            <a:extLst xmlns:a="http://schemas.openxmlformats.org/drawingml/2006/main">
              <a:ext uri="{FF2B5EF4-FFF2-40B4-BE49-F238E27FC236}">
                <a16:creationId xmlns:a16="http://schemas.microsoft.com/office/drawing/2014/main" id="{B26714B5-C7B4-4BCF-AC36-0480C49BE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67665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cv-line-1">
            <a:extLst xmlns:a="http://schemas.openxmlformats.org/drawingml/2006/main">
              <a:ext uri="{FF2B5EF4-FFF2-40B4-BE49-F238E27FC236}">
                <a16:creationId xmlns:a16="http://schemas.microsoft.com/office/drawing/2014/main" id="{AD0DB013-413F-490C-852C-B241A0C5C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81952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cv-line-2">
            <a:extLst xmlns:a="http://schemas.openxmlformats.org/drawingml/2006/main">
              <a:ext uri="{FF2B5EF4-FFF2-40B4-BE49-F238E27FC236}">
                <a16:creationId xmlns:a16="http://schemas.microsoft.com/office/drawing/2014/main" id="{F9C83542-B8C6-4B9E-8CF2-C33089D46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396240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cv-line-3">
            <a:extLst xmlns:a="http://schemas.openxmlformats.org/drawingml/2006/main">
              <a:ext uri="{FF2B5EF4-FFF2-40B4-BE49-F238E27FC236}">
                <a16:creationId xmlns:a16="http://schemas.microsoft.com/office/drawing/2014/main" id="{7800B048-2DAA-4396-BC3D-0D6ABB5BA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105275"/>
            <a:ext cx="857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cv-line-4">
            <a:extLst xmlns:a="http://schemas.openxmlformats.org/drawingml/2006/main">
              <a:ext uri="{FF2B5EF4-FFF2-40B4-BE49-F238E27FC236}">
                <a16:creationId xmlns:a16="http://schemas.microsoft.com/office/drawing/2014/main" id="{F88C4368-C0BB-4889-80FB-1C02278BA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34250" y="4248150"/>
            <a:ext cx="1028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EC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cv-arrow-copy">
            <a:extLst xmlns:a="http://schemas.openxmlformats.org/drawingml/2006/main">
              <a:ext uri="{FF2B5EF4-FFF2-40B4-BE49-F238E27FC236}">
                <a16:creationId xmlns:a16="http://schemas.microsoft.com/office/drawing/2014/main" id="{8B51AE73-496C-4917-B0E3-40C5C65A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143250"/>
            <a:ext cx="2000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MEMBER PROFILE</a:t>
            </a:r>
          </a:p>
        </p:txBody>
      </p:sp>
      <p:pic>
        <p:nvPicPr>
          <p:cNvPr id="9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216b39a8e44935">
            <a:extLst>
              <a:ext uri="{96DAC541-7B7A-43D3-8B79-37D633B846F1}">
                <asvg:svgBlip xmlns:asvg="http://schemas.microsoft.com/office/drawing/2016/SVG/main" r:embed="R9fc4dc7aba6f4cb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601200" y="3476625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44" name="cv-output-copy">
            <a:extLst xmlns:a="http://schemas.openxmlformats.org/drawingml/2006/main">
              <a:ext uri="{FF2B5EF4-FFF2-40B4-BE49-F238E27FC236}">
                <a16:creationId xmlns:a16="http://schemas.microsoft.com/office/drawing/2014/main" id="{E3217CC9-E4B9-444C-BAE2-0FA02D539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4048125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PROFESSIONAL CV</a:t>
            </a:r>
          </a:p>
        </p:txBody>
      </p:sp>
      <p:sp>
        <p:nvSpPr>
          <p:cNvPr id="45" name="cv-check-1-dot">
            <a:extLst xmlns:a="http://schemas.openxmlformats.org/drawingml/2006/main">
              <a:ext uri="{FF2B5EF4-FFF2-40B4-BE49-F238E27FC236}">
                <a16:creationId xmlns:a16="http://schemas.microsoft.com/office/drawing/2014/main" id="{DB532EA9-0AC1-4685-A200-87A45CA0C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51816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9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31c328f9040db">
            <a:extLst>
              <a:ext uri="{96DAC541-7B7A-43D3-8B79-37D633B846F1}">
                <asvg:svgBlip xmlns:asvg="http://schemas.microsoft.com/office/drawing/2016/SVG/main" r:embed="Rb1ab499cada9497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19900" y="525780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47" name="cv-check-1-text">
            <a:extLst xmlns:a="http://schemas.openxmlformats.org/drawingml/2006/main">
              <a:ext uri="{FF2B5EF4-FFF2-40B4-BE49-F238E27FC236}">
                <a16:creationId xmlns:a16="http://schemas.microsoft.com/office/drawing/2014/main" id="{AF7CA87F-3E99-4E56-A1D0-D9F142A12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162550"/>
            <a:ext cx="432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Automatic CV generation from member profile</a:t>
            </a:r>
          </a:p>
        </p:txBody>
      </p:sp>
      <p:sp>
        <p:nvSpPr>
          <p:cNvPr id="48" name="cv-check-2-dot">
            <a:extLst xmlns:a="http://schemas.openxmlformats.org/drawingml/2006/main">
              <a:ext uri="{FF2B5EF4-FFF2-40B4-BE49-F238E27FC236}">
                <a16:creationId xmlns:a16="http://schemas.microsoft.com/office/drawing/2014/main" id="{E1F9C374-CEA0-43D3-9384-F09FCFDF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43700" y="5600700"/>
            <a:ext cx="304800" cy="30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6F4E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0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669572a5f144af">
            <a:extLst>
              <a:ext uri="{96DAC541-7B7A-43D3-8B79-37D633B846F1}">
                <asvg:svgBlip xmlns:asvg="http://schemas.microsoft.com/office/drawing/2016/SVG/main" r:embed="Ree0efbaf85ae40f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19900" y="5676900"/>
            <a:ext cx="152400" cy="152400"/>
          </a:xfrm>
          <a:prstGeom xmlns:a="http://schemas.openxmlformats.org/drawingml/2006/main" prst="rect">
            <a:avLst/>
          </a:prstGeom>
        </p:spPr>
      </p:pic>
      <p:sp>
        <p:nvSpPr>
          <p:cNvPr id="50" name="cv-check-2-text">
            <a:extLst xmlns:a="http://schemas.openxmlformats.org/drawingml/2006/main">
              <a:ext uri="{FF2B5EF4-FFF2-40B4-BE49-F238E27FC236}">
                <a16:creationId xmlns:a16="http://schemas.microsoft.com/office/drawing/2014/main" id="{0E4040CB-D2F7-41AF-8540-CB1C0BC8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581650"/>
            <a:ext cx="432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50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Downloadable professional CV</a:t>
            </a:r>
          </a:p>
        </p:txBody>
      </p:sp>
      <p:sp>
        <p:nvSpPr>
          <p:cNvPr id="51" name="footer-rule-7">
            <a:extLst xmlns:a="http://schemas.openxmlformats.org/drawingml/2006/main">
              <a:ext uri="{FF2B5EF4-FFF2-40B4-BE49-F238E27FC236}">
                <a16:creationId xmlns:a16="http://schemas.microsoft.com/office/drawing/2014/main" id="{B6D0C7B5-C509-4449-878D-F2569EEA4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52" name="footer-label-7">
            <a:extLst xmlns:a="http://schemas.openxmlformats.org/drawingml/2006/main">
              <a:ext uri="{FF2B5EF4-FFF2-40B4-BE49-F238E27FC236}">
                <a16:creationId xmlns:a16="http://schemas.microsoft.com/office/drawing/2014/main" id="{C05740DB-5AC4-4279-9E46-DA4B3C0E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53" name="footer-page-7">
            <a:extLst xmlns:a="http://schemas.openxmlformats.org/drawingml/2006/main">
              <a:ext uri="{FF2B5EF4-FFF2-40B4-BE49-F238E27FC236}">
                <a16:creationId xmlns:a16="http://schemas.microsoft.com/office/drawing/2014/main" id="{1524E2B2-DDD2-48DE-8CBC-4C118BAE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834138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E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213D3FC0-012F-4EB0-A41C-14771BED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5D860A79-0C59-44D1-91C4-D63526FAD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C656431F-9ACE-4629-BE46-DB2240CE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Secure participation strengthens governance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C53D401-D5B8-46E9-A902-1D7F4B5E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Verified voting and structured organizational workflows support transparent decisions.</a:t>
            </a:r>
          </a:p>
        </p:txBody>
      </p:sp>
      <p:sp>
        <p:nvSpPr>
          <p:cNvPr id="5" name="election-live-tag">
            <a:extLst xmlns:a="http://schemas.openxmlformats.org/drawingml/2006/main">
              <a:ext uri="{FF2B5EF4-FFF2-40B4-BE49-F238E27FC236}">
                <a16:creationId xmlns:a16="http://schemas.microsoft.com/office/drawing/2014/main" id="{EC3A9BE7-118D-451C-90F4-E139E4EB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724025"/>
            <a:ext cx="3105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REAL RESULTS VIEW • EVOTEGB.COM</a:t>
            </a:r>
          </a:p>
        </p:txBody>
      </p:sp>
      <p:sp>
        <p:nvSpPr>
          <p:cNvPr id="6" name="election-left-header">
            <a:extLst xmlns:a="http://schemas.openxmlformats.org/drawingml/2006/main">
              <a:ext uri="{FF2B5EF4-FFF2-40B4-BE49-F238E27FC236}">
                <a16:creationId xmlns:a16="http://schemas.microsoft.com/office/drawing/2014/main" id="{17F22836-5813-4264-9005-66E62D83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447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SECURE ONLINE VOTING</a:t>
            </a:r>
          </a:p>
        </p:txBody>
      </p:sp>
      <p:sp>
        <p:nvSpPr>
          <p:cNvPr id="7" name="election-left-big">
            <a:extLst xmlns:a="http://schemas.openxmlformats.org/drawingml/2006/main">
              <a:ext uri="{FF2B5EF4-FFF2-40B4-BE49-F238E27FC236}">
                <a16:creationId xmlns:a16="http://schemas.microsoft.com/office/drawing/2014/main" id="{7F2CE163-D8BD-4E9B-86C3-977C40E95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447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MEMBER.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ONE VERIFIED VOTE.</a:t>
            </a:r>
          </a:p>
        </p:txBody>
      </p:sp>
      <p:sp>
        <p:nvSpPr>
          <p:cNvPr id="8" name="election-process-proof">
            <a:extLst xmlns:a="http://schemas.openxmlformats.org/drawingml/2006/main">
              <a:ext uri="{FF2B5EF4-FFF2-40B4-BE49-F238E27FC236}">
                <a16:creationId xmlns:a16="http://schemas.microsoft.com/office/drawing/2014/main" id="{9F854181-DFDC-49B4-8E88-905EB6FB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EMAIL OTP  •  IDENTITY CHECK  •  BALLOT RECEIPT</a:t>
            </a:r>
          </a:p>
        </p:txBody>
      </p:sp>
      <p:sp>
        <p:nvSpPr>
          <p:cNvPr id="9" name="vote-item-0-disc">
            <a:extLst xmlns:a="http://schemas.openxmlformats.org/drawingml/2006/main">
              <a:ext uri="{FF2B5EF4-FFF2-40B4-BE49-F238E27FC236}">
                <a16:creationId xmlns:a16="http://schemas.microsoft.com/office/drawing/2014/main" id="{81BC8F68-AD7C-4429-9D70-F725B18F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638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db8597f27114350">
            <a:extLst>
              <a:ext uri="{96DAC541-7B7A-43D3-8B79-37D633B846F1}">
                <asvg:svgBlip xmlns:asvg="http://schemas.microsoft.com/office/drawing/2016/SVG/main" r:embed="R7cf7a38895c3477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0100" y="37528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1" name="vote-label-0">
            <a:extLst xmlns:a="http://schemas.openxmlformats.org/drawingml/2006/main">
              <a:ext uri="{FF2B5EF4-FFF2-40B4-BE49-F238E27FC236}">
                <a16:creationId xmlns:a16="http://schemas.microsoft.com/office/drawing/2014/main" id="{741E6FE9-AB07-4E31-A152-BDD929A1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629025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Secure Online Voting</a:t>
            </a:r>
          </a:p>
        </p:txBody>
      </p:sp>
      <p:sp>
        <p:nvSpPr>
          <p:cNvPr id="12" name="vote-item-1-disc">
            <a:extLst xmlns:a="http://schemas.openxmlformats.org/drawingml/2006/main">
              <a:ext uri="{FF2B5EF4-FFF2-40B4-BE49-F238E27FC236}">
                <a16:creationId xmlns:a16="http://schemas.microsoft.com/office/drawing/2014/main" id="{AA7CEBC5-849F-4856-B06C-B4D387B75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6550" y="36385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c08d481ea54309">
            <a:extLst>
              <a:ext uri="{96DAC541-7B7A-43D3-8B79-37D633B846F1}">
                <asvg:svgBlip xmlns:asvg="http://schemas.microsoft.com/office/drawing/2016/SVG/main" r:embed="R5d21be7ad4564fe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990850" y="37528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" name="vote-label-1">
            <a:extLst xmlns:a="http://schemas.openxmlformats.org/drawingml/2006/main">
              <a:ext uri="{FF2B5EF4-FFF2-40B4-BE49-F238E27FC236}">
                <a16:creationId xmlns:a16="http://schemas.microsoft.com/office/drawing/2014/main" id="{E3792B7B-D772-4BDC-9CE1-CA1BA5E8E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3629025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OTP Verification</a:t>
            </a:r>
          </a:p>
        </p:txBody>
      </p:sp>
      <p:sp>
        <p:nvSpPr>
          <p:cNvPr id="15" name="vote-item-2-disc">
            <a:extLst xmlns:a="http://schemas.openxmlformats.org/drawingml/2006/main">
              <a:ext uri="{FF2B5EF4-FFF2-40B4-BE49-F238E27FC236}">
                <a16:creationId xmlns:a16="http://schemas.microsoft.com/office/drawing/2014/main" id="{EC47AC8E-400D-4D21-BA12-84CB436D9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343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104f098fa543aa">
            <a:extLst>
              <a:ext uri="{96DAC541-7B7A-43D3-8B79-37D633B846F1}">
                <asvg:svgBlip xmlns:asvg="http://schemas.microsoft.com/office/drawing/2016/SVG/main" r:embed="Raf51153e2aa141e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0100" y="44577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7" name="vote-label-2">
            <a:extLst xmlns:a="http://schemas.openxmlformats.org/drawingml/2006/main">
              <a:ext uri="{FF2B5EF4-FFF2-40B4-BE49-F238E27FC236}">
                <a16:creationId xmlns:a16="http://schemas.microsoft.com/office/drawing/2014/main" id="{EADFE62E-678C-4AC1-97C2-9F57333B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33875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Duplicate Vote Prevention</a:t>
            </a:r>
          </a:p>
        </p:txBody>
      </p:sp>
      <p:sp>
        <p:nvSpPr>
          <p:cNvPr id="18" name="vote-item-3-disc">
            <a:extLst xmlns:a="http://schemas.openxmlformats.org/drawingml/2006/main">
              <a:ext uri="{FF2B5EF4-FFF2-40B4-BE49-F238E27FC236}">
                <a16:creationId xmlns:a16="http://schemas.microsoft.com/office/drawing/2014/main" id="{4924CDF0-9DA7-4C73-A3C7-39BAE55C7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76550" y="43434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4E3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64072270ca4c9e">
            <a:extLst>
              <a:ext uri="{96DAC541-7B7A-43D3-8B79-37D633B846F1}">
                <asvg:svgBlip xmlns:asvg="http://schemas.microsoft.com/office/drawing/2016/SVG/main" r:embed="R679bf839925a4ee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990850" y="44577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20" name="vote-label-3">
            <a:extLst xmlns:a="http://schemas.openxmlformats.org/drawingml/2006/main">
              <a:ext uri="{FF2B5EF4-FFF2-40B4-BE49-F238E27FC236}">
                <a16:creationId xmlns:a16="http://schemas.microsoft.com/office/drawing/2014/main" id="{89013143-1FB1-4DDA-A008-F5CAE7C4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4333875"/>
            <a:ext cx="1543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Live Results</a:t>
            </a:r>
          </a:p>
        </p:txBody>
      </p:sp>
      <p:sp>
        <p:nvSpPr>
          <p:cNvPr id="21" name="org-left-header">
            <a:extLst xmlns:a="http://schemas.openxmlformats.org/drawingml/2006/main">
              <a:ext uri="{FF2B5EF4-FFF2-40B4-BE49-F238E27FC236}">
                <a16:creationId xmlns:a16="http://schemas.microsoft.com/office/drawing/2014/main" id="{07FDBD36-A40B-49FD-8190-FBBF1A74C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4476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75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ORGANIZATIONAL MANAGEMENT</a:t>
            </a:r>
          </a:p>
        </p:txBody>
      </p:sp>
      <p:sp>
        <p:nvSpPr>
          <p:cNvPr id="22" name="org-dot-0">
            <a:extLst xmlns:a="http://schemas.openxmlformats.org/drawingml/2006/main">
              <a:ext uri="{FF2B5EF4-FFF2-40B4-BE49-F238E27FC236}">
                <a16:creationId xmlns:a16="http://schemas.microsoft.com/office/drawing/2014/main" id="{AD9442E3-FED1-450B-A2D9-090BFEAAB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5495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org-label-0">
            <a:extLst xmlns:a="http://schemas.openxmlformats.org/drawingml/2006/main">
              <a:ext uri="{FF2B5EF4-FFF2-40B4-BE49-F238E27FC236}">
                <a16:creationId xmlns:a16="http://schemas.microsoft.com/office/drawing/2014/main" id="{609B9EAA-7129-4DB3-9036-87433D3D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81625"/>
            <a:ext cx="1381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Application Review</a:t>
            </a:r>
          </a:p>
        </p:txBody>
      </p:sp>
      <p:sp>
        <p:nvSpPr>
          <p:cNvPr id="24" name="org-dot-1">
            <a:extLst xmlns:a="http://schemas.openxmlformats.org/drawingml/2006/main">
              <a:ext uri="{FF2B5EF4-FFF2-40B4-BE49-F238E27FC236}">
                <a16:creationId xmlns:a16="http://schemas.microsoft.com/office/drawing/2014/main" id="{ADC2194E-64EB-4E2E-A13F-10E7FEB42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00275" y="5495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org-label-1">
            <a:extLst xmlns:a="http://schemas.openxmlformats.org/drawingml/2006/main">
              <a:ext uri="{FF2B5EF4-FFF2-40B4-BE49-F238E27FC236}">
                <a16:creationId xmlns:a16="http://schemas.microsoft.com/office/drawing/2014/main" id="{E24384FA-8D14-4A22-A0E0-7CBDE0E2A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5381625"/>
            <a:ext cx="1219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CEC Management</a:t>
            </a:r>
          </a:p>
        </p:txBody>
      </p:sp>
      <p:sp>
        <p:nvSpPr>
          <p:cNvPr id="26" name="org-dot-2">
            <a:extLst xmlns:a="http://schemas.openxmlformats.org/drawingml/2006/main">
              <a:ext uri="{FF2B5EF4-FFF2-40B4-BE49-F238E27FC236}">
                <a16:creationId xmlns:a16="http://schemas.microsoft.com/office/drawing/2014/main" id="{A95B69AB-C36F-43B0-84AE-04585EF77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52825" y="5495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org-label-2">
            <a:extLst xmlns:a="http://schemas.openxmlformats.org/drawingml/2006/main">
              <a:ext uri="{FF2B5EF4-FFF2-40B4-BE49-F238E27FC236}">
                <a16:creationId xmlns:a16="http://schemas.microsoft.com/office/drawing/2014/main" id="{0CAD6C7A-9214-4938-AEF1-4D48B977C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53816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Advisory Council Management</a:t>
            </a:r>
          </a:p>
        </p:txBody>
      </p:sp>
      <p:sp>
        <p:nvSpPr>
          <p:cNvPr id="28" name="election-results-shadow">
            <a:extLst xmlns:a="http://schemas.openxmlformats.org/drawingml/2006/main">
              <a:ext uri="{FF2B5EF4-FFF2-40B4-BE49-F238E27FC236}">
                <a16:creationId xmlns:a16="http://schemas.microsoft.com/office/drawing/2014/main" id="{A075FD8B-1003-4000-B125-7A3ED2505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076950" y="2114550"/>
            <a:ext cx="5429250" cy="39433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000000">
              <a:alpha val="15686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election-results-frame">
            <a:extLst xmlns:a="http://schemas.openxmlformats.org/drawingml/2006/main">
              <a:ext uri="{FF2B5EF4-FFF2-40B4-BE49-F238E27FC236}">
                <a16:creationId xmlns:a16="http://schemas.microsoft.com/office/drawing/2014/main" id="{D3C93BCF-38F8-460F-9DDF-C1995150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962650" y="2000250"/>
            <a:ext cx="5543550" cy="3943350"/>
          </a:xfrm>
          <a:prstGeom xmlns:a="http://schemas.openxmlformats.org/drawingml/2006/main" prst="roundRect">
            <a:avLst>
              <a:gd name="adj" fmla="val 43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A15B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687e85631243a3"/>
          <a:stretch xmlns:a="http://schemas.openxmlformats.org/drawingml/2006/main"/>
        </p:blipFill>
        <p:spPr>
          <a:xfrm xmlns:a="http://schemas.openxmlformats.org/drawingml/2006/main">
            <a:off x="6228417" y="2133600"/>
            <a:ext cx="5012016" cy="3676650"/>
          </a:xfrm>
          <a:prstGeom xmlns:a="http://schemas.openxmlformats.org/drawingml/2006/main" prst="rect">
            <a:avLst/>
          </a:prstGeom>
        </p:spPr>
      </p:pic>
      <p:sp>
        <p:nvSpPr>
          <p:cNvPr id="31" name="footer-rule-8">
            <a:extLst xmlns:a="http://schemas.openxmlformats.org/drawingml/2006/main">
              <a:ext uri="{FF2B5EF4-FFF2-40B4-BE49-F238E27FC236}">
                <a16:creationId xmlns:a16="http://schemas.microsoft.com/office/drawing/2014/main" id="{80EE88DB-6186-472D-8221-139BD047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6552"/>
            </a:solidFill>
            <a:prstDash val="solid"/>
          </a:ln>
        </p:spPr>
      </p:sp>
      <p:sp>
        <p:nvSpPr>
          <p:cNvPr id="32" name="footer-label-8">
            <a:extLst xmlns:a="http://schemas.openxmlformats.org/drawingml/2006/main">
              <a:ext uri="{FF2B5EF4-FFF2-40B4-BE49-F238E27FC236}">
                <a16:creationId xmlns:a16="http://schemas.microsoft.com/office/drawing/2014/main" id="{AB2516C3-296C-4509-BAB7-9BC3526F3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33" name="footer-page-8">
            <a:extLst xmlns:a="http://schemas.openxmlformats.org/drawingml/2006/main">
              <a:ext uri="{FF2B5EF4-FFF2-40B4-BE49-F238E27FC236}">
                <a16:creationId xmlns:a16="http://schemas.microsoft.com/office/drawing/2014/main" id="{2231F500-9980-41C4-B986-3127AFAA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0332997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4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384BAEE5-0055-446B-9E39-09576D0C2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499C9B67-610F-4F76-92A6-DD1DD8AA3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39CDE05-C9F6-4388-A7F8-D4D01730A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30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Member value grows with every interaction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3F7A618-8E2E-4FED-8D69-A1182B801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6E7A73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6E7A73"/>
                </a:solidFill>
                <a:latin typeface="Aptos"/>
                <a:ea typeface="Aptos"/>
                <a:cs typeface="Aptos"/>
              </a:rPr>
              <a:t>Identity, services, communication and opportunity come together in one place.</a:t>
            </a:r>
          </a:p>
        </p:txBody>
      </p:sp>
      <p:sp>
        <p:nvSpPr>
          <p:cNvPr id="5" name="benefit-left-link-0">
            <a:extLst xmlns:a="http://schemas.openxmlformats.org/drawingml/2006/main">
              <a:ext uri="{FF2B5EF4-FFF2-40B4-BE49-F238E27FC236}">
                <a16:creationId xmlns:a16="http://schemas.microsoft.com/office/drawing/2014/main" id="{2E65A2E3-40A6-48C6-A44A-D6824823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43300" y="251460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6" name="benefit-left-link-1">
            <a:extLst xmlns:a="http://schemas.openxmlformats.org/drawingml/2006/main">
              <a:ext uri="{FF2B5EF4-FFF2-40B4-BE49-F238E27FC236}">
                <a16:creationId xmlns:a16="http://schemas.microsoft.com/office/drawing/2014/main" id="{4DE1CAD7-7B62-43F1-A567-5159B3769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43300" y="34099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7" name="benefit-left-link-2">
            <a:extLst xmlns:a="http://schemas.openxmlformats.org/drawingml/2006/main">
              <a:ext uri="{FF2B5EF4-FFF2-40B4-BE49-F238E27FC236}">
                <a16:creationId xmlns:a16="http://schemas.microsoft.com/office/drawing/2014/main" id="{A731921D-6F22-48B4-A4BD-B35AEAACC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43300" y="430530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8" name="benefit-left-link-3">
            <a:extLst xmlns:a="http://schemas.openxmlformats.org/drawingml/2006/main">
              <a:ext uri="{FF2B5EF4-FFF2-40B4-BE49-F238E27FC236}">
                <a16:creationId xmlns:a16="http://schemas.microsoft.com/office/drawing/2014/main" id="{47F6A968-EEA4-4990-A90C-FE47A7341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543300" y="5200650"/>
            <a:ext cx="12001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9" name="benefit-right-link-0">
            <a:extLst xmlns:a="http://schemas.openxmlformats.org/drawingml/2006/main">
              <a:ext uri="{FF2B5EF4-FFF2-40B4-BE49-F238E27FC236}">
                <a16:creationId xmlns:a16="http://schemas.microsoft.com/office/drawing/2014/main" id="{06152927-153B-4FC4-AF51-5616B2AF9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15200" y="251460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10" name="benefit-right-link-1">
            <a:extLst xmlns:a="http://schemas.openxmlformats.org/drawingml/2006/main">
              <a:ext uri="{FF2B5EF4-FFF2-40B4-BE49-F238E27FC236}">
                <a16:creationId xmlns:a16="http://schemas.microsoft.com/office/drawing/2014/main" id="{9B1FE38A-6347-4352-826F-56BBEA2E9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15200" y="340995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11" name="benefit-right-link-2">
            <a:extLst xmlns:a="http://schemas.openxmlformats.org/drawingml/2006/main">
              <a:ext uri="{FF2B5EF4-FFF2-40B4-BE49-F238E27FC236}">
                <a16:creationId xmlns:a16="http://schemas.microsoft.com/office/drawing/2014/main" id="{C49B82FF-A91C-4A80-A33E-03913684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15200" y="430530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12" name="benefit-right-link-3">
            <a:extLst xmlns:a="http://schemas.openxmlformats.org/drawingml/2006/main">
              <a:ext uri="{FF2B5EF4-FFF2-40B4-BE49-F238E27FC236}">
                <a16:creationId xmlns:a16="http://schemas.microsoft.com/office/drawing/2014/main" id="{B0A7491D-5FD6-4441-90C7-3225888E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15200" y="5200650"/>
            <a:ext cx="1333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E8D6AB"/>
            </a:solidFill>
            <a:prstDash val="solid"/>
          </a:ln>
        </p:spPr>
      </p:sp>
      <p:sp>
        <p:nvSpPr>
          <p:cNvPr id="13" name="benefit-core-shadow">
            <a:extLst xmlns:a="http://schemas.openxmlformats.org/drawingml/2006/main">
              <a:ext uri="{FF2B5EF4-FFF2-40B4-BE49-F238E27FC236}">
                <a16:creationId xmlns:a16="http://schemas.microsoft.com/office/drawing/2014/main" id="{39732738-5737-43A3-99D9-50436C68F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3450" y="2533650"/>
            <a:ext cx="2705100" cy="2705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>
              <a:alpha val="7059"/>
            </a:srgbClr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benefit-core">
            <a:extLst xmlns:a="http://schemas.openxmlformats.org/drawingml/2006/main">
              <a:ext uri="{FF2B5EF4-FFF2-40B4-BE49-F238E27FC236}">
                <a16:creationId xmlns:a16="http://schemas.microsoft.com/office/drawing/2014/main" id="{675FE2D8-098E-4EC6-932E-D9392624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10100" y="2400300"/>
            <a:ext cx="2705100" cy="2705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38100">
            <a:solidFill>
              <a:srgbClr val="C6A15B"/>
            </a:solidFill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6392ebe3044972">
            <a:extLst>
              <a:ext uri="{96DAC541-7B7A-43D3-8B79-37D633B846F1}">
                <asvg:svgBlip xmlns:asvg="http://schemas.microsoft.com/office/drawing/2016/SVG/main" r:embed="R43590df06e87482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638800" y="2895600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16" name="benefit-core-label">
            <a:extLst xmlns:a="http://schemas.openxmlformats.org/drawingml/2006/main">
              <a:ext uri="{FF2B5EF4-FFF2-40B4-BE49-F238E27FC236}">
                <a16:creationId xmlns:a16="http://schemas.microsoft.com/office/drawing/2014/main" id="{3651D704-E73B-4424-8026-1FFC0FB3F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714750"/>
            <a:ext cx="1447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95000"/>
              </a:lnSpc>
              <a:buNone/>
              <a:def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MEMBER</a:t>
            </a:r>
          </a:p>
          <a:p xmlns:a="http://schemas.openxmlformats.org/drawingml/2006/main">
            <a:pPr algn="ctr">
              <a:lnSpc>
                <a:spcPct val="95000"/>
              </a:lnSpc>
              <a:buNone/>
              <a:def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VALUE</a:t>
            </a:r>
          </a:p>
        </p:txBody>
      </p:sp>
      <p:sp>
        <p:nvSpPr>
          <p:cNvPr id="17" name="benefit-core-copy">
            <a:extLst xmlns:a="http://schemas.openxmlformats.org/drawingml/2006/main">
              <a:ext uri="{FF2B5EF4-FFF2-40B4-BE49-F238E27FC236}">
                <a16:creationId xmlns:a16="http://schemas.microsoft.com/office/drawing/2014/main" id="{A76612E5-E28E-4180-B30D-9C120285B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552950"/>
            <a:ext cx="2019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BFD0C7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BFD0C7"/>
                </a:solidFill>
                <a:latin typeface="Aptos"/>
                <a:ea typeface="Aptos"/>
                <a:cs typeface="Aptos"/>
              </a:rPr>
              <a:t>One connected experience</a:t>
            </a:r>
          </a:p>
        </p:txBody>
      </p:sp>
      <p:sp>
        <p:nvSpPr>
          <p:cNvPr id="18" name="benefit-left-box-0">
            <a:extLst xmlns:a="http://schemas.openxmlformats.org/drawingml/2006/main">
              <a:ext uri="{FF2B5EF4-FFF2-40B4-BE49-F238E27FC236}">
                <a16:creationId xmlns:a16="http://schemas.microsoft.com/office/drawing/2014/main" id="{C855FBCD-9194-4FA3-8F78-4EF1DE37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2238375"/>
            <a:ext cx="2857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f19b78c7ed41fe">
            <a:extLst>
              <a:ext uri="{96DAC541-7B7A-43D3-8B79-37D633B846F1}">
                <asvg:svgBlip xmlns:asvg="http://schemas.microsoft.com/office/drawing/2016/SVG/main" r:embed="R102b4636418e4b0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23812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0" name="benefit-left-label-0">
            <a:extLst xmlns:a="http://schemas.openxmlformats.org/drawingml/2006/main">
              <a:ext uri="{FF2B5EF4-FFF2-40B4-BE49-F238E27FC236}">
                <a16:creationId xmlns:a16="http://schemas.microsoft.com/office/drawing/2014/main" id="{24CE0F47-D1BF-45DF-BA5C-86A8C7764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23837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Digital Identity</a:t>
            </a:r>
          </a:p>
        </p:txBody>
      </p:sp>
      <p:sp>
        <p:nvSpPr>
          <p:cNvPr id="21" name="benefit-left-box-1">
            <a:extLst xmlns:a="http://schemas.openxmlformats.org/drawingml/2006/main">
              <a:ext uri="{FF2B5EF4-FFF2-40B4-BE49-F238E27FC236}">
                <a16:creationId xmlns:a16="http://schemas.microsoft.com/office/drawing/2014/main" id="{AC1F857D-ACC9-438C-9A96-B5F011BC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3133725"/>
            <a:ext cx="2857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71ce83dd504228">
            <a:extLst>
              <a:ext uri="{96DAC541-7B7A-43D3-8B79-37D633B846F1}">
                <asvg:svgBlip xmlns:asvg="http://schemas.microsoft.com/office/drawing/2016/SVG/main" r:embed="R059c3f7b9ba242b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3276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3" name="benefit-left-label-1">
            <a:extLst xmlns:a="http://schemas.openxmlformats.org/drawingml/2006/main">
              <a:ext uri="{FF2B5EF4-FFF2-40B4-BE49-F238E27FC236}">
                <a16:creationId xmlns:a16="http://schemas.microsoft.com/office/drawing/2014/main" id="{ABA124CA-3032-4AA9-A989-87FC0C918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3372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Verified Membership</a:t>
            </a:r>
          </a:p>
        </p:txBody>
      </p:sp>
      <p:sp>
        <p:nvSpPr>
          <p:cNvPr id="24" name="benefit-left-box-2">
            <a:extLst xmlns:a="http://schemas.openxmlformats.org/drawingml/2006/main">
              <a:ext uri="{FF2B5EF4-FFF2-40B4-BE49-F238E27FC236}">
                <a16:creationId xmlns:a16="http://schemas.microsoft.com/office/drawing/2014/main" id="{44B506D5-5646-40EE-8830-92913C10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29075"/>
            <a:ext cx="2857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6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c4dfb1c06d4713">
            <a:extLst>
              <a:ext uri="{96DAC541-7B7A-43D3-8B79-37D633B846F1}">
                <asvg:svgBlip xmlns:asvg="http://schemas.microsoft.com/office/drawing/2016/SVG/main" r:embed="Rf202d239f95e4c9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41719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6" name="benefit-left-label-2">
            <a:extLst xmlns:a="http://schemas.openxmlformats.org/drawingml/2006/main">
              <a:ext uri="{FF2B5EF4-FFF2-40B4-BE49-F238E27FC236}">
                <a16:creationId xmlns:a16="http://schemas.microsoft.com/office/drawing/2014/main" id="{04A09A2C-A828-4D21-9FF6-A8318055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2907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Easy Access to Services</a:t>
            </a:r>
          </a:p>
        </p:txBody>
      </p:sp>
      <p:sp>
        <p:nvSpPr>
          <p:cNvPr id="27" name="benefit-left-box-3">
            <a:extLst xmlns:a="http://schemas.openxmlformats.org/drawingml/2006/main">
              <a:ext uri="{FF2B5EF4-FFF2-40B4-BE49-F238E27FC236}">
                <a16:creationId xmlns:a16="http://schemas.microsoft.com/office/drawing/2014/main" id="{18C78646-2FD3-4C51-83DD-F75FCC1C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924425"/>
            <a:ext cx="2857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6cba7ad67d4f6c">
            <a:extLst>
              <a:ext uri="{96DAC541-7B7A-43D3-8B79-37D633B846F1}">
                <asvg:svgBlip xmlns:asvg="http://schemas.microsoft.com/office/drawing/2016/SVG/main" r:embed="Rd9c3264eeab54fb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76300" y="50673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9" name="benefit-left-label-3">
            <a:extLst xmlns:a="http://schemas.openxmlformats.org/drawingml/2006/main">
              <a:ext uri="{FF2B5EF4-FFF2-40B4-BE49-F238E27FC236}">
                <a16:creationId xmlns:a16="http://schemas.microsoft.com/office/drawing/2014/main" id="{7C674814-F615-4E91-843E-9AB659109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2442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Professional CV</a:t>
            </a:r>
          </a:p>
        </p:txBody>
      </p:sp>
      <p:sp>
        <p:nvSpPr>
          <p:cNvPr id="30" name="benefit-right-box-0">
            <a:extLst xmlns:a="http://schemas.openxmlformats.org/drawingml/2006/main">
              <a:ext uri="{FF2B5EF4-FFF2-40B4-BE49-F238E27FC236}">
                <a16:creationId xmlns:a16="http://schemas.microsoft.com/office/drawing/2014/main" id="{06C4B41E-FCA2-41F3-BA9D-57EA8F1C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2238375"/>
            <a:ext cx="2857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b7c187c96c43c3">
            <a:extLst>
              <a:ext uri="{96DAC541-7B7A-43D3-8B79-37D633B846F1}">
                <asvg:svgBlip xmlns:asvg="http://schemas.microsoft.com/office/drawing/2016/SVG/main" r:embed="R3ecc633f67174f6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39200" y="23812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2" name="benefit-right-label-0">
            <a:extLst xmlns:a="http://schemas.openxmlformats.org/drawingml/2006/main">
              <a:ext uri="{FF2B5EF4-FFF2-40B4-BE49-F238E27FC236}">
                <a16:creationId xmlns:a16="http://schemas.microsoft.com/office/drawing/2014/main" id="{13D5B0C5-5245-4C63-988D-64DCCE0D7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3837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Better Communication</a:t>
            </a:r>
          </a:p>
        </p:txBody>
      </p:sp>
      <p:sp>
        <p:nvSpPr>
          <p:cNvPr id="33" name="benefit-right-box-1">
            <a:extLst xmlns:a="http://schemas.openxmlformats.org/drawingml/2006/main">
              <a:ext uri="{FF2B5EF4-FFF2-40B4-BE49-F238E27FC236}">
                <a16:creationId xmlns:a16="http://schemas.microsoft.com/office/drawing/2014/main" id="{84F0A937-A41C-4236-B7C2-03D2B47A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3133725"/>
            <a:ext cx="2857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7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3a8a42b6854350">
            <a:extLst>
              <a:ext uri="{96DAC541-7B7A-43D3-8B79-37D633B846F1}">
                <asvg:svgBlip xmlns:asvg="http://schemas.microsoft.com/office/drawing/2016/SVG/main" r:embed="R70f955d929d046c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39200" y="32766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5" name="benefit-right-label-1">
            <a:extLst xmlns:a="http://schemas.openxmlformats.org/drawingml/2006/main">
              <a:ext uri="{FF2B5EF4-FFF2-40B4-BE49-F238E27FC236}">
                <a16:creationId xmlns:a16="http://schemas.microsoft.com/office/drawing/2014/main" id="{A2CE213A-0090-42CD-A3FA-A3886DB2D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13372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Transparency</a:t>
            </a:r>
          </a:p>
        </p:txBody>
      </p:sp>
      <p:sp>
        <p:nvSpPr>
          <p:cNvPr id="36" name="benefit-right-box-2">
            <a:extLst xmlns:a="http://schemas.openxmlformats.org/drawingml/2006/main">
              <a:ext uri="{FF2B5EF4-FFF2-40B4-BE49-F238E27FC236}">
                <a16:creationId xmlns:a16="http://schemas.microsoft.com/office/drawing/2014/main" id="{D5FEAB1E-8329-4AC0-9B97-80CDA442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4029075"/>
            <a:ext cx="2857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8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0e600d67b48f4">
            <a:extLst>
              <a:ext uri="{96DAC541-7B7A-43D3-8B79-37D633B846F1}">
                <asvg:svgBlip xmlns:asvg="http://schemas.microsoft.com/office/drawing/2016/SVG/main" r:embed="R8ca428111828408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39200" y="41719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8" name="benefit-right-label-2">
            <a:extLst xmlns:a="http://schemas.openxmlformats.org/drawingml/2006/main">
              <a:ext uri="{FF2B5EF4-FFF2-40B4-BE49-F238E27FC236}">
                <a16:creationId xmlns:a16="http://schemas.microsoft.com/office/drawing/2014/main" id="{AB8D123C-1F47-4A91-B95C-5D7E7228C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2907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Global Networking</a:t>
            </a:r>
          </a:p>
        </p:txBody>
      </p:sp>
      <p:sp>
        <p:nvSpPr>
          <p:cNvPr id="39" name="benefit-right-box-3">
            <a:extLst xmlns:a="http://schemas.openxmlformats.org/drawingml/2006/main">
              <a:ext uri="{FF2B5EF4-FFF2-40B4-BE49-F238E27FC236}">
                <a16:creationId xmlns:a16="http://schemas.microsoft.com/office/drawing/2014/main" id="{D9A61A43-5395-4128-891B-DE861A999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48700" y="4924425"/>
            <a:ext cx="2857500" cy="552450"/>
          </a:xfrm>
          <a:prstGeom xmlns:a="http://schemas.openxmlformats.org/drawingml/2006/main" prst="roundRect">
            <a:avLst>
              <a:gd name="adj" fmla="val 241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pic>
        <p:nvPicPr>
          <p:cNvPr id="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a81cebe5144b40">
            <a:extLst>
              <a:ext uri="{96DAC541-7B7A-43D3-8B79-37D633B846F1}">
                <asvg:svgBlip xmlns:asvg="http://schemas.microsoft.com/office/drawing/2016/SVG/main" r:embed="R4bed8a39041d405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839200" y="506730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41" name="benefit-right-label-3">
            <a:extLst xmlns:a="http://schemas.openxmlformats.org/drawingml/2006/main">
              <a:ext uri="{FF2B5EF4-FFF2-40B4-BE49-F238E27FC236}">
                <a16:creationId xmlns:a16="http://schemas.microsoft.com/office/drawing/2014/main" id="{8174CE5E-C244-4EE6-9098-1DED08510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924425"/>
            <a:ext cx="20478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defRPr>
            </a:pPr>
            <a:r>
              <a:rPr sz="1350" b="1" i="0">
                <a:solidFill>
                  <a:srgbClr val="34423B"/>
                </a:solidFill>
                <a:latin typeface="Aptos Display"/>
                <a:ea typeface="Aptos Display"/>
                <a:cs typeface="Aptos Display"/>
              </a:rPr>
              <a:t>Centralized Opportunities</a:t>
            </a:r>
          </a:p>
        </p:txBody>
      </p:sp>
      <p:sp>
        <p:nvSpPr>
          <p:cNvPr id="42" name="footer-rule-9">
            <a:extLst xmlns:a="http://schemas.openxmlformats.org/drawingml/2006/main">
              <a:ext uri="{FF2B5EF4-FFF2-40B4-BE49-F238E27FC236}">
                <a16:creationId xmlns:a16="http://schemas.microsoft.com/office/drawing/2014/main" id="{30BCA369-D05A-401F-A96C-C4657089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ADDD7"/>
            </a:solidFill>
            <a:prstDash val="solid"/>
          </a:ln>
        </p:spPr>
      </p:sp>
      <p:sp>
        <p:nvSpPr>
          <p:cNvPr id="43" name="footer-label-9">
            <a:extLst xmlns:a="http://schemas.openxmlformats.org/drawingml/2006/main">
              <a:ext uri="{FF2B5EF4-FFF2-40B4-BE49-F238E27FC236}">
                <a16:creationId xmlns:a16="http://schemas.microsoft.com/office/drawing/2014/main" id="{B0C359C1-16DC-4FF7-96CB-F4741A656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6E7A73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44" name="footer-page-9">
            <a:extLst xmlns:a="http://schemas.openxmlformats.org/drawingml/2006/main">
              <a:ext uri="{FF2B5EF4-FFF2-40B4-BE49-F238E27FC236}">
                <a16:creationId xmlns:a16="http://schemas.microsoft.com/office/drawing/2014/main" id="{2DC3D96B-D336-4FF3-A4C8-18889FD63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0D3B2E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72927291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E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brand-gold-square">
            <a:extLst xmlns:a="http://schemas.openxmlformats.org/drawingml/2006/main">
              <a:ext uri="{FF2B5EF4-FFF2-40B4-BE49-F238E27FC236}">
                <a16:creationId xmlns:a16="http://schemas.microsoft.com/office/drawing/2014/main" id="{6AFE91BC-386F-4B5F-8BB2-3C7B951E0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400050"/>
            <a:ext cx="952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brand-tag">
            <a:extLst xmlns:a="http://schemas.openxmlformats.org/drawingml/2006/main">
              <a:ext uri="{FF2B5EF4-FFF2-40B4-BE49-F238E27FC236}">
                <a16:creationId xmlns:a16="http://schemas.microsoft.com/office/drawing/2014/main" id="{B4DB19B2-8EA3-44AF-86E6-58E655061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2900"/>
            <a:ext cx="2476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3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BB4A6C2-5245-4291-931C-063AFA71D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Thirty planned modules define the next TNR ecosystem</a:t>
            </a:r>
          </a:p>
        </p:txBody>
      </p:sp>
      <p:sp>
        <p:nvSpPr>
          <p:cNvPr id="4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8FFC850E-A06F-43A6-9B87-725CF90F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43025"/>
            <a:ext cx="981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E8D6AB"/>
                </a:solidFill>
                <a:latin typeface="Aptos"/>
                <a:ea typeface="Aptos"/>
                <a:cs typeface="Aptos"/>
              </a:rPr>
              <a:t>The roadmap expands opportunity, inclusion, resilience, learning and participation.</a:t>
            </a:r>
          </a:p>
        </p:txBody>
      </p:sp>
      <p:sp>
        <p:nvSpPr>
          <p:cNvPr id="5" name="upcoming-divider-0">
            <a:extLst xmlns:a="http://schemas.openxmlformats.org/drawingml/2006/main">
              <a:ext uri="{FF2B5EF4-FFF2-40B4-BE49-F238E27FC236}">
                <a16:creationId xmlns:a16="http://schemas.microsoft.com/office/drawing/2014/main" id="{AEF66C0C-FB96-45CC-A73E-98822E112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43375" y="2009775"/>
            <a:ext cx="0" cy="402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6552"/>
            </a:solidFill>
            <a:prstDash val="solid"/>
          </a:ln>
        </p:spPr>
      </p:sp>
      <p:sp>
        <p:nvSpPr>
          <p:cNvPr id="6" name="upcoming-divider-1">
            <a:extLst xmlns:a="http://schemas.openxmlformats.org/drawingml/2006/main">
              <a:ext uri="{FF2B5EF4-FFF2-40B4-BE49-F238E27FC236}">
                <a16:creationId xmlns:a16="http://schemas.microsoft.com/office/drawing/2014/main" id="{19023DDB-1B2E-4CD5-BDC6-F17F7B90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829550" y="2009775"/>
            <a:ext cx="0" cy="40290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6552"/>
            </a:solidFill>
            <a:prstDash val="solid"/>
          </a:ln>
        </p:spPr>
      </p:sp>
      <p:sp>
        <p:nvSpPr>
          <p:cNvPr id="7" name="upcoming-column-header-0">
            <a:extLst xmlns:a="http://schemas.openxmlformats.org/drawingml/2006/main">
              <a:ext uri="{FF2B5EF4-FFF2-40B4-BE49-F238E27FC236}">
                <a16:creationId xmlns:a16="http://schemas.microsoft.com/office/drawing/2014/main" id="{2E37A6FF-6FE5-4C1A-AEFB-D42F3DF98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97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COMMUNITY &amp; SERVICES</a:t>
            </a:r>
          </a:p>
        </p:txBody>
      </p:sp>
      <p:sp>
        <p:nvSpPr>
          <p:cNvPr id="8" name="upcoming-column-rule-0">
            <a:extLst xmlns:a="http://schemas.openxmlformats.org/drawingml/2006/main">
              <a:ext uri="{FF2B5EF4-FFF2-40B4-BE49-F238E27FC236}">
                <a16:creationId xmlns:a16="http://schemas.microsoft.com/office/drawing/2014/main" id="{6A4538CF-8D87-45F7-AFDB-7ED337E27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2276475"/>
            <a:ext cx="316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6A15B"/>
            </a:solidFill>
            <a:prstDash val="solid"/>
          </a:ln>
        </p:spPr>
      </p:sp>
      <p:sp>
        <p:nvSpPr>
          <p:cNvPr id="9" name="upcoming-number-0">
            <a:extLst xmlns:a="http://schemas.openxmlformats.org/drawingml/2006/main">
              <a:ext uri="{FF2B5EF4-FFF2-40B4-BE49-F238E27FC236}">
                <a16:creationId xmlns:a16="http://schemas.microsoft.com/office/drawing/2014/main" id="{92C01DBE-E952-46AC-B584-6267D2531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01</a:t>
            </a:r>
          </a:p>
        </p:txBody>
      </p:sp>
      <p:sp>
        <p:nvSpPr>
          <p:cNvPr id="10" name="upcoming-label-0">
            <a:extLst xmlns:a="http://schemas.openxmlformats.org/drawingml/2006/main">
              <a:ext uri="{FF2B5EF4-FFF2-40B4-BE49-F238E27FC236}">
                <a16:creationId xmlns:a16="http://schemas.microsoft.com/office/drawing/2014/main" id="{6C656ABD-6165-49A3-8674-359AB648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907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Jobs and Opportunities Portal</a:t>
            </a:r>
          </a:p>
        </p:txBody>
      </p:sp>
      <p:sp>
        <p:nvSpPr>
          <p:cNvPr id="11" name="upcoming-number-1">
            <a:extLst xmlns:a="http://schemas.openxmlformats.org/drawingml/2006/main">
              <a:ext uri="{FF2B5EF4-FFF2-40B4-BE49-F238E27FC236}">
                <a16:creationId xmlns:a16="http://schemas.microsoft.com/office/drawing/2014/main" id="{78565A53-026D-4EA8-879C-CB8B83044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02</a:t>
            </a:r>
          </a:p>
        </p:txBody>
      </p:sp>
      <p:sp>
        <p:nvSpPr>
          <p:cNvPr id="12" name="upcoming-label-1">
            <a:extLst xmlns:a="http://schemas.openxmlformats.org/drawingml/2006/main">
              <a:ext uri="{FF2B5EF4-FFF2-40B4-BE49-F238E27FC236}">
                <a16:creationId xmlns:a16="http://schemas.microsoft.com/office/drawing/2014/main" id="{926EF602-074A-43E1-9887-11C7AB1CA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7527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Scholarships and Education Portal</a:t>
            </a:r>
          </a:p>
        </p:txBody>
      </p:sp>
      <p:sp>
        <p:nvSpPr>
          <p:cNvPr id="13" name="upcoming-number-2">
            <a:extLst xmlns:a="http://schemas.openxmlformats.org/drawingml/2006/main">
              <a:ext uri="{FF2B5EF4-FFF2-40B4-BE49-F238E27FC236}">
                <a16:creationId xmlns:a16="http://schemas.microsoft.com/office/drawing/2014/main" id="{B2BD7873-C39B-4D08-995D-AB89E2E5C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24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03</a:t>
            </a:r>
          </a:p>
        </p:txBody>
      </p:sp>
      <p:sp>
        <p:nvSpPr>
          <p:cNvPr id="14" name="upcoming-label-2">
            <a:extLst xmlns:a="http://schemas.openxmlformats.org/drawingml/2006/main">
              <a:ext uri="{FF2B5EF4-FFF2-40B4-BE49-F238E27FC236}">
                <a16:creationId xmlns:a16="http://schemas.microsoft.com/office/drawing/2014/main" id="{8B2589CC-B049-4A43-BF83-493AA35E2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1146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Events and Programs Management</a:t>
            </a:r>
          </a:p>
        </p:txBody>
      </p:sp>
      <p:sp>
        <p:nvSpPr>
          <p:cNvPr id="15" name="upcoming-number-3">
            <a:extLst xmlns:a="http://schemas.openxmlformats.org/drawingml/2006/main">
              <a:ext uri="{FF2B5EF4-FFF2-40B4-BE49-F238E27FC236}">
                <a16:creationId xmlns:a16="http://schemas.microsoft.com/office/drawing/2014/main" id="{0B990BEE-2A77-45AA-AD7F-43F5B510F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04</a:t>
            </a:r>
          </a:p>
        </p:txBody>
      </p:sp>
      <p:sp>
        <p:nvSpPr>
          <p:cNvPr id="16" name="upcoming-label-3">
            <a:extLst xmlns:a="http://schemas.openxmlformats.org/drawingml/2006/main">
              <a:ext uri="{FF2B5EF4-FFF2-40B4-BE49-F238E27FC236}">
                <a16:creationId xmlns:a16="http://schemas.microsoft.com/office/drawing/2014/main" id="{0D736238-F466-467F-8707-EF922B8F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4766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Community Service and Charity</a:t>
            </a:r>
          </a:p>
        </p:txBody>
      </p:sp>
      <p:sp>
        <p:nvSpPr>
          <p:cNvPr id="17" name="upcoming-number-4">
            <a:extLst xmlns:a="http://schemas.openxmlformats.org/drawingml/2006/main">
              <a:ext uri="{FF2B5EF4-FFF2-40B4-BE49-F238E27FC236}">
                <a16:creationId xmlns:a16="http://schemas.microsoft.com/office/drawing/2014/main" id="{61B6591F-3A33-4C56-84D4-E9EDFD756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05</a:t>
            </a:r>
          </a:p>
        </p:txBody>
      </p:sp>
      <p:sp>
        <p:nvSpPr>
          <p:cNvPr id="18" name="upcoming-label-4">
            <a:extLst xmlns:a="http://schemas.openxmlformats.org/drawingml/2006/main">
              <a:ext uri="{FF2B5EF4-FFF2-40B4-BE49-F238E27FC236}">
                <a16:creationId xmlns:a16="http://schemas.microsoft.com/office/drawing/2014/main" id="{8B0FA615-7616-43BA-8265-FF47D653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385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Blood Donor Management</a:t>
            </a:r>
          </a:p>
        </p:txBody>
      </p:sp>
      <p:sp>
        <p:nvSpPr>
          <p:cNvPr id="19" name="upcoming-number-5">
            <a:extLst xmlns:a="http://schemas.openxmlformats.org/drawingml/2006/main">
              <a:ext uri="{FF2B5EF4-FFF2-40B4-BE49-F238E27FC236}">
                <a16:creationId xmlns:a16="http://schemas.microsoft.com/office/drawing/2014/main" id="{D2223044-ADD7-4C59-A702-3A2506E7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06</a:t>
            </a:r>
          </a:p>
        </p:txBody>
      </p:sp>
      <p:sp>
        <p:nvSpPr>
          <p:cNvPr id="20" name="upcoming-label-5">
            <a:extLst xmlns:a="http://schemas.openxmlformats.org/drawingml/2006/main">
              <a:ext uri="{FF2B5EF4-FFF2-40B4-BE49-F238E27FC236}">
                <a16:creationId xmlns:a16="http://schemas.microsoft.com/office/drawing/2014/main" id="{99E23908-74E0-454A-9F6D-B96802F4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2005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Media and Publications</a:t>
            </a:r>
          </a:p>
        </p:txBody>
      </p:sp>
      <p:sp>
        <p:nvSpPr>
          <p:cNvPr id="21" name="upcoming-number-6">
            <a:extLst xmlns:a="http://schemas.openxmlformats.org/drawingml/2006/main">
              <a:ext uri="{FF2B5EF4-FFF2-40B4-BE49-F238E27FC236}">
                <a16:creationId xmlns:a16="http://schemas.microsoft.com/office/drawing/2014/main" id="{0E31814F-06AC-4132-9090-C4C8527AD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07</a:t>
            </a:r>
          </a:p>
        </p:txBody>
      </p:sp>
      <p:sp>
        <p:nvSpPr>
          <p:cNvPr id="22" name="upcoming-label-6">
            <a:extLst xmlns:a="http://schemas.openxmlformats.org/drawingml/2006/main">
              <a:ext uri="{FF2B5EF4-FFF2-40B4-BE49-F238E27FC236}">
                <a16:creationId xmlns:a16="http://schemas.microsoft.com/office/drawing/2014/main" id="{A37F8818-07D1-4088-82E5-28B7C8AC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5624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Document Management</a:t>
            </a:r>
          </a:p>
        </p:txBody>
      </p:sp>
      <p:sp>
        <p:nvSpPr>
          <p:cNvPr id="23" name="upcoming-number-7">
            <a:extLst xmlns:a="http://schemas.openxmlformats.org/drawingml/2006/main">
              <a:ext uri="{FF2B5EF4-FFF2-40B4-BE49-F238E27FC236}">
                <a16:creationId xmlns:a16="http://schemas.microsoft.com/office/drawing/2014/main" id="{D382663D-8EDD-4214-B799-11A58D30B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339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08</a:t>
            </a:r>
          </a:p>
        </p:txBody>
      </p:sp>
      <p:sp>
        <p:nvSpPr>
          <p:cNvPr id="24" name="upcoming-label-7">
            <a:extLst xmlns:a="http://schemas.openxmlformats.org/drawingml/2006/main">
              <a:ext uri="{FF2B5EF4-FFF2-40B4-BE49-F238E27FC236}">
                <a16:creationId xmlns:a16="http://schemas.microsoft.com/office/drawing/2014/main" id="{736BE624-1EEB-4376-8FC0-DB1782BCF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244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Complaint and Feedback System</a:t>
            </a:r>
          </a:p>
        </p:txBody>
      </p:sp>
      <p:sp>
        <p:nvSpPr>
          <p:cNvPr id="25" name="upcoming-number-8">
            <a:extLst xmlns:a="http://schemas.openxmlformats.org/drawingml/2006/main">
              <a:ext uri="{FF2B5EF4-FFF2-40B4-BE49-F238E27FC236}">
                <a16:creationId xmlns:a16="http://schemas.microsoft.com/office/drawing/2014/main" id="{B3F3D539-12BF-4333-AD75-D0FB2BC7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959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09</a:t>
            </a:r>
          </a:p>
        </p:txBody>
      </p:sp>
      <p:sp>
        <p:nvSpPr>
          <p:cNvPr id="26" name="upcoming-label-8">
            <a:extLst xmlns:a="http://schemas.openxmlformats.org/drawingml/2006/main">
              <a:ext uri="{FF2B5EF4-FFF2-40B4-BE49-F238E27FC236}">
                <a16:creationId xmlns:a16="http://schemas.microsoft.com/office/drawing/2014/main" id="{3E092F8A-C662-4AD2-AC05-6EAA675BA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863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Meeting Management</a:t>
            </a:r>
          </a:p>
        </p:txBody>
      </p:sp>
      <p:sp>
        <p:nvSpPr>
          <p:cNvPr id="27" name="upcoming-number-9">
            <a:extLst xmlns:a="http://schemas.openxmlformats.org/drawingml/2006/main">
              <a:ext uri="{FF2B5EF4-FFF2-40B4-BE49-F238E27FC236}">
                <a16:creationId xmlns:a16="http://schemas.microsoft.com/office/drawing/2014/main" id="{F634B884-4B65-47F5-BC55-CA74B857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  <p:sp>
        <p:nvSpPr>
          <p:cNvPr id="28" name="upcoming-label-9">
            <a:extLst xmlns:a="http://schemas.openxmlformats.org/drawingml/2006/main">
              <a:ext uri="{FF2B5EF4-FFF2-40B4-BE49-F238E27FC236}">
                <a16:creationId xmlns:a16="http://schemas.microsoft.com/office/drawing/2014/main" id="{9FF31312-D442-4CB4-9B1F-00CD67C6D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6483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Member Communication System</a:t>
            </a:r>
          </a:p>
        </p:txBody>
      </p:sp>
      <p:sp>
        <p:nvSpPr>
          <p:cNvPr id="29" name="upcoming-column-header-1">
            <a:extLst xmlns:a="http://schemas.openxmlformats.org/drawingml/2006/main">
              <a:ext uri="{FF2B5EF4-FFF2-40B4-BE49-F238E27FC236}">
                <a16:creationId xmlns:a16="http://schemas.microsoft.com/office/drawing/2014/main" id="{9287B0A6-AB8F-4A9B-B1D3-3B51EBD6D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0097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INCLUSION &amp; NETWORKS</a:t>
            </a:r>
          </a:p>
        </p:txBody>
      </p:sp>
      <p:sp>
        <p:nvSpPr>
          <p:cNvPr id="30" name="upcoming-column-rule-1">
            <a:extLst xmlns:a="http://schemas.openxmlformats.org/drawingml/2006/main">
              <a:ext uri="{FF2B5EF4-FFF2-40B4-BE49-F238E27FC236}">
                <a16:creationId xmlns:a16="http://schemas.microsoft.com/office/drawing/2014/main" id="{E4514F2E-BA74-4171-94B9-F7D1CA7C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71975" y="2276475"/>
            <a:ext cx="316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6A15B"/>
            </a:solidFill>
            <a:prstDash val="solid"/>
          </a:ln>
        </p:spPr>
      </p:sp>
      <p:sp>
        <p:nvSpPr>
          <p:cNvPr id="31" name="upcoming-number-10">
            <a:extLst xmlns:a="http://schemas.openxmlformats.org/drawingml/2006/main">
              <a:ext uri="{FF2B5EF4-FFF2-40B4-BE49-F238E27FC236}">
                <a16:creationId xmlns:a16="http://schemas.microsoft.com/office/drawing/2014/main" id="{86BB044E-CA8E-49D7-9EAC-778FD6FF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4003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11</a:t>
            </a:r>
          </a:p>
        </p:txBody>
      </p:sp>
      <p:sp>
        <p:nvSpPr>
          <p:cNvPr id="32" name="upcoming-label-10">
            <a:extLst xmlns:a="http://schemas.openxmlformats.org/drawingml/2006/main">
              <a:ext uri="{FF2B5EF4-FFF2-40B4-BE49-F238E27FC236}">
                <a16:creationId xmlns:a16="http://schemas.microsoft.com/office/drawing/2014/main" id="{7BB00A54-35E5-4DF5-A8D4-F71853A15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3907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Islamic Services</a:t>
            </a:r>
          </a:p>
        </p:txBody>
      </p:sp>
      <p:sp>
        <p:nvSpPr>
          <p:cNvPr id="33" name="upcoming-number-11">
            <a:extLst xmlns:a="http://schemas.openxmlformats.org/drawingml/2006/main">
              <a:ext uri="{FF2B5EF4-FFF2-40B4-BE49-F238E27FC236}">
                <a16:creationId xmlns:a16="http://schemas.microsoft.com/office/drawing/2014/main" id="{153478D7-55AE-4101-BA46-89B6A36D5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7622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12</a:t>
            </a:r>
          </a:p>
        </p:txBody>
      </p:sp>
      <p:sp>
        <p:nvSpPr>
          <p:cNvPr id="34" name="upcoming-label-11">
            <a:extLst xmlns:a="http://schemas.openxmlformats.org/drawingml/2006/main">
              <a:ext uri="{FF2B5EF4-FFF2-40B4-BE49-F238E27FC236}">
                <a16:creationId xmlns:a16="http://schemas.microsoft.com/office/drawing/2014/main" id="{9F1825C5-8F5B-40C6-9890-D2726ACB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27527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Recognition and Achievement</a:t>
            </a:r>
          </a:p>
        </p:txBody>
      </p:sp>
      <p:sp>
        <p:nvSpPr>
          <p:cNvPr id="35" name="upcoming-number-12">
            <a:extLst xmlns:a="http://schemas.openxmlformats.org/drawingml/2006/main">
              <a:ext uri="{FF2B5EF4-FFF2-40B4-BE49-F238E27FC236}">
                <a16:creationId xmlns:a16="http://schemas.microsoft.com/office/drawing/2014/main" id="{7C144913-25CA-4144-B684-C2E21CF72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124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13</a:t>
            </a:r>
          </a:p>
        </p:txBody>
      </p:sp>
      <p:sp>
        <p:nvSpPr>
          <p:cNvPr id="36" name="upcoming-label-12">
            <a:extLst xmlns:a="http://schemas.openxmlformats.org/drawingml/2006/main">
              <a:ext uri="{FF2B5EF4-FFF2-40B4-BE49-F238E27FC236}">
                <a16:creationId xmlns:a16="http://schemas.microsoft.com/office/drawing/2014/main" id="{8DD2721F-0425-4C80-A37E-48E1FBAF1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1146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Donations and Financial Transparency</a:t>
            </a:r>
          </a:p>
        </p:txBody>
      </p:sp>
      <p:sp>
        <p:nvSpPr>
          <p:cNvPr id="37" name="upcoming-number-13">
            <a:extLst xmlns:a="http://schemas.openxmlformats.org/drawingml/2006/main">
              <a:ext uri="{FF2B5EF4-FFF2-40B4-BE49-F238E27FC236}">
                <a16:creationId xmlns:a16="http://schemas.microsoft.com/office/drawing/2014/main" id="{CB628540-79BA-45D2-A4E6-A72C4C9FB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4861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14</a:t>
            </a:r>
          </a:p>
        </p:txBody>
      </p:sp>
      <p:sp>
        <p:nvSpPr>
          <p:cNvPr id="38" name="upcoming-label-13">
            <a:extLst xmlns:a="http://schemas.openxmlformats.org/drawingml/2006/main">
              <a:ext uri="{FF2B5EF4-FFF2-40B4-BE49-F238E27FC236}">
                <a16:creationId xmlns:a16="http://schemas.microsoft.com/office/drawing/2014/main" id="{068F67E7-6663-4A14-8FBD-00E955F3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4766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Women Wing Portal</a:t>
            </a:r>
          </a:p>
        </p:txBody>
      </p:sp>
      <p:sp>
        <p:nvSpPr>
          <p:cNvPr id="39" name="upcoming-number-14">
            <a:extLst xmlns:a="http://schemas.openxmlformats.org/drawingml/2006/main">
              <a:ext uri="{FF2B5EF4-FFF2-40B4-BE49-F238E27FC236}">
                <a16:creationId xmlns:a16="http://schemas.microsoft.com/office/drawing/2014/main" id="{97CA2470-CE24-47B3-8021-59D4EC700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8481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15</a:t>
            </a:r>
          </a:p>
        </p:txBody>
      </p:sp>
      <p:sp>
        <p:nvSpPr>
          <p:cNvPr id="40" name="upcoming-label-14">
            <a:extLst xmlns:a="http://schemas.openxmlformats.org/drawingml/2006/main">
              <a:ext uri="{FF2B5EF4-FFF2-40B4-BE49-F238E27FC236}">
                <a16:creationId xmlns:a16="http://schemas.microsoft.com/office/drawing/2014/main" id="{4A559474-AB31-4E66-9CE4-A3E0332CD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38385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Overseas Chapters Portal</a:t>
            </a:r>
          </a:p>
        </p:txBody>
      </p:sp>
      <p:sp>
        <p:nvSpPr>
          <p:cNvPr id="41" name="upcoming-number-15">
            <a:extLst xmlns:a="http://schemas.openxmlformats.org/drawingml/2006/main">
              <a:ext uri="{FF2B5EF4-FFF2-40B4-BE49-F238E27FC236}">
                <a16:creationId xmlns:a16="http://schemas.microsoft.com/office/drawing/2014/main" id="{26471EE4-1557-4126-8041-C76CEE1F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2100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16</a:t>
            </a:r>
          </a:p>
        </p:txBody>
      </p:sp>
      <p:sp>
        <p:nvSpPr>
          <p:cNvPr id="42" name="upcoming-label-15">
            <a:extLst xmlns:a="http://schemas.openxmlformats.org/drawingml/2006/main">
              <a:ext uri="{FF2B5EF4-FFF2-40B4-BE49-F238E27FC236}">
                <a16:creationId xmlns:a16="http://schemas.microsoft.com/office/drawing/2014/main" id="{6798809F-16A3-4AF8-B416-862BC84CF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2005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Regional and UC-Level Portals</a:t>
            </a:r>
          </a:p>
        </p:txBody>
      </p:sp>
      <p:sp>
        <p:nvSpPr>
          <p:cNvPr id="43" name="upcoming-number-16">
            <a:extLst xmlns:a="http://schemas.openxmlformats.org/drawingml/2006/main">
              <a:ext uri="{FF2B5EF4-FFF2-40B4-BE49-F238E27FC236}">
                <a16:creationId xmlns:a16="http://schemas.microsoft.com/office/drawing/2014/main" id="{F7A9DC69-2D67-4A41-9E11-4C8A91F6F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572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17</a:t>
            </a:r>
          </a:p>
        </p:txBody>
      </p:sp>
      <p:sp>
        <p:nvSpPr>
          <p:cNvPr id="44" name="upcoming-label-16">
            <a:extLst xmlns:a="http://schemas.openxmlformats.org/drawingml/2006/main">
              <a:ext uri="{FF2B5EF4-FFF2-40B4-BE49-F238E27FC236}">
                <a16:creationId xmlns:a16="http://schemas.microsoft.com/office/drawing/2014/main" id="{6FA2D3E3-3C5B-46AB-AC2E-F4F01D0CE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5624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Volunteer Management System</a:t>
            </a:r>
          </a:p>
        </p:txBody>
      </p:sp>
      <p:sp>
        <p:nvSpPr>
          <p:cNvPr id="45" name="upcoming-number-17">
            <a:extLst xmlns:a="http://schemas.openxmlformats.org/drawingml/2006/main">
              <a:ext uri="{FF2B5EF4-FFF2-40B4-BE49-F238E27FC236}">
                <a16:creationId xmlns:a16="http://schemas.microsoft.com/office/drawing/2014/main" id="{1EFDEB45-1840-4FFF-ABDE-063F5772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49339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18</a:t>
            </a:r>
          </a:p>
        </p:txBody>
      </p:sp>
      <p:sp>
        <p:nvSpPr>
          <p:cNvPr id="46" name="upcoming-label-17">
            <a:extLst xmlns:a="http://schemas.openxmlformats.org/drawingml/2006/main">
              <a:ext uri="{FF2B5EF4-FFF2-40B4-BE49-F238E27FC236}">
                <a16:creationId xmlns:a16="http://schemas.microsoft.com/office/drawing/2014/main" id="{85601760-D7FD-4BFA-A0E3-5E051E5AF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49244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Mentorship and Guidance System</a:t>
            </a:r>
          </a:p>
        </p:txBody>
      </p:sp>
      <p:sp>
        <p:nvSpPr>
          <p:cNvPr id="47" name="upcoming-number-18">
            <a:extLst xmlns:a="http://schemas.openxmlformats.org/drawingml/2006/main">
              <a:ext uri="{FF2B5EF4-FFF2-40B4-BE49-F238E27FC236}">
                <a16:creationId xmlns:a16="http://schemas.microsoft.com/office/drawing/2014/main" id="{14D77A77-EB5D-4FF8-81A6-BD566ADDA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2959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19</a:t>
            </a:r>
          </a:p>
        </p:txBody>
      </p:sp>
      <p:sp>
        <p:nvSpPr>
          <p:cNvPr id="48" name="upcoming-label-18">
            <a:extLst xmlns:a="http://schemas.openxmlformats.org/drawingml/2006/main">
              <a:ext uri="{FF2B5EF4-FFF2-40B4-BE49-F238E27FC236}">
                <a16:creationId xmlns:a16="http://schemas.microsoft.com/office/drawing/2014/main" id="{92D06BE9-C607-4CE8-9C87-08A960EE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2863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Mobile Application</a:t>
            </a:r>
          </a:p>
        </p:txBody>
      </p:sp>
      <p:sp>
        <p:nvSpPr>
          <p:cNvPr id="49" name="upcoming-number-19">
            <a:extLst xmlns:a="http://schemas.openxmlformats.org/drawingml/2006/main">
              <a:ext uri="{FF2B5EF4-FFF2-40B4-BE49-F238E27FC236}">
                <a16:creationId xmlns:a16="http://schemas.microsoft.com/office/drawing/2014/main" id="{3720A1A2-0A2A-4AC4-AFA7-D7809E3B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56578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20</a:t>
            </a:r>
          </a:p>
        </p:txBody>
      </p:sp>
      <p:sp>
        <p:nvSpPr>
          <p:cNvPr id="50" name="upcoming-label-19">
            <a:extLst xmlns:a="http://schemas.openxmlformats.org/drawingml/2006/main">
              <a:ext uri="{FF2B5EF4-FFF2-40B4-BE49-F238E27FC236}">
                <a16:creationId xmlns:a16="http://schemas.microsoft.com/office/drawing/2014/main" id="{CC71DD6C-1744-4D74-9720-E1B1F4AB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56483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Online Learning Platform</a:t>
            </a:r>
          </a:p>
        </p:txBody>
      </p:sp>
      <p:sp>
        <p:nvSpPr>
          <p:cNvPr id="51" name="upcoming-column-header-2">
            <a:extLst xmlns:a="http://schemas.openxmlformats.org/drawingml/2006/main">
              <a:ext uri="{FF2B5EF4-FFF2-40B4-BE49-F238E27FC236}">
                <a16:creationId xmlns:a16="http://schemas.microsoft.com/office/drawing/2014/main" id="{BDE61713-9382-424B-B307-2E0DB03E3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009775"/>
            <a:ext cx="3238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38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TALENT &amp; FUTURE READINESS</a:t>
            </a:r>
          </a:p>
        </p:txBody>
      </p:sp>
      <p:sp>
        <p:nvSpPr>
          <p:cNvPr id="52" name="upcoming-column-rule-2">
            <a:extLst xmlns:a="http://schemas.openxmlformats.org/drawingml/2006/main">
              <a:ext uri="{FF2B5EF4-FFF2-40B4-BE49-F238E27FC236}">
                <a16:creationId xmlns:a16="http://schemas.microsoft.com/office/drawing/2014/main" id="{6ACA242B-B8B5-46B2-85FD-FDADB896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58150" y="2276475"/>
            <a:ext cx="31623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6A15B"/>
            </a:solidFill>
            <a:prstDash val="solid"/>
          </a:ln>
        </p:spPr>
      </p:sp>
      <p:sp>
        <p:nvSpPr>
          <p:cNvPr id="53" name="upcoming-number-20">
            <a:extLst xmlns:a="http://schemas.openxmlformats.org/drawingml/2006/main">
              <a:ext uri="{FF2B5EF4-FFF2-40B4-BE49-F238E27FC236}">
                <a16:creationId xmlns:a16="http://schemas.microsoft.com/office/drawing/2014/main" id="{3AE9E676-886C-4D73-A2D7-C580BFD0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4003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21</a:t>
            </a:r>
          </a:p>
        </p:txBody>
      </p:sp>
      <p:sp>
        <p:nvSpPr>
          <p:cNvPr id="54" name="upcoming-label-20">
            <a:extLst xmlns:a="http://schemas.openxmlformats.org/drawingml/2006/main">
              <a:ext uri="{FF2B5EF4-FFF2-40B4-BE49-F238E27FC236}">
                <a16:creationId xmlns:a16="http://schemas.microsoft.com/office/drawing/2014/main" id="{258B58FF-5AA5-42B1-B294-F3DCA40B9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907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Digital Library</a:t>
            </a:r>
          </a:p>
        </p:txBody>
      </p:sp>
      <p:sp>
        <p:nvSpPr>
          <p:cNvPr id="55" name="upcoming-number-21">
            <a:extLst xmlns:a="http://schemas.openxmlformats.org/drawingml/2006/main">
              <a:ext uri="{FF2B5EF4-FFF2-40B4-BE49-F238E27FC236}">
                <a16:creationId xmlns:a16="http://schemas.microsoft.com/office/drawing/2014/main" id="{EFBC10FE-3D04-4707-A0D7-DA112DE01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7622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22</a:t>
            </a:r>
          </a:p>
        </p:txBody>
      </p:sp>
      <p:sp>
        <p:nvSpPr>
          <p:cNvPr id="56" name="upcoming-label-21">
            <a:extLst xmlns:a="http://schemas.openxmlformats.org/drawingml/2006/main">
              <a:ext uri="{FF2B5EF4-FFF2-40B4-BE49-F238E27FC236}">
                <a16:creationId xmlns:a16="http://schemas.microsoft.com/office/drawing/2014/main" id="{00864909-2A1F-4E9D-8A69-5D792A3F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527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Youth Skills Marketplace</a:t>
            </a:r>
          </a:p>
        </p:txBody>
      </p:sp>
      <p:sp>
        <p:nvSpPr>
          <p:cNvPr id="57" name="upcoming-number-22">
            <a:extLst xmlns:a="http://schemas.openxmlformats.org/drawingml/2006/main">
              <a:ext uri="{FF2B5EF4-FFF2-40B4-BE49-F238E27FC236}">
                <a16:creationId xmlns:a16="http://schemas.microsoft.com/office/drawing/2014/main" id="{DDD5E88D-0318-4785-B571-6E2842273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242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23</a:t>
            </a:r>
          </a:p>
        </p:txBody>
      </p:sp>
      <p:sp>
        <p:nvSpPr>
          <p:cNvPr id="58" name="upcoming-label-22">
            <a:extLst xmlns:a="http://schemas.openxmlformats.org/drawingml/2006/main">
              <a:ext uri="{FF2B5EF4-FFF2-40B4-BE49-F238E27FC236}">
                <a16:creationId xmlns:a16="http://schemas.microsoft.com/office/drawing/2014/main" id="{8087CEE3-0DDA-46D0-B36C-EDD8F056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146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Business and Entrepreneur Directory</a:t>
            </a:r>
          </a:p>
        </p:txBody>
      </p:sp>
      <p:sp>
        <p:nvSpPr>
          <p:cNvPr id="59" name="upcoming-number-23">
            <a:extLst xmlns:a="http://schemas.openxmlformats.org/drawingml/2006/main">
              <a:ext uri="{FF2B5EF4-FFF2-40B4-BE49-F238E27FC236}">
                <a16:creationId xmlns:a16="http://schemas.microsoft.com/office/drawing/2014/main" id="{4E7DD4AB-99B2-4BFE-A9D4-2E784FE3F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861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24</a:t>
            </a:r>
          </a:p>
        </p:txBody>
      </p:sp>
      <p:sp>
        <p:nvSpPr>
          <p:cNvPr id="60" name="upcoming-label-23">
            <a:extLst xmlns:a="http://schemas.openxmlformats.org/drawingml/2006/main">
              <a:ext uri="{FF2B5EF4-FFF2-40B4-BE49-F238E27FC236}">
                <a16:creationId xmlns:a16="http://schemas.microsoft.com/office/drawing/2014/main" id="{0E6F7239-DE88-483E-B651-4BC879AD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766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Student Talent Database</a:t>
            </a:r>
          </a:p>
        </p:txBody>
      </p:sp>
      <p:sp>
        <p:nvSpPr>
          <p:cNvPr id="61" name="upcoming-number-24">
            <a:extLst xmlns:a="http://schemas.openxmlformats.org/drawingml/2006/main">
              <a:ext uri="{FF2B5EF4-FFF2-40B4-BE49-F238E27FC236}">
                <a16:creationId xmlns:a16="http://schemas.microsoft.com/office/drawing/2014/main" id="{FD720373-BE9F-4224-B969-ADA4C7162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8481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25</a:t>
            </a:r>
          </a:p>
        </p:txBody>
      </p:sp>
      <p:sp>
        <p:nvSpPr>
          <p:cNvPr id="62" name="upcoming-label-24">
            <a:extLst xmlns:a="http://schemas.openxmlformats.org/drawingml/2006/main">
              <a:ext uri="{FF2B5EF4-FFF2-40B4-BE49-F238E27FC236}">
                <a16:creationId xmlns:a16="http://schemas.microsoft.com/office/drawing/2014/main" id="{91F42838-4210-4CF1-B977-A5238BDBE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385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Alumni Network</a:t>
            </a:r>
          </a:p>
        </p:txBody>
      </p:sp>
      <p:sp>
        <p:nvSpPr>
          <p:cNvPr id="63" name="upcoming-number-25">
            <a:extLst xmlns:a="http://schemas.openxmlformats.org/drawingml/2006/main">
              <a:ext uri="{FF2B5EF4-FFF2-40B4-BE49-F238E27FC236}">
                <a16:creationId xmlns:a16="http://schemas.microsoft.com/office/drawing/2014/main" id="{2EC8C039-CD4E-4917-B58D-8A4BB9FF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2100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26</a:t>
            </a:r>
          </a:p>
        </p:txBody>
      </p:sp>
      <p:sp>
        <p:nvSpPr>
          <p:cNvPr id="64" name="upcoming-label-25">
            <a:extLst xmlns:a="http://schemas.openxmlformats.org/drawingml/2006/main">
              <a:ext uri="{FF2B5EF4-FFF2-40B4-BE49-F238E27FC236}">
                <a16:creationId xmlns:a16="http://schemas.microsoft.com/office/drawing/2014/main" id="{794B313C-5E28-4FDB-A808-D929BAB23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005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Internship Matching System</a:t>
            </a:r>
          </a:p>
        </p:txBody>
      </p:sp>
      <p:sp>
        <p:nvSpPr>
          <p:cNvPr id="65" name="upcoming-number-26">
            <a:extLst xmlns:a="http://schemas.openxmlformats.org/drawingml/2006/main">
              <a:ext uri="{FF2B5EF4-FFF2-40B4-BE49-F238E27FC236}">
                <a16:creationId xmlns:a16="http://schemas.microsoft.com/office/drawing/2014/main" id="{3B437EE3-49C6-46DA-A21B-4267A349A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720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27</a:t>
            </a:r>
          </a:p>
        </p:txBody>
      </p:sp>
      <p:sp>
        <p:nvSpPr>
          <p:cNvPr id="66" name="upcoming-label-26">
            <a:extLst xmlns:a="http://schemas.openxmlformats.org/drawingml/2006/main">
              <a:ext uri="{FF2B5EF4-FFF2-40B4-BE49-F238E27FC236}">
                <a16:creationId xmlns:a16="http://schemas.microsoft.com/office/drawing/2014/main" id="{F95056E2-E23E-4486-8DAF-7C45AFE2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5624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Mobile Voting Application</a:t>
            </a:r>
          </a:p>
        </p:txBody>
      </p:sp>
      <p:sp>
        <p:nvSpPr>
          <p:cNvPr id="67" name="upcoming-number-27">
            <a:extLst xmlns:a="http://schemas.openxmlformats.org/drawingml/2006/main">
              <a:ext uri="{FF2B5EF4-FFF2-40B4-BE49-F238E27FC236}">
                <a16:creationId xmlns:a16="http://schemas.microsoft.com/office/drawing/2014/main" id="{AF4EEA53-9FA4-4AE2-A022-647BBC927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9339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28</a:t>
            </a:r>
          </a:p>
        </p:txBody>
      </p:sp>
      <p:sp>
        <p:nvSpPr>
          <p:cNvPr id="68" name="upcoming-label-27">
            <a:extLst xmlns:a="http://schemas.openxmlformats.org/drawingml/2006/main">
              <a:ext uri="{FF2B5EF4-FFF2-40B4-BE49-F238E27FC236}">
                <a16:creationId xmlns:a16="http://schemas.microsoft.com/office/drawing/2014/main" id="{11EB7717-C687-4CB4-B30B-6EC69109C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244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Roundu Emergency Response Network</a:t>
            </a:r>
          </a:p>
        </p:txBody>
      </p:sp>
      <p:sp>
        <p:nvSpPr>
          <p:cNvPr id="69" name="upcoming-number-28">
            <a:extLst xmlns:a="http://schemas.openxmlformats.org/drawingml/2006/main">
              <a:ext uri="{FF2B5EF4-FFF2-40B4-BE49-F238E27FC236}">
                <a16:creationId xmlns:a16="http://schemas.microsoft.com/office/drawing/2014/main" id="{54880A38-780C-4FB2-A900-56AB809D6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29590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29</a:t>
            </a:r>
          </a:p>
        </p:txBody>
      </p:sp>
      <p:sp>
        <p:nvSpPr>
          <p:cNvPr id="70" name="upcoming-label-28">
            <a:extLst xmlns:a="http://schemas.openxmlformats.org/drawingml/2006/main">
              <a:ext uri="{FF2B5EF4-FFF2-40B4-BE49-F238E27FC236}">
                <a16:creationId xmlns:a16="http://schemas.microsoft.com/office/drawing/2014/main" id="{A237ABEA-C8E6-4A26-AF47-1CACC2EB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28637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Member Contribution Points and Badges</a:t>
            </a:r>
          </a:p>
        </p:txBody>
      </p:sp>
      <p:sp>
        <p:nvSpPr>
          <p:cNvPr id="71" name="upcoming-number-29">
            <a:extLst xmlns:a="http://schemas.openxmlformats.org/drawingml/2006/main">
              <a:ext uri="{FF2B5EF4-FFF2-40B4-BE49-F238E27FC236}">
                <a16:creationId xmlns:a16="http://schemas.microsoft.com/office/drawing/2014/main" id="{CEA40916-9D7E-4DA8-9A87-D5639D511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657850"/>
            <a:ext cx="3429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863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30</a:t>
            </a:r>
          </a:p>
        </p:txBody>
      </p:sp>
      <p:sp>
        <p:nvSpPr>
          <p:cNvPr id="72" name="upcoming-label-29">
            <a:extLst xmlns:a="http://schemas.openxmlformats.org/drawingml/2006/main">
              <a:ext uri="{FF2B5EF4-FFF2-40B4-BE49-F238E27FC236}">
                <a16:creationId xmlns:a16="http://schemas.microsoft.com/office/drawing/2014/main" id="{F91A5849-4419-4428-BC8C-1C97A260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648325"/>
            <a:ext cx="2781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069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Research and Policy Centre</a:t>
            </a:r>
          </a:p>
        </p:txBody>
      </p:sp>
      <p:sp>
        <p:nvSpPr>
          <p:cNvPr id="73" name="footer-rule-10">
            <a:extLst xmlns:a="http://schemas.openxmlformats.org/drawingml/2006/main">
              <a:ext uri="{FF2B5EF4-FFF2-40B4-BE49-F238E27FC236}">
                <a16:creationId xmlns:a16="http://schemas.microsoft.com/office/drawing/2014/main" id="{C2248FF7-FA3A-4BEC-BDB8-EB28A67A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6391275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6552"/>
            </a:solidFill>
            <a:prstDash val="solid"/>
          </a:ln>
        </p:spPr>
      </p:sp>
      <p:sp>
        <p:nvSpPr>
          <p:cNvPr id="74" name="footer-label-10">
            <a:extLst xmlns:a="http://schemas.openxmlformats.org/drawingml/2006/main">
              <a:ext uri="{FF2B5EF4-FFF2-40B4-BE49-F238E27FC236}">
                <a16:creationId xmlns:a16="http://schemas.microsoft.com/office/drawing/2014/main" id="{AE6FB786-D4CE-46E5-8783-615F5A10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0"/>
            <a:ext cx="4000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A7BBB2"/>
                </a:solidFill>
                <a:latin typeface="Aptos Display"/>
                <a:ea typeface="Aptos Display"/>
                <a:cs typeface="Aptos Display"/>
              </a:rPr>
              <a:t>CONNECTED • TRANSPARENT • FUTURE-READY</a:t>
            </a:r>
          </a:p>
        </p:txBody>
      </p:sp>
      <p:sp>
        <p:nvSpPr>
          <p:cNvPr id="75" name="footer-page-10">
            <a:extLst xmlns:a="http://schemas.openxmlformats.org/drawingml/2006/main">
              <a:ext uri="{FF2B5EF4-FFF2-40B4-BE49-F238E27FC236}">
                <a16:creationId xmlns:a16="http://schemas.microsoft.com/office/drawing/2014/main" id="{C70EC942-EF9C-4AD4-B880-AB909E79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57950"/>
            <a:ext cx="457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9068585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E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closing-side-panel">
            <a:extLst xmlns:a="http://schemas.openxmlformats.org/drawingml/2006/main">
              <a:ext uri="{FF2B5EF4-FFF2-40B4-BE49-F238E27FC236}">
                <a16:creationId xmlns:a16="http://schemas.microsoft.com/office/drawing/2014/main" id="{CD49CD50-AE07-4607-95E6-E174CEE2E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96350" y="0"/>
            <a:ext cx="32956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losing-logo-halo">
            <a:extLst xmlns:a="http://schemas.openxmlformats.org/drawingml/2006/main">
              <a:ext uri="{FF2B5EF4-FFF2-40B4-BE49-F238E27FC236}">
                <a16:creationId xmlns:a16="http://schemas.microsoft.com/office/drawing/2014/main" id="{37FBAE61-8FDD-41BE-A89A-40503A73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77325" y="914400"/>
            <a:ext cx="2933700" cy="2933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6A15B"/>
            </a:solidFill>
            <a:prstDash val="solid"/>
          </a:ln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ba99258df14d02"/>
          <a:stretch xmlns:a="http://schemas.openxmlformats.org/drawingml/2006/main"/>
        </p:blipFill>
        <p:spPr>
          <a:xfrm xmlns:a="http://schemas.openxmlformats.org/drawingml/2006/main">
            <a:off x="9144000" y="981075"/>
            <a:ext cx="2800350" cy="2800350"/>
          </a:xfrm>
          <a:prstGeom xmlns:a="http://schemas.openxmlformats.org/drawingml/2006/main" prst="rect">
            <a:avLst/>
          </a:prstGeom>
        </p:spPr>
      </p:pic>
      <p:sp>
        <p:nvSpPr>
          <p:cNvPr id="4" name="closing-rule-top">
            <a:extLst xmlns:a="http://schemas.openxmlformats.org/drawingml/2006/main">
              <a:ext uri="{FF2B5EF4-FFF2-40B4-BE49-F238E27FC236}">
                <a16:creationId xmlns:a16="http://schemas.microsoft.com/office/drawing/2014/main" id="{FDFCEB5E-5766-4168-A83D-46E9A7048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5800" y="74295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A1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losing-eyebrow">
            <a:extLst xmlns:a="http://schemas.openxmlformats.org/drawingml/2006/main">
              <a:ext uri="{FF2B5EF4-FFF2-40B4-BE49-F238E27FC236}">
                <a16:creationId xmlns:a16="http://schemas.microsoft.com/office/drawing/2014/main" id="{DDDC4616-F0DC-4C32-B518-EA3727C3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62025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1050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6" name="closing-main">
            <a:extLst xmlns:a="http://schemas.openxmlformats.org/drawingml/2006/main">
              <a:ext uri="{FF2B5EF4-FFF2-40B4-BE49-F238E27FC236}">
                <a16:creationId xmlns:a16="http://schemas.microsoft.com/office/drawing/2014/main" id="{498FE23B-A896-4ABF-89AC-20F99CD0C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45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THANK YOU</a:t>
            </a:r>
          </a:p>
        </p:txBody>
      </p:sp>
      <p:sp>
        <p:nvSpPr>
          <p:cNvPr id="7" name="closing-qa">
            <a:extLst xmlns:a="http://schemas.openxmlformats.org/drawingml/2006/main">
              <a:ext uri="{FF2B5EF4-FFF2-40B4-BE49-F238E27FC236}">
                <a16:creationId xmlns:a16="http://schemas.microsoft.com/office/drawing/2014/main" id="{740B866A-829E-4F6B-824C-068BBCAD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19375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 i="0">
                <a:solidFill>
                  <a:srgbClr val="C6A15B"/>
                </a:solidFill>
                <a:latin typeface="Aptos Display"/>
                <a:ea typeface="Aptos Display"/>
                <a:cs typeface="Aptos Display"/>
              </a:rPr>
              <a:t>Questions &amp; Answers</a:t>
            </a:r>
          </a:p>
        </p:txBody>
      </p:sp>
      <p:sp>
        <p:nvSpPr>
          <p:cNvPr id="8" name="closing-purpose">
            <a:extLst xmlns:a="http://schemas.openxmlformats.org/drawingml/2006/main">
              <a:ext uri="{FF2B5EF4-FFF2-40B4-BE49-F238E27FC236}">
                <a16:creationId xmlns:a16="http://schemas.microsoft.com/office/drawing/2014/main" id="{35B508A8-8CBC-491E-8F47-782DA2441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86125"/>
            <a:ext cx="714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Together, we are building the digital future of TNR.</a:t>
            </a:r>
          </a:p>
        </p:txBody>
      </p:sp>
      <p:sp>
        <p:nvSpPr>
          <p:cNvPr id="9" name="closing-rule-mid">
            <a:extLst xmlns:a="http://schemas.openxmlformats.org/drawingml/2006/main">
              <a:ext uri="{FF2B5EF4-FFF2-40B4-BE49-F238E27FC236}">
                <a16:creationId xmlns:a16="http://schemas.microsoft.com/office/drawing/2014/main" id="{8FD8C9CE-A8E4-4493-AABF-30C34C72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85800" y="3914775"/>
            <a:ext cx="171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6A15B"/>
            </a:solidFill>
            <a:prstDash val="solid"/>
          </a:ln>
        </p:spPr>
      </p:sp>
      <p:sp>
        <p:nvSpPr>
          <p:cNvPr id="10" name="closing-quote">
            <a:extLst xmlns:a="http://schemas.openxmlformats.org/drawingml/2006/main">
              <a:ext uri="{FF2B5EF4-FFF2-40B4-BE49-F238E27FC236}">
                <a16:creationId xmlns:a16="http://schemas.microsoft.com/office/drawing/2014/main" id="{EF9F435B-1EA2-4BB3-AAD6-88AF6605C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67200"/>
            <a:ext cx="666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2025" b="0" i="1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2025" b="0" i="1">
                <a:solidFill>
                  <a:srgbClr val="E8D6AB"/>
                </a:solidFill>
                <a:latin typeface="Aptos"/>
                <a:ea typeface="Aptos"/>
                <a:cs typeface="Aptos"/>
              </a:rPr>
              <a:t>Technology becomes meaningful</a:t>
            </a:r>
          </a:p>
          <a:p xmlns:a="http://schemas.openxmlformats.org/drawingml/2006/main">
            <a:pPr algn="l">
              <a:lnSpc>
                <a:spcPct val="110000"/>
              </a:lnSpc>
              <a:buNone/>
              <a:defRPr sz="2025" b="0" i="1">
                <a:solidFill>
                  <a:srgbClr val="E8D6AB"/>
                </a:solidFill>
                <a:latin typeface="Aptos"/>
                <a:ea typeface="Aptos"/>
                <a:cs typeface="Aptos"/>
              </a:defRPr>
            </a:pPr>
            <a:r>
              <a:rPr sz="2025" b="0" i="1">
                <a:solidFill>
                  <a:srgbClr val="E8D6AB"/>
                </a:solidFill>
                <a:latin typeface="Aptos"/>
                <a:ea typeface="Aptos"/>
                <a:cs typeface="Aptos"/>
              </a:rPr>
              <a:t>when it serves the community.</a:t>
            </a:r>
          </a:p>
        </p:txBody>
      </p:sp>
      <p:sp>
        <p:nvSpPr>
          <p:cNvPr id="11" name="closing-presenter">
            <a:extLst xmlns:a="http://schemas.openxmlformats.org/drawingml/2006/main">
              <a:ext uri="{FF2B5EF4-FFF2-40B4-BE49-F238E27FC236}">
                <a16:creationId xmlns:a16="http://schemas.microsoft.com/office/drawing/2014/main" id="{E3B67545-20AB-45FF-936F-57EBB83BD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5315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 i="0">
                <a:solidFill>
                  <a:srgbClr val="AFC4BA"/>
                </a:solidFill>
                <a:latin typeface="Aptos Display"/>
                <a:ea typeface="Aptos Display"/>
                <a:cs typeface="Aptos Display"/>
              </a:defRPr>
            </a:pPr>
            <a:r>
              <a:rPr sz="900" b="1" i="0">
                <a:solidFill>
                  <a:srgbClr val="AFC4BA"/>
                </a:solidFill>
                <a:latin typeface="Aptos Display"/>
                <a:ea typeface="Aptos Display"/>
                <a:cs typeface="Aptos Display"/>
              </a:rPr>
              <a:t>SHABBIR HUSSAIN  •  TECHNICAL COORDINATOR – TNR</a:t>
            </a:r>
          </a:p>
        </p:txBody>
      </p:sp>
      <p:sp>
        <p:nvSpPr>
          <p:cNvPr id="12" name="closing-logo-rule">
            <a:extLst xmlns:a="http://schemas.openxmlformats.org/drawingml/2006/main">
              <a:ext uri="{FF2B5EF4-FFF2-40B4-BE49-F238E27FC236}">
                <a16:creationId xmlns:a16="http://schemas.microsoft.com/office/drawing/2014/main" id="{A6BA6F84-9704-49F5-9BE1-B07A84DB8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553575" y="4248150"/>
            <a:ext cx="1981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C6A15B"/>
            </a:solidFill>
            <a:prstDash val="solid"/>
          </a:ln>
        </p:spPr>
      </p:sp>
      <p:sp>
        <p:nvSpPr>
          <p:cNvPr id="13" name="closing-platform">
            <a:extLst xmlns:a="http://schemas.openxmlformats.org/drawingml/2006/main">
              <a:ext uri="{FF2B5EF4-FFF2-40B4-BE49-F238E27FC236}">
                <a16:creationId xmlns:a16="http://schemas.microsoft.com/office/drawing/2014/main" id="{059117B6-8ABC-4978-8569-CC4A4CAF9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76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125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TNR DIGITAL PLATFORM</a:t>
            </a:r>
          </a:p>
        </p:txBody>
      </p:sp>
      <p:sp>
        <p:nvSpPr>
          <p:cNvPr id="14" name="closing-connected">
            <a:extLst xmlns:a="http://schemas.openxmlformats.org/drawingml/2006/main">
              <a:ext uri="{FF2B5EF4-FFF2-40B4-BE49-F238E27FC236}">
                <a16:creationId xmlns:a16="http://schemas.microsoft.com/office/drawing/2014/main" id="{480E48D4-9BAA-41B0-9A4C-3BA22EEB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829175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8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defRPr>
            </a:pPr>
            <a:r>
              <a:rPr sz="825" b="1" i="0">
                <a:solidFill>
                  <a:srgbClr val="E8D6AB"/>
                </a:solidFill>
                <a:latin typeface="Aptos Display"/>
                <a:ea typeface="Aptos Display"/>
                <a:cs typeface="Aptos Display"/>
              </a:rPr>
              <a:t>ONE CONNECTED COMMUNITY</a:t>
            </a:r>
          </a:p>
        </p:txBody>
      </p:sp>
    </p:spTree>
    <p:extLst>
      <p:ext uri="{BB962C8B-B14F-4D97-AF65-F5344CB8AC3E}">
        <p14:creationId xmlns:p14="http://schemas.microsoft.com/office/powerpoint/2010/main" val="56329776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2026-08-04T19:11:10.0140000Z</dcterms:created>
  <dcterms:modified xsi:type="dcterms:W3CDTF">2026-08-04T19:11:10.0140000Z</dcterms:modified>
</coreProperties>
</file>