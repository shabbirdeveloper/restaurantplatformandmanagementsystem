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c99f5de6394fbd" /><Relationship Type="http://schemas.openxmlformats.org/officeDocument/2006/relationships/extended-properties" Target="/docProps/app.xml" Id="R95b523c8495e4745" /><Relationship Type="http://schemas.openxmlformats.org/officeDocument/2006/relationships/officeDocument" Target="/ppt/presentation.xml" Id="R1c215178401d44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3100bb611242a4"/>
  </p:sldMasterIdLst>
  <p:notesMasterIdLst>
    <p:notesMasterId xmlns:r="http://schemas.openxmlformats.org/officeDocument/2006/relationships" r:id="Refc38238b1d3404c"/>
  </p:notesMasterIdLst>
  <p:sldIdLst>
    <p:sldId xmlns:r="http://schemas.openxmlformats.org/officeDocument/2006/relationships" id="256" r:id="Ra84f4e5211dd49c0"/>
    <p:sldId xmlns:r="http://schemas.openxmlformats.org/officeDocument/2006/relationships" id="257" r:id="Rd111b47998004d45"/>
    <p:sldId xmlns:r="http://schemas.openxmlformats.org/officeDocument/2006/relationships" id="258" r:id="R8c5660af833347ce"/>
    <p:sldId xmlns:r="http://schemas.openxmlformats.org/officeDocument/2006/relationships" id="259" r:id="R4a2e980865cf422d"/>
    <p:sldId xmlns:r="http://schemas.openxmlformats.org/officeDocument/2006/relationships" id="260" r:id="Re22f02700ec74c0b"/>
    <p:sldId xmlns:r="http://schemas.openxmlformats.org/officeDocument/2006/relationships" id="261" r:id="R739ba8b534c7454e"/>
    <p:sldId xmlns:r="http://schemas.openxmlformats.org/officeDocument/2006/relationships" id="262" r:id="R621b5c7832c04cb7"/>
    <p:sldId xmlns:r="http://schemas.openxmlformats.org/officeDocument/2006/relationships" id="263" r:id="Ra0e01f37ec994b4e"/>
    <p:sldId xmlns:r="http://schemas.openxmlformats.org/officeDocument/2006/relationships" id="264" r:id="Rb64963fe89434027"/>
    <p:sldId xmlns:r="http://schemas.openxmlformats.org/officeDocument/2006/relationships" id="265" r:id="R7e1710ff9de84c49"/>
    <p:sldId xmlns:r="http://schemas.openxmlformats.org/officeDocument/2006/relationships" id="266" r:id="R99a686f623634b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368c1db2a149c2" /><Relationship Type="http://schemas.openxmlformats.org/officeDocument/2006/relationships/slideMaster" Target="/ppt/slideMasters/slideMaster1.xml" Id="Rf43100bb611242a4" /><Relationship Type="http://schemas.openxmlformats.org/officeDocument/2006/relationships/notesMaster" Target="/ppt/notesMasters/notesMaster1.xml" Id="Refc38238b1d3404c" /><Relationship Type="http://schemas.openxmlformats.org/officeDocument/2006/relationships/presProps" Target="/ppt/presProps.xml" Id="R879c667a81074ebf" /><Relationship Type="http://schemas.openxmlformats.org/officeDocument/2006/relationships/tableStyles" Target="/ppt/tableStyles.xml" Id="Re237ba4fdb3f4ecb" /><Relationship Type="http://schemas.openxmlformats.org/officeDocument/2006/relationships/slide" Target="/ppt/slides/slide1.xml" Id="Ra84f4e5211dd49c0" /><Relationship Type="http://schemas.openxmlformats.org/officeDocument/2006/relationships/slide" Target="/ppt/slides/slide2.xml" Id="Rd111b47998004d45" /><Relationship Type="http://schemas.openxmlformats.org/officeDocument/2006/relationships/slide" Target="/ppt/slides/slide3.xml" Id="R8c5660af833347ce" /><Relationship Type="http://schemas.openxmlformats.org/officeDocument/2006/relationships/slide" Target="/ppt/slides/slide4.xml" Id="R4a2e980865cf422d" /><Relationship Type="http://schemas.openxmlformats.org/officeDocument/2006/relationships/slide" Target="/ppt/slides/slide5.xml" Id="Re22f02700ec74c0b" /><Relationship Type="http://schemas.openxmlformats.org/officeDocument/2006/relationships/slide" Target="/ppt/slides/slide6.xml" Id="R739ba8b534c7454e" /><Relationship Type="http://schemas.openxmlformats.org/officeDocument/2006/relationships/slide" Target="/ppt/slides/slide7.xml" Id="R621b5c7832c04cb7" /><Relationship Type="http://schemas.openxmlformats.org/officeDocument/2006/relationships/slide" Target="/ppt/slides/slide8.xml" Id="Ra0e01f37ec994b4e" /><Relationship Type="http://schemas.openxmlformats.org/officeDocument/2006/relationships/slide" Target="/ppt/slides/slide9.xml" Id="Rb64963fe89434027" /><Relationship Type="http://schemas.openxmlformats.org/officeDocument/2006/relationships/slide" Target="/ppt/slides/slide10.xml" Id="R7e1710ff9de84c49" /><Relationship Type="http://schemas.openxmlformats.org/officeDocument/2006/relationships/slide" Target="/ppt/slides/slide11.xml" Id="R99a686f623634b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4eea8869c045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1b1503f0f94326" /><Relationship Type="http://schemas.openxmlformats.org/officeDocument/2006/relationships/notesMaster" Target="/ppt/notesMasters/notesMaster1.xml" Id="Rfbdd9d9e0db844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2106ea38174033" /><Relationship Type="http://schemas.openxmlformats.org/officeDocument/2006/relationships/notesMaster" Target="/ppt/notesMasters/notesMaster1.xml" Id="Rf068d9f5fe1f4f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c1695601fb4e40" /><Relationship Type="http://schemas.openxmlformats.org/officeDocument/2006/relationships/notesMaster" Target="/ppt/notesMasters/notesMaster1.xml" Id="Re1c00b4d490f42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76b01734804e0f" /><Relationship Type="http://schemas.openxmlformats.org/officeDocument/2006/relationships/notesMaster" Target="/ppt/notesMasters/notesMaster1.xml" Id="R48ba1c574c244b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8f7e3df3594c36" /><Relationship Type="http://schemas.openxmlformats.org/officeDocument/2006/relationships/notesMaster" Target="/ppt/notesMasters/notesMaster1.xml" Id="Rf42bf30b58a74d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b89e3c74ee4e92" /><Relationship Type="http://schemas.openxmlformats.org/officeDocument/2006/relationships/notesMaster" Target="/ppt/notesMasters/notesMaster1.xml" Id="R990ca42d11bc4c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54c2e7535d452a" /><Relationship Type="http://schemas.openxmlformats.org/officeDocument/2006/relationships/notesMaster" Target="/ppt/notesMasters/notesMaster1.xml" Id="Rd19adb3af75847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d8f09f4bfb44a7" /><Relationship Type="http://schemas.openxmlformats.org/officeDocument/2006/relationships/notesMaster" Target="/ppt/notesMasters/notesMaster1.xml" Id="R38e4e36b11474b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dbf0f8fe00499d" /><Relationship Type="http://schemas.openxmlformats.org/officeDocument/2006/relationships/notesMaster" Target="/ppt/notesMasters/notesMaster1.xml" Id="R98b846d2f05b4d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80605538ae42ee" /><Relationship Type="http://schemas.openxmlformats.org/officeDocument/2006/relationships/notesMaster" Target="/ppt/notesMasters/notesMaster1.xml" Id="R316b92c1a1de41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45ff2fd5e84c8b" /><Relationship Type="http://schemas.openxmlformats.org/officeDocument/2006/relationships/notesMaster" Target="/ppt/notesMasters/notesMaster1.xml" Id="R1a6ab8324a6e43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the platform as community infrastructure, not simply a website.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Hero artwork: user-provided hero.jpg, also used by the live TNR election portal.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member dashboard to show how identity, services, records and communication meet in one interface.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Member portal dashboard: user-provided tnr portal dashbaoard.png.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card front, QR-enabled back and certificate as one trust system rather than three separate documents.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Membership card: user-provided TNR Card.pdf, rendered from the original PDF.</a:t>
            </a:r>
          </a:p>
          <a:p xmlns:a="http://schemas.openxmlformats.org/drawingml/2006/main">
            <a:r>
              <a:t>- Membership certificate: user-provided tnr certificate.pdf, rendered from the original PDF.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live election portal verifies a registered email with a six-digit OTP, confirms member identity, supports a reviewed ballot, and issues a unique receipt code.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TNR Election Portal and process details: https://www.evotegb.com/election-portal, accessed 2026-08-04.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these as proposed next-stage modules, not as already approved delivery commitments.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Roadmap framing informed by the live TNR public platform and current service architecture: https://www.evotegb.com/, accessed 2026-08-04.</a:t>
            </a:r>
          </a:p>
          <a:p xmlns:a="http://schemas.openxmlformats.org/drawingml/2006/main">
            <a:r>
              <a:t>- Membership services reviewed at https://www.evotegb.com/membership, accessed 2026-08-04.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community purpose: technology is the enabler, not the destination.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54e3cfe71d4a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f2bd217ca143b6" /><Relationship Type="http://schemas.openxmlformats.org/officeDocument/2006/relationships/slideLayout" Target="/ppt/slideLayouts/slideLayout1.xml" Id="R3d46a975547340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46a975547340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57644e1624c32" /><Relationship Type="http://schemas.openxmlformats.org/officeDocument/2006/relationships/image" Target="/ppt/media/image.png" Id="R1f92a4791cbe4bcc" /><Relationship Type="http://schemas.openxmlformats.org/officeDocument/2006/relationships/image" Target="/ppt/media/image2.png" Id="R35b8491dc7004a2e" /><Relationship Type="http://schemas.openxmlformats.org/officeDocument/2006/relationships/notesSlide" Target="/ppt/notesSlides/notesSlide1.xml" Id="R1707e14c8be14a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bedb87d0447ba" /><Relationship Type="http://schemas.openxmlformats.org/officeDocument/2006/relationships/image" Target="/ppt/media/image3.png" Id="Ree0e4951716545f3" /><Relationship Type="http://schemas.openxmlformats.org/officeDocument/2006/relationships/notesSlide" Target="/ppt/notesSlides/notesSlide2.xml" Id="R8ddab648b85d44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9c5fd43664094" /><Relationship Type="http://schemas.openxmlformats.org/officeDocument/2006/relationships/image" Target="/ppt/media/image4.png" Id="R20a7ae480e3643bd" /><Relationship Type="http://schemas.openxmlformats.org/officeDocument/2006/relationships/image" Target="/ppt/media/image.svg" Id="Rdee9ddf9831545c8" /><Relationship Type="http://schemas.openxmlformats.org/officeDocument/2006/relationships/image" Target="/ppt/media/image5.png" Id="Rfd84a78984f1467e" /><Relationship Type="http://schemas.openxmlformats.org/officeDocument/2006/relationships/image" Target="/ppt/media/image2.svg" Id="R3a8495ad2b994635" /><Relationship Type="http://schemas.openxmlformats.org/officeDocument/2006/relationships/image" Target="/ppt/media/image6.png" Id="R21e94d129d404cb4" /><Relationship Type="http://schemas.openxmlformats.org/officeDocument/2006/relationships/image" Target="/ppt/media/image3.svg" Id="R6b7a51629dde4f13" /><Relationship Type="http://schemas.openxmlformats.org/officeDocument/2006/relationships/image" Target="/ppt/media/image7.png" Id="R1dd8a562a47b49a7" /><Relationship Type="http://schemas.openxmlformats.org/officeDocument/2006/relationships/image" Target="/ppt/media/image4.svg" Id="Rd5ca2d6e90e04bc9" /><Relationship Type="http://schemas.openxmlformats.org/officeDocument/2006/relationships/image" Target="/ppt/media/image8.png" Id="R81dc18b7f3d2458e" /><Relationship Type="http://schemas.openxmlformats.org/officeDocument/2006/relationships/image" Target="/ppt/media/image5.svg" Id="R7ff935c07d664269" /><Relationship Type="http://schemas.openxmlformats.org/officeDocument/2006/relationships/notesSlide" Target="/ppt/notesSlides/notesSlide3.xml" Id="R6dc07f480bad42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7ffd0b5344848" /><Relationship Type="http://schemas.openxmlformats.org/officeDocument/2006/relationships/image" Target="/ppt/media/image9.png" Id="Ra13a7d10d30547f9" /><Relationship Type="http://schemas.openxmlformats.org/officeDocument/2006/relationships/image" Target="/ppt/media/image6.svg" Id="R83baabcf3be149ad" /><Relationship Type="http://schemas.openxmlformats.org/officeDocument/2006/relationships/image" Target="/ppt/media/image10.png" Id="R1db01261b0bb4735" /><Relationship Type="http://schemas.openxmlformats.org/officeDocument/2006/relationships/image" Target="/ppt/media/image7.svg" Id="R1c032385abe74194" /><Relationship Type="http://schemas.openxmlformats.org/officeDocument/2006/relationships/image" Target="/ppt/media/image11.png" Id="R0e570a6a58324c22" /><Relationship Type="http://schemas.openxmlformats.org/officeDocument/2006/relationships/image" Target="/ppt/media/image8.svg" Id="Rb652279f0bf8439a" /><Relationship Type="http://schemas.openxmlformats.org/officeDocument/2006/relationships/image" Target="/ppt/media/image12.png" Id="Rf0dd0e24a881454d" /><Relationship Type="http://schemas.openxmlformats.org/officeDocument/2006/relationships/image" Target="/ppt/media/image9.svg" Id="R9274f4f908054459" /><Relationship Type="http://schemas.openxmlformats.org/officeDocument/2006/relationships/image" Target="/ppt/media/image13.png" Id="R9c51b10221f74067" /><Relationship Type="http://schemas.openxmlformats.org/officeDocument/2006/relationships/image" Target="/ppt/media/image10.svg" Id="R19e335ff9e674f7b" /><Relationship Type="http://schemas.openxmlformats.org/officeDocument/2006/relationships/image" Target="/ppt/media/image14.png" Id="R9ffe06f74c544d31" /><Relationship Type="http://schemas.openxmlformats.org/officeDocument/2006/relationships/image" Target="/ppt/media/image11.svg" Id="R81b08569cad349bb" /><Relationship Type="http://schemas.openxmlformats.org/officeDocument/2006/relationships/image" Target="/ppt/media/image15.png" Id="R59e38252d7fb4a82" /><Relationship Type="http://schemas.openxmlformats.org/officeDocument/2006/relationships/image" Target="/ppt/media/image12.svg" Id="Rf1a3e48dd8b641b1" /><Relationship Type="http://schemas.openxmlformats.org/officeDocument/2006/relationships/image" Target="/ppt/media/image16.png" Id="R7f7cf29d0e494eff" /><Relationship Type="http://schemas.openxmlformats.org/officeDocument/2006/relationships/image" Target="/ppt/media/image13.svg" Id="Rf874dff390444882" /><Relationship Type="http://schemas.openxmlformats.org/officeDocument/2006/relationships/image" Target="/ppt/media/image17.png" Id="R26938f72f4724e19" /><Relationship Type="http://schemas.openxmlformats.org/officeDocument/2006/relationships/image" Target="/ppt/media/image14.svg" Id="Rbf6da167e2b4499f" /><Relationship Type="http://schemas.openxmlformats.org/officeDocument/2006/relationships/image" Target="/ppt/media/image18.png" Id="R0c9f8637c62246d5" /><Relationship Type="http://schemas.openxmlformats.org/officeDocument/2006/relationships/image" Target="/ppt/media/image15.svg" Id="Rdbaecc374e11417a" /><Relationship Type="http://schemas.openxmlformats.org/officeDocument/2006/relationships/notesSlide" Target="/ppt/notesSlides/notesSlide4.xml" Id="Rf90df07ec5c049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b5f3bdea3492a" /><Relationship Type="http://schemas.openxmlformats.org/officeDocument/2006/relationships/image" Target="/ppt/media/image19.png" Id="Rcca2833450544512" /><Relationship Type="http://schemas.openxmlformats.org/officeDocument/2006/relationships/image" Target="/ppt/media/image16.svg" Id="Rd242c80c692246e1" /><Relationship Type="http://schemas.openxmlformats.org/officeDocument/2006/relationships/image" Target="/ppt/media/image20.png" Id="R37f3e66648d548ff" /><Relationship Type="http://schemas.openxmlformats.org/officeDocument/2006/relationships/image" Target="/ppt/media/image17.svg" Id="R78a01b756b8144fc" /><Relationship Type="http://schemas.openxmlformats.org/officeDocument/2006/relationships/image" Target="/ppt/media/image21.png" Id="Rbfdc1f97f5614824" /><Relationship Type="http://schemas.openxmlformats.org/officeDocument/2006/relationships/image" Target="/ppt/media/image18.svg" Id="Ra24ce5cd4b3a409e" /><Relationship Type="http://schemas.openxmlformats.org/officeDocument/2006/relationships/image" Target="/ppt/media/image22.png" Id="R0b3889a96a1545cb" /><Relationship Type="http://schemas.openxmlformats.org/officeDocument/2006/relationships/image" Target="/ppt/media/image19.svg" Id="R335553bb52fb4f91" /><Relationship Type="http://schemas.openxmlformats.org/officeDocument/2006/relationships/image" Target="/ppt/media/image23.png" Id="Ra7a01b3a49f241a7" /><Relationship Type="http://schemas.openxmlformats.org/officeDocument/2006/relationships/image" Target="/ppt/media/image20.svg" Id="R57f75523aa6044d3" /><Relationship Type="http://schemas.openxmlformats.org/officeDocument/2006/relationships/image" Target="/ppt/media/image24.png" Id="R18fedc7269834f36" /><Relationship Type="http://schemas.openxmlformats.org/officeDocument/2006/relationships/image" Target="/ppt/media/image21.svg" Id="R129ef9538dfa4d83" /><Relationship Type="http://schemas.openxmlformats.org/officeDocument/2006/relationships/notesSlide" Target="/ppt/notesSlides/notesSlide5.xml" Id="R0ac81280b2b448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8f294c224456b" /><Relationship Type="http://schemas.openxmlformats.org/officeDocument/2006/relationships/image" Target="/ppt/media/image25.png" Id="Re736efd4825b43b8" /><Relationship Type="http://schemas.openxmlformats.org/officeDocument/2006/relationships/image" Target="/ppt/media/image26.png" Id="R7e1f3d46fa104a9d" /><Relationship Type="http://schemas.openxmlformats.org/officeDocument/2006/relationships/image" Target="/ppt/media/image27.png" Id="R70fa169d1d2443c6" /><Relationship Type="http://schemas.openxmlformats.org/officeDocument/2006/relationships/notesSlide" Target="/ppt/notesSlides/notesSlide6.xml" Id="Rb5fdb5ec33584b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1a8a7b4b241cb" /><Relationship Type="http://schemas.openxmlformats.org/officeDocument/2006/relationships/image" Target="/ppt/media/image28.png" Id="R837402199ad942dc" /><Relationship Type="http://schemas.openxmlformats.org/officeDocument/2006/relationships/image" Target="/ppt/media/image22.svg" Id="R5091960ed2eb4737" /><Relationship Type="http://schemas.openxmlformats.org/officeDocument/2006/relationships/image" Target="/ppt/media/image29.png" Id="R230b6bbde6c14d9a" /><Relationship Type="http://schemas.openxmlformats.org/officeDocument/2006/relationships/image" Target="/ppt/media/image23.svg" Id="R13393a06bbda4beb" /><Relationship Type="http://schemas.openxmlformats.org/officeDocument/2006/relationships/image" Target="/ppt/media/image30.png" Id="R018c16515db24a7c" /><Relationship Type="http://schemas.openxmlformats.org/officeDocument/2006/relationships/image" Target="/ppt/media/image24.svg" Id="Rbeea4df78d6f4353" /><Relationship Type="http://schemas.openxmlformats.org/officeDocument/2006/relationships/image" Target="/ppt/media/image31.png" Id="R560a5a6a923c43bf" /><Relationship Type="http://schemas.openxmlformats.org/officeDocument/2006/relationships/image" Target="/ppt/media/image25.svg" Id="Rd39cafd85fe0418a" /><Relationship Type="http://schemas.openxmlformats.org/officeDocument/2006/relationships/image" Target="/ppt/media/image32.png" Id="Rdcfec3d4445f45a4" /><Relationship Type="http://schemas.openxmlformats.org/officeDocument/2006/relationships/image" Target="/ppt/media/image26.svg" Id="R905638d9269e480c" /><Relationship Type="http://schemas.openxmlformats.org/officeDocument/2006/relationships/image" Target="/ppt/media/image33.png" Id="Rac9f66e3caaa4438" /><Relationship Type="http://schemas.openxmlformats.org/officeDocument/2006/relationships/image" Target="/ppt/media/image27.svg" Id="R0557c73267914b08" /><Relationship Type="http://schemas.openxmlformats.org/officeDocument/2006/relationships/image" Target="/ppt/media/image34.png" Id="R8a38e2082dbc47f6" /><Relationship Type="http://schemas.openxmlformats.org/officeDocument/2006/relationships/image" Target="/ppt/media/image28.svg" Id="Reebbb1ee02324dee" /><Relationship Type="http://schemas.openxmlformats.org/officeDocument/2006/relationships/image" Target="/ppt/media/image35.png" Id="R364f77245ea1468f" /><Relationship Type="http://schemas.openxmlformats.org/officeDocument/2006/relationships/image" Target="/ppt/media/image29.svg" Id="R3df683a99c294373" /><Relationship Type="http://schemas.openxmlformats.org/officeDocument/2006/relationships/notesSlide" Target="/ppt/notesSlides/notesSlide7.xml" Id="Rdd5d9c988f2d41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3e5898a2d42da" /><Relationship Type="http://schemas.openxmlformats.org/officeDocument/2006/relationships/image" Target="/ppt/media/image36.png" Id="Ra6fd36c9e43f44b9" /><Relationship Type="http://schemas.openxmlformats.org/officeDocument/2006/relationships/image" Target="/ppt/media/image30.svg" Id="R87f8dc5e6d684af8" /><Relationship Type="http://schemas.openxmlformats.org/officeDocument/2006/relationships/image" Target="/ppt/media/image37.png" Id="R3aecd7eb46054906" /><Relationship Type="http://schemas.openxmlformats.org/officeDocument/2006/relationships/image" Target="/ppt/media/image31.svg" Id="R282d0b660c2e438c" /><Relationship Type="http://schemas.openxmlformats.org/officeDocument/2006/relationships/image" Target="/ppt/media/image38.png" Id="R9f8cd9fa5ac6486f" /><Relationship Type="http://schemas.openxmlformats.org/officeDocument/2006/relationships/image" Target="/ppt/media/image32.svg" Id="Rbef1f2c76fdf42c9" /><Relationship Type="http://schemas.openxmlformats.org/officeDocument/2006/relationships/image" Target="/ppt/media/image39.png" Id="R3226edc42b1a4b7f" /><Relationship Type="http://schemas.openxmlformats.org/officeDocument/2006/relationships/image" Target="/ppt/media/image33.svg" Id="R3479027cc24846e6" /><Relationship Type="http://schemas.openxmlformats.org/officeDocument/2006/relationships/image" Target="/ppt/media/image40.png" Id="Rc6e68c7c01bd4aa7" /><Relationship Type="http://schemas.openxmlformats.org/officeDocument/2006/relationships/image" Target="/ppt/media/image34.svg" Id="Rd4da5dd1e6594a7d" /><Relationship Type="http://schemas.openxmlformats.org/officeDocument/2006/relationships/image" Target="/ppt/media/image41.png" Id="R2b6260e9e90340b4" /><Relationship Type="http://schemas.openxmlformats.org/officeDocument/2006/relationships/image" Target="/ppt/media/image35.svg" Id="R201c596ae0274d5f" /><Relationship Type="http://schemas.openxmlformats.org/officeDocument/2006/relationships/image" Target="/ppt/media/image42.png" Id="Rdf4cfc2e3ce44aba" /><Relationship Type="http://schemas.openxmlformats.org/officeDocument/2006/relationships/image" Target="/ppt/media/image36.svg" Id="R303b7091b0cd48be" /><Relationship Type="http://schemas.openxmlformats.org/officeDocument/2006/relationships/notesSlide" Target="/ppt/notesSlides/notesSlide8.xml" Id="Rac4c87a728be4a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0698df8364fcf" /><Relationship Type="http://schemas.openxmlformats.org/officeDocument/2006/relationships/image" Target="/ppt/media/image43.png" Id="R818584f564414b96" /><Relationship Type="http://schemas.openxmlformats.org/officeDocument/2006/relationships/image" Target="/ppt/media/image37.svg" Id="R9ce06ad16321485a" /><Relationship Type="http://schemas.openxmlformats.org/officeDocument/2006/relationships/image" Target="/ppt/media/image44.png" Id="Rc2d096cde4d342bf" /><Relationship Type="http://schemas.openxmlformats.org/officeDocument/2006/relationships/image" Target="/ppt/media/image38.svg" Id="R58571345d8174420" /><Relationship Type="http://schemas.openxmlformats.org/officeDocument/2006/relationships/image" Target="/ppt/media/image45.png" Id="Rc6722c010aa8446d" /><Relationship Type="http://schemas.openxmlformats.org/officeDocument/2006/relationships/image" Target="/ppt/media/image39.svg" Id="R29c69e1e951241a9" /><Relationship Type="http://schemas.openxmlformats.org/officeDocument/2006/relationships/image" Target="/ppt/media/image46.png" Id="R7cb5a42882934948" /><Relationship Type="http://schemas.openxmlformats.org/officeDocument/2006/relationships/image" Target="/ppt/media/image40.svg" Id="R8a4600ffeebc468d" /><Relationship Type="http://schemas.openxmlformats.org/officeDocument/2006/relationships/image" Target="/ppt/media/image47.png" Id="R9b2881b3d07a4ea2" /><Relationship Type="http://schemas.openxmlformats.org/officeDocument/2006/relationships/image" Target="/ppt/media/image41.svg" Id="Rac43f32ccd4f41cf" /><Relationship Type="http://schemas.openxmlformats.org/officeDocument/2006/relationships/image" Target="/ppt/media/image48.png" Id="Rf89300ca1c6b4108" /><Relationship Type="http://schemas.openxmlformats.org/officeDocument/2006/relationships/image" Target="/ppt/media/image42.svg" Id="R9941eb71c38746ba" /><Relationship Type="http://schemas.openxmlformats.org/officeDocument/2006/relationships/image" Target="/ppt/media/image49.png" Id="Rdad78c70cc4e4f8e" /><Relationship Type="http://schemas.openxmlformats.org/officeDocument/2006/relationships/image" Target="/ppt/media/image43.svg" Id="R72683436bfc44b37" /><Relationship Type="http://schemas.openxmlformats.org/officeDocument/2006/relationships/image" Target="/ppt/media/image50.png" Id="R69e60a555a6e4fde" /><Relationship Type="http://schemas.openxmlformats.org/officeDocument/2006/relationships/image" Target="/ppt/media/image44.svg" Id="R15f9a81a119c423a" /><Relationship Type="http://schemas.openxmlformats.org/officeDocument/2006/relationships/image" Target="/ppt/media/image51.png" Id="Re81475f779184f5f" /><Relationship Type="http://schemas.openxmlformats.org/officeDocument/2006/relationships/image" Target="/ppt/media/image45.svg" Id="R0c827211cacb486a" /><Relationship Type="http://schemas.openxmlformats.org/officeDocument/2006/relationships/notesSlide" Target="/ppt/notesSlides/notesSlide9.xml" Id="R655397e771ea4b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1b58a46d7430f" /><Relationship Type="http://schemas.openxmlformats.org/officeDocument/2006/relationships/image" Target="/ppt/media/image52.png" Id="R9ca4986dba214d66" /><Relationship Type="http://schemas.openxmlformats.org/officeDocument/2006/relationships/image" Target="/ppt/media/image46.svg" Id="Rde45bb7fe7584250" /><Relationship Type="http://schemas.openxmlformats.org/officeDocument/2006/relationships/image" Target="/ppt/media/image53.png" Id="R5a8fd3a810ec43b3" /><Relationship Type="http://schemas.openxmlformats.org/officeDocument/2006/relationships/image" Target="/ppt/media/image47.svg" Id="Rbc2a00d6c4e34d17" /><Relationship Type="http://schemas.openxmlformats.org/officeDocument/2006/relationships/image" Target="/ppt/media/image54.png" Id="R5031c204a94a45b9" /><Relationship Type="http://schemas.openxmlformats.org/officeDocument/2006/relationships/image" Target="/ppt/media/image48.svg" Id="R77ccbf0af6cf46ad" /><Relationship Type="http://schemas.openxmlformats.org/officeDocument/2006/relationships/image" Target="/ppt/media/image55.png" Id="Re61112af23b84b22" /><Relationship Type="http://schemas.openxmlformats.org/officeDocument/2006/relationships/image" Target="/ppt/media/image49.svg" Id="Rebb7666a00d9482c" /><Relationship Type="http://schemas.openxmlformats.org/officeDocument/2006/relationships/image" Target="/ppt/media/image56.png" Id="Rbe581f86eef64669" /><Relationship Type="http://schemas.openxmlformats.org/officeDocument/2006/relationships/image" Target="/ppt/media/image50.svg" Id="R25d3bb1c23354c7b" /><Relationship Type="http://schemas.openxmlformats.org/officeDocument/2006/relationships/image" Target="/ppt/media/image57.png" Id="Rd5ab12bf0476433f" /><Relationship Type="http://schemas.openxmlformats.org/officeDocument/2006/relationships/image" Target="/ppt/media/image51.svg" Id="R7abd1b1687aa4662" /><Relationship Type="http://schemas.openxmlformats.org/officeDocument/2006/relationships/notesSlide" Target="/ppt/notesSlides/notesSlide10.xml" Id="R6eb7ad2d088641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549c7320a4b55" /><Relationship Type="http://schemas.openxmlformats.org/officeDocument/2006/relationships/image" Target="/ppt/media/image58.png" Id="R497e1cf4200a445f" /><Relationship Type="http://schemas.openxmlformats.org/officeDocument/2006/relationships/notesSlide" Target="/ppt/notesSlides/notesSlide11.xml" Id="R18e0642d0ea445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2a4791cbe4bc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left-overlay">
            <a:extLst xmlns:a="http://schemas.openxmlformats.org/drawingml/2006/main">
              <a:ext uri="{FF2B5EF4-FFF2-40B4-BE49-F238E27FC236}">
                <a16:creationId xmlns:a16="http://schemas.microsoft.com/office/drawing/2014/main" id="{10A4E463-7946-4F41-B21C-E0D126CC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029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E18">
              <a:alpha val="9490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image-wash">
            <a:extLst xmlns:a="http://schemas.openxmlformats.org/drawingml/2006/main">
              <a:ext uri="{FF2B5EF4-FFF2-40B4-BE49-F238E27FC236}">
                <a16:creationId xmlns:a16="http://schemas.microsoft.com/office/drawing/2014/main" id="{A90FB226-F52B-4FDF-9D58-5799D3D9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0"/>
            <a:ext cx="142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E18">
              <a:alpha val="4705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684017A7-F232-4332-A3AC-5675E4E6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04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logo-halo">
            <a:extLst xmlns:a="http://schemas.openxmlformats.org/drawingml/2006/main">
              <a:ext uri="{FF2B5EF4-FFF2-40B4-BE49-F238E27FC236}">
                <a16:creationId xmlns:a16="http://schemas.microsoft.com/office/drawing/2014/main" id="{B473B434-F2CC-488F-B4EF-72670F48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381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b8491dc7004a2e"/>
          <a:stretch xmlns:a="http://schemas.openxmlformats.org/drawingml/2006/main"/>
        </p:blipFill>
        <p:spPr>
          <a:xfrm xmlns:a="http://schemas.openxmlformats.org/drawingml/2006/main">
            <a:off x="752475" y="5048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7" name="cover-tag-line">
            <a:extLst xmlns:a="http://schemas.openxmlformats.org/drawingml/2006/main">
              <a:ext uri="{FF2B5EF4-FFF2-40B4-BE49-F238E27FC236}">
                <a16:creationId xmlns:a16="http://schemas.microsoft.com/office/drawing/2014/main" id="{717A964B-FCE5-46C6-B369-1F4736BA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74295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7082FA86-1A67-4B44-AE51-3A6C86AA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9048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TNR • DIGITAL TRANSFORMATION</a:t>
            </a:r>
          </a:p>
        </p:txBody>
      </p:sp>
      <p:sp>
        <p:nvSpPr>
          <p:cNvPr id="9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50D4A81-F229-499F-8149-0CE81F11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905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PLATFORM</a:t>
            </a:r>
          </a:p>
        </p:txBody>
      </p:sp>
      <p:sp>
        <p:nvSpPr>
          <p:cNvPr id="10" name="cover-title-rule">
            <a:extLst xmlns:a="http://schemas.openxmlformats.org/drawingml/2006/main">
              <a:ext uri="{FF2B5EF4-FFF2-40B4-BE49-F238E27FC236}">
                <a16:creationId xmlns:a16="http://schemas.microsoft.com/office/drawing/2014/main" id="{DE0A302A-AF92-418D-BC5D-4277F84A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3528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sp>
        <p:nvSpPr>
          <p:cNvPr id="11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801FE46-13DE-424C-BC7A-D8377110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Building a Connected, Transparent and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Future-Ready Roundu Community</a:t>
            </a:r>
          </a:p>
        </p:txBody>
      </p:sp>
      <p:sp>
        <p:nvSpPr>
          <p:cNvPr id="12" name="cover-presenter">
            <a:extLst xmlns:a="http://schemas.openxmlformats.org/drawingml/2006/main">
              <a:ext uri="{FF2B5EF4-FFF2-40B4-BE49-F238E27FC236}">
                <a16:creationId xmlns:a16="http://schemas.microsoft.com/office/drawing/2014/main" id="{5F9362DA-E3AA-4A94-A411-BE81F35B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SHABBIR HUSSAIN</a:t>
            </a:r>
          </a:p>
        </p:txBody>
      </p:sp>
      <p:sp>
        <p:nvSpPr>
          <p:cNvPr id="13" name="cover-role">
            <a:extLst xmlns:a="http://schemas.openxmlformats.org/drawingml/2006/main">
              <a:ext uri="{FF2B5EF4-FFF2-40B4-BE49-F238E27FC236}">
                <a16:creationId xmlns:a16="http://schemas.microsoft.com/office/drawing/2014/main" id="{D37975B5-AF64-469D-83ED-3075B642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Technical Coordinator – TNR</a:t>
            </a:r>
          </a:p>
        </p:txBody>
      </p:sp>
      <p:sp>
        <p:nvSpPr>
          <p:cNvPr id="14" name="cover-date">
            <a:extLst xmlns:a="http://schemas.openxmlformats.org/drawingml/2006/main">
              <a:ext uri="{FF2B5EF4-FFF2-40B4-BE49-F238E27FC236}">
                <a16:creationId xmlns:a16="http://schemas.microsoft.com/office/drawing/2014/main" id="{8AE3E3D1-EFD3-42B9-90B8-C45E87F2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OFFICIAL PLATFORM OVERVIEW</a:t>
            </a:r>
          </a:p>
        </p:txBody>
      </p:sp>
      <p:sp>
        <p:nvSpPr>
          <p:cNvPr id="15" name="cover-site">
            <a:extLst xmlns:a="http://schemas.openxmlformats.org/drawingml/2006/main">
              <a:ext uri="{FF2B5EF4-FFF2-40B4-BE49-F238E27FC236}">
                <a16:creationId xmlns:a16="http://schemas.microsoft.com/office/drawing/2014/main" id="{14EF5E6F-5B5B-4085-AD4A-E5425D99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72225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EVOTEGB.COM</a:t>
            </a:r>
          </a:p>
        </p:txBody>
      </p:sp>
    </p:spTree>
    <p:extLst>
      <p:ext uri="{BB962C8B-B14F-4D97-AF65-F5344CB8AC3E}">
        <p14:creationId xmlns:p14="http://schemas.microsoft.com/office/powerpoint/2010/main" val="1306790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239B36DA-A789-4DA8-87CF-681593D4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70785405-EBF8-4D75-B846-132B9B4F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91813B-F2B2-4041-9F30-565C1C33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One platform brings TNR into view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561DBA2-7982-460D-96CD-2AAE4C28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A shared digital foundation replaces fragmented records, tools and communication.</a:t>
            </a:r>
          </a:p>
        </p:txBody>
      </p:sp>
      <p:sp>
        <p:nvSpPr>
          <p:cNvPr id="5" name="why-left-band">
            <a:extLst xmlns:a="http://schemas.openxmlformats.org/drawingml/2006/main">
              <a:ext uri="{FF2B5EF4-FFF2-40B4-BE49-F238E27FC236}">
                <a16:creationId xmlns:a16="http://schemas.microsoft.com/office/drawing/2014/main" id="{722342C8-4B79-481A-9ADE-2E51869D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1924050"/>
            <a:ext cx="3714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hy-kicker">
            <a:extLst xmlns:a="http://schemas.openxmlformats.org/drawingml/2006/main">
              <a:ext uri="{FF2B5EF4-FFF2-40B4-BE49-F238E27FC236}">
                <a16:creationId xmlns:a16="http://schemas.microsoft.com/office/drawing/2014/main" id="{41E09F91-3B50-4E4A-B897-C93EEAD2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WHY NOW</a:t>
            </a:r>
          </a:p>
        </p:txBody>
      </p:sp>
      <p:sp>
        <p:nvSpPr>
          <p:cNvPr id="7" name="why-statement">
            <a:extLst xmlns:a="http://schemas.openxmlformats.org/drawingml/2006/main">
              <a:ext uri="{FF2B5EF4-FFF2-40B4-BE49-F238E27FC236}">
                <a16:creationId xmlns:a16="http://schemas.microsoft.com/office/drawing/2014/main" id="{28C81205-4B7E-4495-98B5-0ECD75D8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reliable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source of truth.</a:t>
            </a:r>
          </a:p>
        </p:txBody>
      </p:sp>
      <p:sp>
        <p:nvSpPr>
          <p:cNvPr id="8" name="why-support">
            <a:extLst xmlns:a="http://schemas.openxmlformats.org/drawingml/2006/main">
              <a:ext uri="{FF2B5EF4-FFF2-40B4-BE49-F238E27FC236}">
                <a16:creationId xmlns:a16="http://schemas.microsoft.com/office/drawing/2014/main" id="{B6CCB1FF-F2F7-4FC8-B181-842ACFC6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457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C4D3C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C4D3CC"/>
                </a:solidFill>
                <a:latin typeface="Aptos"/>
                <a:ea typeface="Aptos"/>
                <a:cs typeface="Aptos"/>
              </a:rPr>
              <a:t>Centralization makes information easier to find, services easier to access, and decisions easier to understand.</a:t>
            </a:r>
          </a:p>
        </p:txBody>
      </p:sp>
      <p:sp>
        <p:nvSpPr>
          <p:cNvPr id="9" name="why-item-0-dot">
            <a:extLst xmlns:a="http://schemas.openxmlformats.org/drawingml/2006/main">
              <a:ext uri="{FF2B5EF4-FFF2-40B4-BE49-F238E27FC236}">
                <a16:creationId xmlns:a16="http://schemas.microsoft.com/office/drawing/2014/main" id="{AC83A03B-876C-4E03-91C9-A07611C1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610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6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hy-label-0">
            <a:extLst xmlns:a="http://schemas.openxmlformats.org/drawingml/2006/main">
              <a:ext uri="{FF2B5EF4-FFF2-40B4-BE49-F238E27FC236}">
                <a16:creationId xmlns:a16="http://schemas.microsoft.com/office/drawing/2014/main" id="{7796039D-FE71-49F5-AF99-CD489D2D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Members</a:t>
            </a:r>
          </a:p>
        </p:txBody>
      </p:sp>
      <p:sp>
        <p:nvSpPr>
          <p:cNvPr id="11" name="why-item-1-dot">
            <a:extLst xmlns:a="http://schemas.openxmlformats.org/drawingml/2006/main">
              <a:ext uri="{FF2B5EF4-FFF2-40B4-BE49-F238E27FC236}">
                <a16:creationId xmlns:a16="http://schemas.microsoft.com/office/drawing/2014/main" id="{B1F04175-21A9-44A6-A120-838FCF7D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886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6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hy-label-1">
            <a:extLst xmlns:a="http://schemas.openxmlformats.org/drawingml/2006/main">
              <a:ext uri="{FF2B5EF4-FFF2-40B4-BE49-F238E27FC236}">
                <a16:creationId xmlns:a16="http://schemas.microsoft.com/office/drawing/2014/main" id="{96DD1F52-966E-4C9B-83F2-5F047EF2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Records</a:t>
            </a:r>
          </a:p>
        </p:txBody>
      </p:sp>
      <p:sp>
        <p:nvSpPr>
          <p:cNvPr id="13" name="why-item-2-dot">
            <a:extLst xmlns:a="http://schemas.openxmlformats.org/drawingml/2006/main">
              <a:ext uri="{FF2B5EF4-FFF2-40B4-BE49-F238E27FC236}">
                <a16:creationId xmlns:a16="http://schemas.microsoft.com/office/drawing/2014/main" id="{22034228-1E56-41B2-9EDA-961BC256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162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6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hy-label-2">
            <a:extLst xmlns:a="http://schemas.openxmlformats.org/drawingml/2006/main">
              <a:ext uri="{FF2B5EF4-FFF2-40B4-BE49-F238E27FC236}">
                <a16:creationId xmlns:a16="http://schemas.microsoft.com/office/drawing/2014/main" id="{D13131DF-A0AC-42DD-98D7-7D3C5AC9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Services</a:t>
            </a:r>
          </a:p>
        </p:txBody>
      </p:sp>
      <p:sp>
        <p:nvSpPr>
          <p:cNvPr id="15" name="why-item-3-dot">
            <a:extLst xmlns:a="http://schemas.openxmlformats.org/drawingml/2006/main">
              <a:ext uri="{FF2B5EF4-FFF2-40B4-BE49-F238E27FC236}">
                <a16:creationId xmlns:a16="http://schemas.microsoft.com/office/drawing/2014/main" id="{0B8B0C71-0860-4DB3-9DDB-01104BE6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438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6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hy-label-3">
            <a:extLst xmlns:a="http://schemas.openxmlformats.org/drawingml/2006/main">
              <a:ext uri="{FF2B5EF4-FFF2-40B4-BE49-F238E27FC236}">
                <a16:creationId xmlns:a16="http://schemas.microsoft.com/office/drawing/2014/main" id="{6483C7DC-F545-4306-9BD1-BF29202E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81625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Communication</a:t>
            </a:r>
          </a:p>
        </p:txBody>
      </p:sp>
      <p:sp>
        <p:nvSpPr>
          <p:cNvPr id="17" name="why-item-4-dot">
            <a:extLst xmlns:a="http://schemas.openxmlformats.org/drawingml/2006/main">
              <a:ext uri="{FF2B5EF4-FFF2-40B4-BE49-F238E27FC236}">
                <a16:creationId xmlns:a16="http://schemas.microsoft.com/office/drawing/2014/main" id="{111A1A2D-533E-444D-BCF7-99673851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715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hy-label-4">
            <a:extLst xmlns:a="http://schemas.openxmlformats.org/drawingml/2006/main">
              <a:ext uri="{FF2B5EF4-FFF2-40B4-BE49-F238E27FC236}">
                <a16:creationId xmlns:a16="http://schemas.microsoft.com/office/drawing/2014/main" id="{A0D662B0-6592-4C88-AF7B-43F41268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785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Transparency</a:t>
            </a:r>
          </a:p>
        </p:txBody>
      </p:sp>
      <p:sp>
        <p:nvSpPr>
          <p:cNvPr id="19" name="dashboard-live-label">
            <a:extLst xmlns:a="http://schemas.openxmlformats.org/drawingml/2006/main">
              <a:ext uri="{FF2B5EF4-FFF2-40B4-BE49-F238E27FC236}">
                <a16:creationId xmlns:a16="http://schemas.microsoft.com/office/drawing/2014/main" id="{EAF84DE9-1D47-4DB1-95A9-D63E2756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24025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REAL MEMBER PORTAL VIEW</a:t>
            </a:r>
          </a:p>
        </p:txBody>
      </p:sp>
      <p:sp>
        <p:nvSpPr>
          <p:cNvPr id="20" name="dashboard-shadow">
            <a:extLst xmlns:a="http://schemas.openxmlformats.org/drawingml/2006/main">
              <a:ext uri="{FF2B5EF4-FFF2-40B4-BE49-F238E27FC236}">
                <a16:creationId xmlns:a16="http://schemas.microsoft.com/office/drawing/2014/main" id="{576BBAA9-9854-4E1F-88B9-D3CD5EC9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1962150"/>
            <a:ext cx="7029450" cy="4381500"/>
          </a:xfrm>
          <a:prstGeom xmlns:a="http://schemas.openxmlformats.org/drawingml/2006/main" prst="roundRect">
            <a:avLst>
              <a:gd name="adj" fmla="val 3913"/>
            </a:avLst>
          </a:prstGeom>
          <a:solidFill xmlns:a="http://schemas.openxmlformats.org/drawingml/2006/main">
            <a:srgbClr val="000000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ashboard-frame">
            <a:extLst xmlns:a="http://schemas.openxmlformats.org/drawingml/2006/main">
              <a:ext uri="{FF2B5EF4-FFF2-40B4-BE49-F238E27FC236}">
                <a16:creationId xmlns:a16="http://schemas.microsoft.com/office/drawing/2014/main" id="{0117537D-A96F-459F-89B7-60D2F711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1828800"/>
            <a:ext cx="7162800" cy="4381500"/>
          </a:xfrm>
          <a:prstGeom xmlns:a="http://schemas.openxmlformats.org/drawingml/2006/main" prst="roundRect">
            <a:avLst>
              <a:gd name="adj" fmla="val 39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e4951716545f3"/>
          <a:stretch xmlns:a="http://schemas.openxmlformats.org/drawingml/2006/main"/>
        </p:blipFill>
        <p:spPr>
          <a:xfrm xmlns:a="http://schemas.openxmlformats.org/drawingml/2006/main">
            <a:off x="4672445" y="1962150"/>
            <a:ext cx="6504709" cy="4114800"/>
          </a:xfrm>
          <a:prstGeom xmlns:a="http://schemas.openxmlformats.org/drawingml/2006/main" prst="rect">
            <a:avLst/>
          </a:prstGeom>
        </p:spPr>
      </p:pic>
      <p:sp>
        <p:nvSpPr>
          <p:cNvPr id="2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7F7328E9-BEAA-4C28-A123-9D18083C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24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B5CAF9A5-60DE-44AE-B6F7-F1256655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25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530B70AF-5E28-44D2-B1AE-F0EA88EE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707171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2FB052C5-F283-4D22-8F0F-D8A37210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2C2C63F8-3BD2-4B94-AE92-A9C3B195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A75FFC-B5C0-4254-B48E-20B64450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identity connects the whole community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30E7D43-B1C2-4D53-BEBF-0B9D2843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Every step builds on the one before it—ending in a connected Roundu community.</a:t>
            </a:r>
          </a:p>
        </p:txBody>
      </p:sp>
      <p:sp>
        <p:nvSpPr>
          <p:cNvPr id="5" name="vision-one">
            <a:extLst xmlns:a="http://schemas.openxmlformats.org/drawingml/2006/main">
              <a:ext uri="{FF2B5EF4-FFF2-40B4-BE49-F238E27FC236}">
                <a16:creationId xmlns:a16="http://schemas.microsoft.com/office/drawing/2014/main" id="{C9D39FE6-DA8B-4061-B369-CF98E315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3813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6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ONE</a:t>
            </a:r>
          </a:p>
        </p:txBody>
      </p:sp>
      <p:sp>
        <p:nvSpPr>
          <p:cNvPr id="6" name="vision-caption">
            <a:extLst xmlns:a="http://schemas.openxmlformats.org/drawingml/2006/main">
              <a:ext uri="{FF2B5EF4-FFF2-40B4-BE49-F238E27FC236}">
                <a16:creationId xmlns:a16="http://schemas.microsoft.com/office/drawing/2014/main" id="{C28DF3FB-512C-4C93-A844-59532372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A SIMPLE PRINCIPLE.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A COMPLETE DIGITAL FOUNDATION.</a:t>
            </a:r>
          </a:p>
        </p:txBody>
      </p:sp>
      <p:sp>
        <p:nvSpPr>
          <p:cNvPr id="7" name="vision-rule">
            <a:extLst xmlns:a="http://schemas.openxmlformats.org/drawingml/2006/main">
              <a:ext uri="{FF2B5EF4-FFF2-40B4-BE49-F238E27FC236}">
                <a16:creationId xmlns:a16="http://schemas.microsoft.com/office/drawing/2014/main" id="{9BE06286-A7C1-4E86-A043-85A51258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6863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6552"/>
            </a:solidFill>
            <a:prstDash val="solid"/>
          </a:ln>
        </p:spPr>
      </p:sp>
      <p:sp>
        <p:nvSpPr>
          <p:cNvPr id="8" name="vision-promise">
            <a:extLst xmlns:a="http://schemas.openxmlformats.org/drawingml/2006/main">
              <a:ext uri="{FF2B5EF4-FFF2-40B4-BE49-F238E27FC236}">
                <a16:creationId xmlns:a16="http://schemas.microsoft.com/office/drawing/2014/main" id="{F8E2029C-360A-48F6-9351-ED1F2580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Identity becomes the bridge between people, services, governance and opportunity.</a:t>
            </a:r>
          </a:p>
        </p:txBody>
      </p:sp>
      <p:sp>
        <p:nvSpPr>
          <p:cNvPr id="9" name="vision-spine">
            <a:extLst xmlns:a="http://schemas.openxmlformats.org/drawingml/2006/main">
              <a:ext uri="{FF2B5EF4-FFF2-40B4-BE49-F238E27FC236}">
                <a16:creationId xmlns:a16="http://schemas.microsoft.com/office/drawing/2014/main" id="{76EA1BF7-669F-4A1A-B4E3-1CAA5422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91075" y="23241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6A15B"/>
            </a:solidFill>
            <a:prstDash val="solid"/>
          </a:ln>
        </p:spPr>
      </p:sp>
      <p:sp>
        <p:nvSpPr>
          <p:cNvPr id="10" name="vision-node-0">
            <a:extLst xmlns:a="http://schemas.openxmlformats.org/drawingml/2006/main">
              <a:ext uri="{FF2B5EF4-FFF2-40B4-BE49-F238E27FC236}">
                <a16:creationId xmlns:a16="http://schemas.microsoft.com/office/drawing/2014/main" id="{872DAAC2-15E3-44B1-AF27-165C3CA2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2266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11" name="vision-num-0">
            <a:extLst xmlns:a="http://schemas.openxmlformats.org/drawingml/2006/main">
              <a:ext uri="{FF2B5EF4-FFF2-40B4-BE49-F238E27FC236}">
                <a16:creationId xmlns:a16="http://schemas.microsoft.com/office/drawing/2014/main" id="{6BDD61FC-1764-4F80-A049-EAC54B59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764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7ae480e3643bd">
            <a:extLst>
              <a:ext uri="{96DAC541-7B7A-43D3-8B79-37D633B846F1}">
                <asvg:svgBlip xmlns:asvg="http://schemas.microsoft.com/office/drawing/2016/SVG/main" r:embed="Rdee9ddf9831545c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21240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3" name="vision-label-0">
            <a:extLst xmlns:a="http://schemas.openxmlformats.org/drawingml/2006/main">
              <a:ext uri="{FF2B5EF4-FFF2-40B4-BE49-F238E27FC236}">
                <a16:creationId xmlns:a16="http://schemas.microsoft.com/office/drawing/2014/main" id="{9E3FC47C-66FD-4642-B05D-915ED761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669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Member</a:t>
            </a:r>
          </a:p>
        </p:txBody>
      </p:sp>
      <p:sp>
        <p:nvSpPr>
          <p:cNvPr id="14" name="vision-desc-0">
            <a:extLst xmlns:a="http://schemas.openxmlformats.org/drawingml/2006/main">
              <a:ext uri="{FF2B5EF4-FFF2-40B4-BE49-F238E27FC236}">
                <a16:creationId xmlns:a16="http://schemas.microsoft.com/office/drawing/2014/main" id="{CE33A7AA-6B3B-485F-8D83-94E1D6FE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Recognized in the community</a:t>
            </a:r>
          </a:p>
        </p:txBody>
      </p:sp>
      <p:sp>
        <p:nvSpPr>
          <p:cNvPr id="15" name="vision-node-1">
            <a:extLst xmlns:a="http://schemas.openxmlformats.org/drawingml/2006/main">
              <a:ext uri="{FF2B5EF4-FFF2-40B4-BE49-F238E27FC236}">
                <a16:creationId xmlns:a16="http://schemas.microsoft.com/office/drawing/2014/main" id="{2B7B2790-F5D1-4375-BF3D-AD9224E1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3057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16" name="vision-num-1">
            <a:extLst xmlns:a="http://schemas.openxmlformats.org/drawingml/2006/main">
              <a:ext uri="{FF2B5EF4-FFF2-40B4-BE49-F238E27FC236}">
                <a16:creationId xmlns:a16="http://schemas.microsoft.com/office/drawing/2014/main" id="{F455FB69-34A4-4B2D-ABD7-B814BBFF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670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4a78984f1467e">
            <a:extLst>
              <a:ext uri="{96DAC541-7B7A-43D3-8B79-37D633B846F1}">
                <asvg:svgBlip xmlns:asvg="http://schemas.microsoft.com/office/drawing/2016/SVG/main" r:embed="R3a8495ad2b99463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29146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8" name="vision-label-1">
            <a:extLst xmlns:a="http://schemas.openxmlformats.org/drawingml/2006/main">
              <a:ext uri="{FF2B5EF4-FFF2-40B4-BE49-F238E27FC236}">
                <a16:creationId xmlns:a16="http://schemas.microsoft.com/office/drawing/2014/main" id="{0EB28262-4E78-47B5-91CD-46FD1D94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Profile</a:t>
            </a:r>
          </a:p>
        </p:txBody>
      </p:sp>
      <p:sp>
        <p:nvSpPr>
          <p:cNvPr id="19" name="vision-desc-1">
            <a:extLst xmlns:a="http://schemas.openxmlformats.org/drawingml/2006/main">
              <a:ext uri="{FF2B5EF4-FFF2-40B4-BE49-F238E27FC236}">
                <a16:creationId xmlns:a16="http://schemas.microsoft.com/office/drawing/2014/main" id="{758D2F9E-3D82-4B5C-AD05-2B43AF81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289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Always-current member record</a:t>
            </a:r>
          </a:p>
        </p:txBody>
      </p:sp>
      <p:sp>
        <p:nvSpPr>
          <p:cNvPr id="20" name="vision-node-2">
            <a:extLst xmlns:a="http://schemas.openxmlformats.org/drawingml/2006/main">
              <a:ext uri="{FF2B5EF4-FFF2-40B4-BE49-F238E27FC236}">
                <a16:creationId xmlns:a16="http://schemas.microsoft.com/office/drawing/2014/main" id="{6C4A65B8-E6AD-44C4-9F2F-BEBADF98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3848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21" name="vision-num-2">
            <a:extLst xmlns:a="http://schemas.openxmlformats.org/drawingml/2006/main">
              <a:ext uri="{FF2B5EF4-FFF2-40B4-BE49-F238E27FC236}">
                <a16:creationId xmlns:a16="http://schemas.microsoft.com/office/drawing/2014/main" id="{B785D281-C154-40DA-A468-AA5BBB50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576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94d129d404cb4">
            <a:extLst>
              <a:ext uri="{96DAC541-7B7A-43D3-8B79-37D633B846F1}">
                <asvg:svgBlip xmlns:asvg="http://schemas.microsoft.com/office/drawing/2016/SVG/main" r:embed="R6b7a51629dde4f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37052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3" name="vision-label-2">
            <a:extLst xmlns:a="http://schemas.openxmlformats.org/drawingml/2006/main">
              <a:ext uri="{FF2B5EF4-FFF2-40B4-BE49-F238E27FC236}">
                <a16:creationId xmlns:a16="http://schemas.microsoft.com/office/drawing/2014/main" id="{53B33804-4A5F-4F9F-9C7E-E3C377FF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480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Digital Identity</a:t>
            </a:r>
          </a:p>
        </p:txBody>
      </p:sp>
      <p:sp>
        <p:nvSpPr>
          <p:cNvPr id="24" name="vision-desc-2">
            <a:extLst xmlns:a="http://schemas.openxmlformats.org/drawingml/2006/main">
              <a:ext uri="{FF2B5EF4-FFF2-40B4-BE49-F238E27FC236}">
                <a16:creationId xmlns:a16="http://schemas.microsoft.com/office/drawing/2014/main" id="{F04DB357-1CD1-4745-8DFA-B517FB75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9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Trusted credentials and access</a:t>
            </a:r>
          </a:p>
        </p:txBody>
      </p:sp>
      <p:sp>
        <p:nvSpPr>
          <p:cNvPr id="25" name="vision-node-3">
            <a:extLst xmlns:a="http://schemas.openxmlformats.org/drawingml/2006/main">
              <a:ext uri="{FF2B5EF4-FFF2-40B4-BE49-F238E27FC236}">
                <a16:creationId xmlns:a16="http://schemas.microsoft.com/office/drawing/2014/main" id="{6286A025-8CD7-4E51-89E4-2BC30B44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4638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26" name="vision-num-3">
            <a:extLst xmlns:a="http://schemas.openxmlformats.org/drawingml/2006/main">
              <a:ext uri="{FF2B5EF4-FFF2-40B4-BE49-F238E27FC236}">
                <a16:creationId xmlns:a16="http://schemas.microsoft.com/office/drawing/2014/main" id="{81CDE806-C7CE-46D9-89B6-5101B5A4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481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8a562a47b49a7">
            <a:extLst>
              <a:ext uri="{96DAC541-7B7A-43D3-8B79-37D633B846F1}">
                <asvg:svgBlip xmlns:asvg="http://schemas.microsoft.com/office/drawing/2016/SVG/main" r:embed="Rd5ca2d6e90e04b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44958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8" name="vision-label-3">
            <a:extLst xmlns:a="http://schemas.openxmlformats.org/drawingml/2006/main">
              <a:ext uri="{FF2B5EF4-FFF2-40B4-BE49-F238E27FC236}">
                <a16:creationId xmlns:a16="http://schemas.microsoft.com/office/drawing/2014/main" id="{A9DFABAD-F897-4B52-94D2-A4A68584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Centralized Database</a:t>
            </a:r>
          </a:p>
        </p:txBody>
      </p:sp>
      <p:sp>
        <p:nvSpPr>
          <p:cNvPr id="29" name="vision-desc-3">
            <a:extLst xmlns:a="http://schemas.openxmlformats.org/drawingml/2006/main">
              <a:ext uri="{FF2B5EF4-FFF2-40B4-BE49-F238E27FC236}">
                <a16:creationId xmlns:a16="http://schemas.microsoft.com/office/drawing/2014/main" id="{479C1886-B8E6-4EE7-B8BA-AC490EF0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01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A shared source of truth</a:t>
            </a:r>
          </a:p>
        </p:txBody>
      </p:sp>
      <p:sp>
        <p:nvSpPr>
          <p:cNvPr id="30" name="vision-node-4">
            <a:extLst xmlns:a="http://schemas.openxmlformats.org/drawingml/2006/main">
              <a:ext uri="{FF2B5EF4-FFF2-40B4-BE49-F238E27FC236}">
                <a16:creationId xmlns:a16="http://schemas.microsoft.com/office/drawing/2014/main" id="{49964A63-6A46-43CB-8FBD-F9BFEF4C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5429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31" name="vision-num-4">
            <a:extLst xmlns:a="http://schemas.openxmlformats.org/drawingml/2006/main">
              <a:ext uri="{FF2B5EF4-FFF2-40B4-BE49-F238E27FC236}">
                <a16:creationId xmlns:a16="http://schemas.microsoft.com/office/drawing/2014/main" id="{9D78F1C8-35B9-405A-853C-40A1B8AD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238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c18b7f3d2458e">
            <a:extLst>
              <a:ext uri="{96DAC541-7B7A-43D3-8B79-37D633B846F1}">
                <asvg:svgBlip xmlns:asvg="http://schemas.microsoft.com/office/drawing/2016/SVG/main" r:embed="R7ff935c07d6642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52863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3" name="vision-label-4">
            <a:extLst xmlns:a="http://schemas.openxmlformats.org/drawingml/2006/main">
              <a:ext uri="{FF2B5EF4-FFF2-40B4-BE49-F238E27FC236}">
                <a16:creationId xmlns:a16="http://schemas.microsoft.com/office/drawing/2014/main" id="{3DB0D937-0E94-47CC-BF03-95D3CDC5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292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Connected Community</a:t>
            </a:r>
          </a:p>
        </p:txBody>
      </p:sp>
      <p:sp>
        <p:nvSpPr>
          <p:cNvPr id="34" name="vision-desc-4">
            <a:extLst xmlns:a="http://schemas.openxmlformats.org/drawingml/2006/main">
              <a:ext uri="{FF2B5EF4-FFF2-40B4-BE49-F238E27FC236}">
                <a16:creationId xmlns:a16="http://schemas.microsoft.com/office/drawing/2014/main" id="{7B3D0C2A-6688-46B5-A3DA-67E78345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00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People, services and opportunity</a:t>
            </a:r>
          </a:p>
        </p:txBody>
      </p:sp>
      <p:sp>
        <p:nvSpPr>
          <p:cNvPr id="35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3AE12AAB-F7F6-4C3B-B2E1-AE90AB7E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6552"/>
            </a:solidFill>
            <a:prstDash val="solid"/>
          </a:ln>
        </p:spPr>
      </p:sp>
      <p:sp>
        <p:nvSpPr>
          <p:cNvPr id="36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4F35A833-3463-4F70-B6C6-AA2E6CC1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37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50930C28-C14D-47D8-8224-2B4C8E28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184297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8F126ADB-482A-4BE5-8729-59683293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0256F93D-33C4-44D5-B1D5-DCC68CE4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163EF7-32E2-4170-95D4-15FFDC9D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Ten completed modules form one operating layer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1D27715-5B56-4101-81A0-713590B8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Member experience, trusted verification, organizational management and shared data.</a:t>
            </a:r>
          </a:p>
        </p:txBody>
      </p:sp>
      <p:sp>
        <p:nvSpPr>
          <p:cNvPr id="5" name="modules-stat-band">
            <a:extLst xmlns:a="http://schemas.openxmlformats.org/drawingml/2006/main">
              <a:ext uri="{FF2B5EF4-FFF2-40B4-BE49-F238E27FC236}">
                <a16:creationId xmlns:a16="http://schemas.microsoft.com/office/drawing/2014/main" id="{8368B94F-31EA-4B8F-AB74-3AAEC9EC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1914525"/>
            <a:ext cx="3143250" cy="410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odules-big-number">
            <a:extLst xmlns:a="http://schemas.openxmlformats.org/drawingml/2006/main">
              <a:ext uri="{FF2B5EF4-FFF2-40B4-BE49-F238E27FC236}">
                <a16:creationId xmlns:a16="http://schemas.microsoft.com/office/drawing/2014/main" id="{37196B9A-53F2-4E69-B6E6-873A46CF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095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76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7" name="modules-stat-title">
            <a:extLst xmlns:a="http://schemas.openxmlformats.org/drawingml/2006/main">
              <a:ext uri="{FF2B5EF4-FFF2-40B4-BE49-F238E27FC236}">
                <a16:creationId xmlns:a16="http://schemas.microsoft.com/office/drawing/2014/main" id="{4E46A899-0B52-4244-A8F6-167B69D7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COMPLETED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MODULES</a:t>
            </a:r>
          </a:p>
        </p:txBody>
      </p:sp>
      <p:sp>
        <p:nvSpPr>
          <p:cNvPr id="8" name="modules-stat-rule">
            <a:extLst xmlns:a="http://schemas.openxmlformats.org/drawingml/2006/main">
              <a:ext uri="{FF2B5EF4-FFF2-40B4-BE49-F238E27FC236}">
                <a16:creationId xmlns:a16="http://schemas.microsoft.com/office/drawing/2014/main" id="{22CB8723-5B18-4537-BF29-734E22BE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7750" y="4524375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sp>
        <p:nvSpPr>
          <p:cNvPr id="9" name="modules-stat-copy">
            <a:extLst xmlns:a="http://schemas.openxmlformats.org/drawingml/2006/main">
              <a:ext uri="{FF2B5EF4-FFF2-40B4-BE49-F238E27FC236}">
                <a16:creationId xmlns:a16="http://schemas.microsoft.com/office/drawing/2014/main" id="{6C356090-56AB-48FB-A198-231BCF61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965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0" i="0">
                <a:solidFill>
                  <a:srgbClr val="C4D3C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C4D3CC"/>
                </a:solidFill>
                <a:latin typeface="Aptos"/>
                <a:ea typeface="Aptos"/>
                <a:cs typeface="Aptos"/>
              </a:rPr>
              <a:t>Designed to work together as one digital ecosystem.</a:t>
            </a:r>
          </a:p>
        </p:txBody>
      </p:sp>
      <p:sp>
        <p:nvSpPr>
          <p:cNvPr id="10" name="modules-left-header">
            <a:extLst xmlns:a="http://schemas.openxmlformats.org/drawingml/2006/main">
              <a:ext uri="{FF2B5EF4-FFF2-40B4-BE49-F238E27FC236}">
                <a16:creationId xmlns:a16="http://schemas.microsoft.com/office/drawing/2014/main" id="{629E2187-E109-48CE-87E7-62710A49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76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CONNECTED EXPERIENCE</a:t>
            </a:r>
          </a:p>
        </p:txBody>
      </p:sp>
      <p:sp>
        <p:nvSpPr>
          <p:cNvPr id="11" name="modules-right-header">
            <a:extLst xmlns:a="http://schemas.openxmlformats.org/drawingml/2006/main">
              <a:ext uri="{FF2B5EF4-FFF2-40B4-BE49-F238E27FC236}">
                <a16:creationId xmlns:a16="http://schemas.microsoft.com/office/drawing/2014/main" id="{AA2FF9FD-5F3A-4BB9-BEC7-ED26F3EE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76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TRUSTED OPERATIONS</a:t>
            </a:r>
          </a:p>
        </p:txBody>
      </p:sp>
      <p:sp>
        <p:nvSpPr>
          <p:cNvPr id="12" name="modules-divider">
            <a:extLst xmlns:a="http://schemas.openxmlformats.org/drawingml/2006/main">
              <a:ext uri="{FF2B5EF4-FFF2-40B4-BE49-F238E27FC236}">
                <a16:creationId xmlns:a16="http://schemas.microsoft.com/office/drawing/2014/main" id="{12A87731-ACF9-4810-94FD-5E8D1BC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39000" y="209550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13" name="module-left-0-disc">
            <a:extLst xmlns:a="http://schemas.openxmlformats.org/drawingml/2006/main">
              <a:ext uri="{FF2B5EF4-FFF2-40B4-BE49-F238E27FC236}">
                <a16:creationId xmlns:a16="http://schemas.microsoft.com/office/drawing/2014/main" id="{7147DD51-C3C9-41CE-874D-A6EC0519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a7d10d30547f9">
            <a:extLst>
              <a:ext uri="{96DAC541-7B7A-43D3-8B79-37D633B846F1}">
                <asvg:svgBlip xmlns:asvg="http://schemas.microsoft.com/office/drawing/2016/SVG/main" r:embed="R83baabcf3be149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38563" y="25574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5" name="module-left-0-label">
            <a:extLst xmlns:a="http://schemas.openxmlformats.org/drawingml/2006/main">
              <a:ext uri="{FF2B5EF4-FFF2-40B4-BE49-F238E27FC236}">
                <a16:creationId xmlns:a16="http://schemas.microsoft.com/office/drawing/2014/main" id="{CF30F90C-D4E4-4C9D-9317-C542EC64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479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Membership Portal</a:t>
            </a:r>
          </a:p>
        </p:txBody>
      </p:sp>
      <p:sp>
        <p:nvSpPr>
          <p:cNvPr id="16" name="module-left-1-disc">
            <a:extLst xmlns:a="http://schemas.openxmlformats.org/drawingml/2006/main">
              <a:ext uri="{FF2B5EF4-FFF2-40B4-BE49-F238E27FC236}">
                <a16:creationId xmlns:a16="http://schemas.microsoft.com/office/drawing/2014/main" id="{5D137BDE-0439-4B60-91E6-3B7C4BCC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3105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01261b0bb4735">
            <a:extLst>
              <a:ext uri="{96DAC541-7B7A-43D3-8B79-37D633B846F1}">
                <asvg:svgBlip xmlns:asvg="http://schemas.microsoft.com/office/drawing/2016/SVG/main" r:embed="R1c032385abe7419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38563" y="32051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8" name="module-left-1-label">
            <a:extLst xmlns:a="http://schemas.openxmlformats.org/drawingml/2006/main">
              <a:ext uri="{FF2B5EF4-FFF2-40B4-BE49-F238E27FC236}">
                <a16:creationId xmlns:a16="http://schemas.microsoft.com/office/drawing/2014/main" id="{31256E28-42AC-4FCB-B1FF-361298BA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956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Digital Membership Card</a:t>
            </a:r>
          </a:p>
        </p:txBody>
      </p:sp>
      <p:sp>
        <p:nvSpPr>
          <p:cNvPr id="19" name="module-left-2-disc">
            <a:extLst xmlns:a="http://schemas.openxmlformats.org/drawingml/2006/main">
              <a:ext uri="{FF2B5EF4-FFF2-40B4-BE49-F238E27FC236}">
                <a16:creationId xmlns:a16="http://schemas.microsoft.com/office/drawing/2014/main" id="{B6409F8A-51BC-4D4C-8CEE-442F61EB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3752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70a6a58324c22">
            <a:extLst>
              <a:ext uri="{96DAC541-7B7A-43D3-8B79-37D633B846F1}">
                <asvg:svgBlip xmlns:asvg="http://schemas.microsoft.com/office/drawing/2016/SVG/main" r:embed="Rb652279f0bf843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38563" y="38528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1" name="module-left-2-label">
            <a:extLst xmlns:a="http://schemas.openxmlformats.org/drawingml/2006/main">
              <a:ext uri="{FF2B5EF4-FFF2-40B4-BE49-F238E27FC236}">
                <a16:creationId xmlns:a16="http://schemas.microsoft.com/office/drawing/2014/main" id="{F085164F-CEB7-443E-A659-8F964CC8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433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QR Verification</a:t>
            </a:r>
          </a:p>
        </p:txBody>
      </p:sp>
      <p:sp>
        <p:nvSpPr>
          <p:cNvPr id="22" name="module-left-3-disc">
            <a:extLst xmlns:a="http://schemas.openxmlformats.org/drawingml/2006/main">
              <a:ext uri="{FF2B5EF4-FFF2-40B4-BE49-F238E27FC236}">
                <a16:creationId xmlns:a16="http://schemas.microsoft.com/office/drawing/2014/main" id="{97838C93-B892-4D09-BDEA-844AF75A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4400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d0e24a881454d">
            <a:extLst>
              <a:ext uri="{96DAC541-7B7A-43D3-8B79-37D633B846F1}">
                <asvg:svgBlip xmlns:asvg="http://schemas.microsoft.com/office/drawing/2016/SVG/main" r:embed="R9274f4f9080544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38563" y="45005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4" name="module-left-3-label">
            <a:extLst xmlns:a="http://schemas.openxmlformats.org/drawingml/2006/main">
              <a:ext uri="{FF2B5EF4-FFF2-40B4-BE49-F238E27FC236}">
                <a16:creationId xmlns:a16="http://schemas.microsoft.com/office/drawing/2014/main" id="{17AF1288-5A43-4615-BD05-26E049D8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910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Certificate Verification</a:t>
            </a:r>
          </a:p>
        </p:txBody>
      </p:sp>
      <p:sp>
        <p:nvSpPr>
          <p:cNvPr id="25" name="module-left-4-disc">
            <a:extLst xmlns:a="http://schemas.openxmlformats.org/drawingml/2006/main">
              <a:ext uri="{FF2B5EF4-FFF2-40B4-BE49-F238E27FC236}">
                <a16:creationId xmlns:a16="http://schemas.microsoft.com/office/drawing/2014/main" id="{56670BD0-4D84-42CA-BAB8-E685EF80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5048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1b10221f74067">
            <a:extLst>
              <a:ext uri="{96DAC541-7B7A-43D3-8B79-37D633B846F1}">
                <asvg:svgBlip xmlns:asvg="http://schemas.microsoft.com/office/drawing/2016/SVG/main" r:embed="R19e335ff9e674f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38563" y="51482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module-left-4-label">
            <a:extLst xmlns:a="http://schemas.openxmlformats.org/drawingml/2006/main">
              <a:ext uri="{FF2B5EF4-FFF2-40B4-BE49-F238E27FC236}">
                <a16:creationId xmlns:a16="http://schemas.microsoft.com/office/drawing/2014/main" id="{5263C5F8-9F14-49AA-B3B5-BCCEBC6C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387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CV Builder</a:t>
            </a:r>
          </a:p>
        </p:txBody>
      </p:sp>
      <p:sp>
        <p:nvSpPr>
          <p:cNvPr id="28" name="module-right-0-disc">
            <a:extLst xmlns:a="http://schemas.openxmlformats.org/drawingml/2006/main">
              <a:ext uri="{FF2B5EF4-FFF2-40B4-BE49-F238E27FC236}">
                <a16:creationId xmlns:a16="http://schemas.microsoft.com/office/drawing/2014/main" id="{74855E45-B3D0-4560-BF50-146323EE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e06f74c544d31">
            <a:extLst>
              <a:ext uri="{96DAC541-7B7A-43D3-8B79-37D633B846F1}">
                <asvg:svgBlip xmlns:asvg="http://schemas.microsoft.com/office/drawing/2016/SVG/main" r:embed="R81b08569cad349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00963" y="25574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0" name="module-right-0-label">
            <a:extLst xmlns:a="http://schemas.openxmlformats.org/drawingml/2006/main">
              <a:ext uri="{FF2B5EF4-FFF2-40B4-BE49-F238E27FC236}">
                <a16:creationId xmlns:a16="http://schemas.microsoft.com/office/drawing/2014/main" id="{BB06EE52-9E41-4D0C-BB5E-B9F13841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479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AI Assistant</a:t>
            </a:r>
          </a:p>
        </p:txBody>
      </p:sp>
      <p:sp>
        <p:nvSpPr>
          <p:cNvPr id="31" name="module-right-1-disc">
            <a:extLst xmlns:a="http://schemas.openxmlformats.org/drawingml/2006/main">
              <a:ext uri="{FF2B5EF4-FFF2-40B4-BE49-F238E27FC236}">
                <a16:creationId xmlns:a16="http://schemas.microsoft.com/office/drawing/2014/main" id="{37CDBD4D-58C4-428C-8234-5D7B0C59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3105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38252d7fb4a82">
            <a:extLst>
              <a:ext uri="{96DAC541-7B7A-43D3-8B79-37D633B846F1}">
                <asvg:svgBlip xmlns:asvg="http://schemas.microsoft.com/office/drawing/2016/SVG/main" r:embed="Rf1a3e48dd8b641b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00963" y="32051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3" name="module-right-1-label">
            <a:extLst xmlns:a="http://schemas.openxmlformats.org/drawingml/2006/main">
              <a:ext uri="{FF2B5EF4-FFF2-40B4-BE49-F238E27FC236}">
                <a16:creationId xmlns:a16="http://schemas.microsoft.com/office/drawing/2014/main" id="{F8BAEE1E-77CC-43DA-9FA6-925E2656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956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Election Management System</a:t>
            </a:r>
          </a:p>
        </p:txBody>
      </p:sp>
      <p:sp>
        <p:nvSpPr>
          <p:cNvPr id="34" name="module-right-2-disc">
            <a:extLst xmlns:a="http://schemas.openxmlformats.org/drawingml/2006/main">
              <a:ext uri="{FF2B5EF4-FFF2-40B4-BE49-F238E27FC236}">
                <a16:creationId xmlns:a16="http://schemas.microsoft.com/office/drawing/2014/main" id="{CE42E330-A0A7-45BE-9D90-330AA1B3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3752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cf29d0e494eff">
            <a:extLst>
              <a:ext uri="{96DAC541-7B7A-43D3-8B79-37D633B846F1}">
                <asvg:svgBlip xmlns:asvg="http://schemas.microsoft.com/office/drawing/2016/SVG/main" r:embed="Rf874dff3904448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00963" y="38528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6" name="module-right-2-label">
            <a:extLst xmlns:a="http://schemas.openxmlformats.org/drawingml/2006/main">
              <a:ext uri="{FF2B5EF4-FFF2-40B4-BE49-F238E27FC236}">
                <a16:creationId xmlns:a16="http://schemas.microsoft.com/office/drawing/2014/main" id="{F9B5AD8E-99A0-483B-AB26-F12B4AB4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433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CEC Portal</a:t>
            </a:r>
          </a:p>
        </p:txBody>
      </p:sp>
      <p:sp>
        <p:nvSpPr>
          <p:cNvPr id="37" name="module-right-3-disc">
            <a:extLst xmlns:a="http://schemas.openxmlformats.org/drawingml/2006/main">
              <a:ext uri="{FF2B5EF4-FFF2-40B4-BE49-F238E27FC236}">
                <a16:creationId xmlns:a16="http://schemas.microsoft.com/office/drawing/2014/main" id="{559FE144-935D-4D53-892A-43789D81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4400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938f72f4724e19">
            <a:extLst>
              <a:ext uri="{96DAC541-7B7A-43D3-8B79-37D633B846F1}">
                <asvg:svgBlip xmlns:asvg="http://schemas.microsoft.com/office/drawing/2016/SVG/main" r:embed="Rbf6da167e2b4499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00963" y="45005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9" name="module-right-3-label">
            <a:extLst xmlns:a="http://schemas.openxmlformats.org/drawingml/2006/main">
              <a:ext uri="{FF2B5EF4-FFF2-40B4-BE49-F238E27FC236}">
                <a16:creationId xmlns:a16="http://schemas.microsoft.com/office/drawing/2014/main" id="{B6B08A66-A168-48F6-AED5-AF65912C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910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Advisory Council Portal</a:t>
            </a:r>
          </a:p>
        </p:txBody>
      </p:sp>
      <p:sp>
        <p:nvSpPr>
          <p:cNvPr id="40" name="module-right-4-disc">
            <a:extLst xmlns:a="http://schemas.openxmlformats.org/drawingml/2006/main">
              <a:ext uri="{FF2B5EF4-FFF2-40B4-BE49-F238E27FC236}">
                <a16:creationId xmlns:a16="http://schemas.microsoft.com/office/drawing/2014/main" id="{D5318B6F-7829-4835-AEEE-84DF97CF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5048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f8637c62246d5">
            <a:extLst>
              <a:ext uri="{96DAC541-7B7A-43D3-8B79-37D633B846F1}">
                <asvg:svgBlip xmlns:asvg="http://schemas.microsoft.com/office/drawing/2016/SVG/main" r:embed="Rdbaecc374e11417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00963" y="51482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42" name="module-right-4-label">
            <a:extLst xmlns:a="http://schemas.openxmlformats.org/drawingml/2006/main">
              <a:ext uri="{FF2B5EF4-FFF2-40B4-BE49-F238E27FC236}">
                <a16:creationId xmlns:a16="http://schemas.microsoft.com/office/drawing/2014/main" id="{DDDD141D-9E96-4C73-930D-0C661A63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387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Centralized Community Database</a:t>
            </a:r>
          </a:p>
        </p:txBody>
      </p:sp>
      <p:sp>
        <p:nvSpPr>
          <p:cNvPr id="4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CDDE5AC9-EB6B-47A1-8167-AF4DA70D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44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C6D730AF-6DBD-444C-9E6C-692F9039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5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A6462B2C-DCD4-4E44-BF11-5B61682D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167501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28820752-A4AE-401C-9461-3C95C96C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22390436-CBDC-41EA-9212-4A4DBDC6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5C3017-25F8-40C1-B1FF-FBCD829C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Membership becomes one clear digital journey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F7AFB23-A9BC-4A60-BB04-7725A2F7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A visible path from first registration to full access.</a:t>
            </a:r>
          </a:p>
        </p:txBody>
      </p:sp>
      <p:sp>
        <p:nvSpPr>
          <p:cNvPr id="5" name="journey-track">
            <a:extLst xmlns:a="http://schemas.openxmlformats.org/drawingml/2006/main">
              <a:ext uri="{FF2B5EF4-FFF2-40B4-BE49-F238E27FC236}">
                <a16:creationId xmlns:a16="http://schemas.microsoft.com/office/drawing/2014/main" id="{DAF9F925-AECB-4188-B9E3-1B8AA0FC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6800" y="3476625"/>
            <a:ext cx="1005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sp>
        <p:nvSpPr>
          <p:cNvPr id="6" name="journey-arrow-0">
            <a:extLst xmlns:a="http://schemas.openxmlformats.org/drawingml/2006/main">
              <a:ext uri="{FF2B5EF4-FFF2-40B4-BE49-F238E27FC236}">
                <a16:creationId xmlns:a16="http://schemas.microsoft.com/office/drawing/2014/main" id="{106ACEC2-EE86-4F5E-8D5E-B6A33CAF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3381375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journey-arrow-1">
            <a:extLst xmlns:a="http://schemas.openxmlformats.org/drawingml/2006/main">
              <a:ext uri="{FF2B5EF4-FFF2-40B4-BE49-F238E27FC236}">
                <a16:creationId xmlns:a16="http://schemas.microsoft.com/office/drawing/2014/main" id="{671079CA-9C8D-476E-BB0B-E2CB8187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3381375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journey-arrow-2">
            <a:extLst xmlns:a="http://schemas.openxmlformats.org/drawingml/2006/main">
              <a:ext uri="{FF2B5EF4-FFF2-40B4-BE49-F238E27FC236}">
                <a16:creationId xmlns:a16="http://schemas.microsoft.com/office/drawing/2014/main" id="{856BFF18-8154-4450-8328-D847FE63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2200" y="3381375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journey-arrow-3">
            <a:extLst xmlns:a="http://schemas.openxmlformats.org/drawingml/2006/main">
              <a:ext uri="{FF2B5EF4-FFF2-40B4-BE49-F238E27FC236}">
                <a16:creationId xmlns:a16="http://schemas.microsoft.com/office/drawing/2014/main" id="{C8EA3993-CA35-4201-989B-A0056752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3381375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journey-arrow-4">
            <a:extLst xmlns:a="http://schemas.openxmlformats.org/drawingml/2006/main">
              <a:ext uri="{FF2B5EF4-FFF2-40B4-BE49-F238E27FC236}">
                <a16:creationId xmlns:a16="http://schemas.microsoft.com/office/drawing/2014/main" id="{B6357386-DC3C-45D7-B0AB-DA856E41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4100" y="3381375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journey-step-0">
            <a:extLst xmlns:a="http://schemas.openxmlformats.org/drawingml/2006/main">
              <a:ext uri="{FF2B5EF4-FFF2-40B4-BE49-F238E27FC236}">
                <a16:creationId xmlns:a16="http://schemas.microsoft.com/office/drawing/2014/main" id="{5E13B43A-DC81-4ECD-8F09-F1D615F6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2" name="journey-node-0">
            <a:extLst xmlns:a="http://schemas.openxmlformats.org/drawingml/2006/main">
              <a:ext uri="{FF2B5EF4-FFF2-40B4-BE49-F238E27FC236}">
                <a16:creationId xmlns:a16="http://schemas.microsoft.com/office/drawing/2014/main" id="{99B343C1-6925-44E3-AF81-1A9438BF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2833450544512">
            <a:extLst>
              <a:ext uri="{96DAC541-7B7A-43D3-8B79-37D633B846F1}">
                <asvg:svgBlip xmlns:asvg="http://schemas.microsoft.com/office/drawing/2016/SVG/main" r:embed="Rd242c80c692246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9062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14" name="journey-label-0">
            <a:extLst xmlns:a="http://schemas.openxmlformats.org/drawingml/2006/main">
              <a:ext uri="{FF2B5EF4-FFF2-40B4-BE49-F238E27FC236}">
                <a16:creationId xmlns:a16="http://schemas.microsoft.com/office/drawing/2014/main" id="{98826281-14C9-4DD0-877F-6219A6A5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Registration</a:t>
            </a:r>
          </a:p>
        </p:txBody>
      </p:sp>
      <p:sp>
        <p:nvSpPr>
          <p:cNvPr id="15" name="journey-desc-0">
            <a:extLst xmlns:a="http://schemas.openxmlformats.org/drawingml/2006/main">
              <a:ext uri="{FF2B5EF4-FFF2-40B4-BE49-F238E27FC236}">
                <a16:creationId xmlns:a16="http://schemas.microsoft.com/office/drawing/2014/main" id="{75F63811-E4D8-4813-ACC3-B9AA45FB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Create account</a:t>
            </a:r>
          </a:p>
        </p:txBody>
      </p:sp>
      <p:sp>
        <p:nvSpPr>
          <p:cNvPr id="16" name="journey-step-1">
            <a:extLst xmlns:a="http://schemas.openxmlformats.org/drawingml/2006/main">
              <a:ext uri="{FF2B5EF4-FFF2-40B4-BE49-F238E27FC236}">
                <a16:creationId xmlns:a16="http://schemas.microsoft.com/office/drawing/2014/main" id="{B3C8832C-4AAC-49F3-BB43-5804E668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7" name="journey-node-1">
            <a:extLst xmlns:a="http://schemas.openxmlformats.org/drawingml/2006/main">
              <a:ext uri="{FF2B5EF4-FFF2-40B4-BE49-F238E27FC236}">
                <a16:creationId xmlns:a16="http://schemas.microsoft.com/office/drawing/2014/main" id="{33A41C42-5D58-44B6-B2E2-5683F975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3e66648d548ff">
            <a:extLst>
              <a:ext uri="{96DAC541-7B7A-43D3-8B79-37D633B846F1}">
                <asvg:svgBlip xmlns:asvg="http://schemas.microsoft.com/office/drawing/2016/SVG/main" r:embed="R78a01b756b8144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7657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19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FB2CFBFE-9A53-4127-BCB5-09A70D02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Profile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Completion</a:t>
            </a:r>
          </a:p>
        </p:txBody>
      </p:sp>
      <p:sp>
        <p:nvSpPr>
          <p:cNvPr id="20" name="journey-desc-1">
            <a:extLst xmlns:a="http://schemas.openxmlformats.org/drawingml/2006/main">
              <a:ext uri="{FF2B5EF4-FFF2-40B4-BE49-F238E27FC236}">
                <a16:creationId xmlns:a16="http://schemas.microsoft.com/office/drawing/2014/main" id="{CA206963-1078-4929-BDD5-839E7854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Complete details</a:t>
            </a:r>
          </a:p>
        </p:txBody>
      </p:sp>
      <p:sp>
        <p:nvSpPr>
          <p:cNvPr id="21" name="journey-step-2">
            <a:extLst xmlns:a="http://schemas.openxmlformats.org/drawingml/2006/main">
              <a:ext uri="{FF2B5EF4-FFF2-40B4-BE49-F238E27FC236}">
                <a16:creationId xmlns:a16="http://schemas.microsoft.com/office/drawing/2014/main" id="{9CC563EE-29B6-466A-A549-0B1D04F7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2" name="journey-node-2">
            <a:extLst xmlns:a="http://schemas.openxmlformats.org/drawingml/2006/main">
              <a:ext uri="{FF2B5EF4-FFF2-40B4-BE49-F238E27FC236}">
                <a16:creationId xmlns:a16="http://schemas.microsoft.com/office/drawing/2014/main" id="{EDECE672-52F2-444F-9762-BA0DC984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297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c1f97f5614824">
            <a:extLst>
              <a:ext uri="{96DAC541-7B7A-43D3-8B79-37D633B846F1}">
                <asvg:svgBlip xmlns:asvg="http://schemas.microsoft.com/office/drawing/2016/SVG/main" r:embed="Ra24ce5cd4b3a40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6252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24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3A3EC8C2-A705-41DF-9440-05954C27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Admin Review</a:t>
            </a:r>
          </a:p>
        </p:txBody>
      </p:sp>
      <p:sp>
        <p:nvSpPr>
          <p:cNvPr id="25" name="journey-desc-2">
            <a:extLst xmlns:a="http://schemas.openxmlformats.org/drawingml/2006/main">
              <a:ext uri="{FF2B5EF4-FFF2-40B4-BE49-F238E27FC236}">
                <a16:creationId xmlns:a16="http://schemas.microsoft.com/office/drawing/2014/main" id="{596E9C03-66C0-440A-B097-859D3951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Records checked</a:t>
            </a:r>
          </a:p>
        </p:txBody>
      </p:sp>
      <p:sp>
        <p:nvSpPr>
          <p:cNvPr id="26" name="journey-step-3">
            <a:extLst xmlns:a="http://schemas.openxmlformats.org/drawingml/2006/main">
              <a:ext uri="{FF2B5EF4-FFF2-40B4-BE49-F238E27FC236}">
                <a16:creationId xmlns:a16="http://schemas.microsoft.com/office/drawing/2014/main" id="{ADF1859A-7CD7-4929-974A-7211DAA1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7" name="journey-node-3">
            <a:extLst xmlns:a="http://schemas.openxmlformats.org/drawingml/2006/main">
              <a:ext uri="{FF2B5EF4-FFF2-40B4-BE49-F238E27FC236}">
                <a16:creationId xmlns:a16="http://schemas.microsoft.com/office/drawing/2014/main" id="{C90A606E-0A39-4E8C-BC0F-8DCD509E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892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889a96a1545cb">
            <a:extLst>
              <a:ext uri="{96DAC541-7B7A-43D3-8B79-37D633B846F1}">
                <asvg:svgBlip xmlns:asvg="http://schemas.microsoft.com/office/drawing/2016/SVG/main" r:embed="R335553bb52fb4f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4847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29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6D157D2C-3661-4080-AF40-F112F452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Approval</a:t>
            </a:r>
          </a:p>
        </p:txBody>
      </p:sp>
      <p:sp>
        <p:nvSpPr>
          <p:cNvPr id="30" name="journey-desc-3">
            <a:extLst xmlns:a="http://schemas.openxmlformats.org/drawingml/2006/main">
              <a:ext uri="{FF2B5EF4-FFF2-40B4-BE49-F238E27FC236}">
                <a16:creationId xmlns:a16="http://schemas.microsoft.com/office/drawing/2014/main" id="{02319F82-0D84-454A-B738-BC3F239D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Membership confirmed</a:t>
            </a:r>
          </a:p>
        </p:txBody>
      </p:sp>
      <p:sp>
        <p:nvSpPr>
          <p:cNvPr id="31" name="journey-step-4">
            <a:extLst xmlns:a="http://schemas.openxmlformats.org/drawingml/2006/main">
              <a:ext uri="{FF2B5EF4-FFF2-40B4-BE49-F238E27FC236}">
                <a16:creationId xmlns:a16="http://schemas.microsoft.com/office/drawing/2014/main" id="{99D90EA5-185C-45EF-A437-D581356F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32" name="journey-node-4">
            <a:extLst xmlns:a="http://schemas.openxmlformats.org/drawingml/2006/main">
              <a:ext uri="{FF2B5EF4-FFF2-40B4-BE49-F238E27FC236}">
                <a16:creationId xmlns:a16="http://schemas.microsoft.com/office/drawing/2014/main" id="{EA28266A-4664-49B1-9F7B-AEB17203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01b3a49f241a7">
            <a:extLst>
              <a:ext uri="{96DAC541-7B7A-43D3-8B79-37D633B846F1}">
                <asvg:svgBlip xmlns:asvg="http://schemas.microsoft.com/office/drawing/2016/SVG/main" r:embed="R57f75523aa6044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3442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4" name="journey-label-4">
            <a:extLst xmlns:a="http://schemas.openxmlformats.org/drawingml/2006/main">
              <a:ext uri="{FF2B5EF4-FFF2-40B4-BE49-F238E27FC236}">
                <a16:creationId xmlns:a16="http://schemas.microsoft.com/office/drawing/2014/main" id="{18F4F546-10BC-4365-B58B-0D98639F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Digital Membership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Card</a:t>
            </a:r>
          </a:p>
        </p:txBody>
      </p:sp>
      <p:sp>
        <p:nvSpPr>
          <p:cNvPr id="35" name="journey-desc-4">
            <a:extLst xmlns:a="http://schemas.openxmlformats.org/drawingml/2006/main">
              <a:ext uri="{FF2B5EF4-FFF2-40B4-BE49-F238E27FC236}">
                <a16:creationId xmlns:a16="http://schemas.microsoft.com/office/drawing/2014/main" id="{2F6F940B-F0E0-4006-9EA7-B6F7AA3F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Verified identity</a:t>
            </a:r>
          </a:p>
        </p:txBody>
      </p:sp>
      <p:sp>
        <p:nvSpPr>
          <p:cNvPr id="36" name="journey-step-5">
            <a:extLst xmlns:a="http://schemas.openxmlformats.org/drawingml/2006/main">
              <a:ext uri="{FF2B5EF4-FFF2-40B4-BE49-F238E27FC236}">
                <a16:creationId xmlns:a16="http://schemas.microsoft.com/office/drawing/2014/main" id="{7F0C871D-B9BF-4733-9F77-84391BF1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37" name="journey-node-5">
            <a:extLst xmlns:a="http://schemas.openxmlformats.org/drawingml/2006/main">
              <a:ext uri="{FF2B5EF4-FFF2-40B4-BE49-F238E27FC236}">
                <a16:creationId xmlns:a16="http://schemas.microsoft.com/office/drawing/2014/main" id="{CE280520-C63D-48C0-87BA-974A70EA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082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edc7269834f36">
            <a:extLst>
              <a:ext uri="{96DAC541-7B7A-43D3-8B79-37D633B846F1}">
                <asvg:svgBlip xmlns:asvg="http://schemas.microsoft.com/office/drawing/2016/SVG/main" r:embed="R129ef9538dfa4d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2037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9" name="journey-label-5">
            <a:extLst xmlns:a="http://schemas.openxmlformats.org/drawingml/2006/main">
              <a:ext uri="{FF2B5EF4-FFF2-40B4-BE49-F238E27FC236}">
                <a16:creationId xmlns:a16="http://schemas.microsoft.com/office/drawing/2014/main" id="{ECF4D2B3-EC3E-4C39-8BB6-1FA3451A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Dashboard</a:t>
            </a:r>
          </a:p>
        </p:txBody>
      </p:sp>
      <p:sp>
        <p:nvSpPr>
          <p:cNvPr id="40" name="journey-desc-5">
            <a:extLst xmlns:a="http://schemas.openxmlformats.org/drawingml/2006/main">
              <a:ext uri="{FF2B5EF4-FFF2-40B4-BE49-F238E27FC236}">
                <a16:creationId xmlns:a16="http://schemas.microsoft.com/office/drawing/2014/main" id="{EA0C44BD-BA4D-4C90-B213-0FCE9FCD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Services unlocked</a:t>
            </a:r>
          </a:p>
        </p:txBody>
      </p:sp>
      <p:sp>
        <p:nvSpPr>
          <p:cNvPr id="41" name="journey-outcome">
            <a:extLst xmlns:a="http://schemas.openxmlformats.org/drawingml/2006/main">
              <a:ext uri="{FF2B5EF4-FFF2-40B4-BE49-F238E27FC236}">
                <a16:creationId xmlns:a16="http://schemas.microsoft.com/office/drawing/2014/main" id="{E7916C3B-91AA-464E-893C-FB79B609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5286375"/>
            <a:ext cx="55245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journey-outcome-text">
            <a:extLst xmlns:a="http://schemas.openxmlformats.org/drawingml/2006/main">
              <a:ext uri="{FF2B5EF4-FFF2-40B4-BE49-F238E27FC236}">
                <a16:creationId xmlns:a16="http://schemas.microsoft.com/office/drawing/2014/main" id="{CB7DA887-4EDC-47B7-B590-9BFA121E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10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Every stage is trackable, reviewable and connected.</a:t>
            </a:r>
          </a:p>
        </p:txBody>
      </p:sp>
      <p:sp>
        <p:nvSpPr>
          <p:cNvPr id="4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8FFF53F2-3A3C-44D0-B194-AB5B2C94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44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11CD8523-EAC6-4A8F-B2C9-A7F54450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5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D1621DE1-E2A3-41C8-9E45-5B696F75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81611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054D8F7B-2AF8-49C7-B137-F7C89D1F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DF5EBEC7-FA86-44E3-A540-23E589D9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26B065-2B23-4DCD-9472-9F57FC76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Digital identity is visible—and instantly verifiable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EED8D2A-72EB-4962-A3B3-3D97421D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The actual member card and certificate carry the credentials needed to confirm identity and status.</a:t>
            </a:r>
          </a:p>
        </p:txBody>
      </p:sp>
      <p:sp>
        <p:nvSpPr>
          <p:cNvPr id="5" name="identity-front-label">
            <a:extLst xmlns:a="http://schemas.openxmlformats.org/drawingml/2006/main">
              <a:ext uri="{FF2B5EF4-FFF2-40B4-BE49-F238E27FC236}">
                <a16:creationId xmlns:a16="http://schemas.microsoft.com/office/drawing/2014/main" id="{F814DB1E-F606-4D94-B186-6708A0A6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DIGITAL CARD • FRONT</a:t>
            </a:r>
          </a:p>
        </p:txBody>
      </p:sp>
      <p:sp>
        <p:nvSpPr>
          <p:cNvPr id="6" name="identity-back-label">
            <a:extLst xmlns:a="http://schemas.openxmlformats.org/drawingml/2006/main">
              <a:ext uri="{FF2B5EF4-FFF2-40B4-BE49-F238E27FC236}">
                <a16:creationId xmlns:a16="http://schemas.microsoft.com/office/drawing/2014/main" id="{6852329C-B9EC-44CB-A6CD-EDAE4F5B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954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QR VERIFICATION • BACK</a:t>
            </a:r>
          </a:p>
        </p:txBody>
      </p:sp>
      <p:sp>
        <p:nvSpPr>
          <p:cNvPr id="7" name="identity-certificate-label">
            <a:extLst xmlns:a="http://schemas.openxmlformats.org/drawingml/2006/main">
              <a:ext uri="{FF2B5EF4-FFF2-40B4-BE49-F238E27FC236}">
                <a16:creationId xmlns:a16="http://schemas.microsoft.com/office/drawing/2014/main" id="{BE00E2D8-4CB0-4269-8923-EAFE5140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954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MEMBERSHIP CERTIFICATE • QR + REFERENCE</a:t>
            </a:r>
          </a:p>
        </p:txBody>
      </p:sp>
      <p:sp>
        <p:nvSpPr>
          <p:cNvPr id="8" name="identity-front-shadow">
            <a:extLst xmlns:a="http://schemas.openxmlformats.org/drawingml/2006/main">
              <a:ext uri="{FF2B5EF4-FFF2-40B4-BE49-F238E27FC236}">
                <a16:creationId xmlns:a16="http://schemas.microsoft.com/office/drawing/2014/main" id="{93B22463-DDF6-4895-948B-1FE296D1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266950"/>
            <a:ext cx="2114550" cy="3248025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00000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dentity-back-shadow">
            <a:extLst xmlns:a="http://schemas.openxmlformats.org/drawingml/2006/main">
              <a:ext uri="{FF2B5EF4-FFF2-40B4-BE49-F238E27FC236}">
                <a16:creationId xmlns:a16="http://schemas.microsoft.com/office/drawing/2014/main" id="{F47AA627-8AB1-4572-91C7-9116257C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2266950"/>
            <a:ext cx="2114550" cy="3248025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00000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dentity-certificate-shadow">
            <a:extLst xmlns:a="http://schemas.openxmlformats.org/drawingml/2006/main">
              <a:ext uri="{FF2B5EF4-FFF2-40B4-BE49-F238E27FC236}">
                <a16:creationId xmlns:a16="http://schemas.microsoft.com/office/drawing/2014/main" id="{F7DFF45F-6C6A-43A8-B790-A8C6A012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2266950"/>
            <a:ext cx="5048250" cy="3600450"/>
          </a:xfrm>
          <a:prstGeom xmlns:a="http://schemas.openxmlformats.org/drawingml/2006/main" prst="roundRect">
            <a:avLst>
              <a:gd name="adj" fmla="val 4233"/>
            </a:avLst>
          </a:prstGeom>
          <a:solidFill xmlns:a="http://schemas.openxmlformats.org/drawingml/2006/main">
            <a:srgbClr val="000000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6efd4825b43b8"/>
          <a:stretch xmlns:a="http://schemas.openxmlformats.org/drawingml/2006/main"/>
        </p:blipFill>
        <p:spPr>
          <a:xfrm xmlns:a="http://schemas.openxmlformats.org/drawingml/2006/main">
            <a:off x="685800" y="2182443"/>
            <a:ext cx="2114550" cy="3245588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f3d46fa104a9d"/>
          <a:stretch xmlns:a="http://schemas.openxmlformats.org/drawingml/2006/main"/>
        </p:blipFill>
        <p:spPr>
          <a:xfrm xmlns:a="http://schemas.openxmlformats.org/drawingml/2006/main">
            <a:off x="3009900" y="2182443"/>
            <a:ext cx="2114550" cy="3245588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a169d1d2443c6"/>
          <a:stretch xmlns:a="http://schemas.openxmlformats.org/drawingml/2006/main"/>
        </p:blipFill>
        <p:spPr>
          <a:xfrm xmlns:a="http://schemas.openxmlformats.org/drawingml/2006/main">
            <a:off x="6362700" y="2182761"/>
            <a:ext cx="5143500" cy="3664052"/>
          </a:xfrm>
          <a:prstGeom xmlns:a="http://schemas.openxmlformats.org/drawingml/2006/main" prst="rect">
            <a:avLst/>
          </a:prstGeom>
        </p:spPr>
      </p:pic>
      <p:sp>
        <p:nvSpPr>
          <p:cNvPr id="14" name="identity-divider">
            <a:extLst xmlns:a="http://schemas.openxmlformats.org/drawingml/2006/main">
              <a:ext uri="{FF2B5EF4-FFF2-40B4-BE49-F238E27FC236}">
                <a16:creationId xmlns:a16="http://schemas.microsoft.com/office/drawing/2014/main" id="{DE01F48C-EF27-4D6F-94E8-BD7D6D4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43575" y="2209800"/>
            <a:ext cx="0" cy="3505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15" name="identity-feature-band">
            <a:extLst xmlns:a="http://schemas.openxmlformats.org/drawingml/2006/main">
              <a:ext uri="{FF2B5EF4-FFF2-40B4-BE49-F238E27FC236}">
                <a16:creationId xmlns:a16="http://schemas.microsoft.com/office/drawing/2014/main" id="{CDAF1225-C9DB-4E4B-89ED-DAD1A601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905500"/>
            <a:ext cx="10820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dentity-features">
            <a:extLst xmlns:a="http://schemas.openxmlformats.org/drawingml/2006/main">
              <a:ext uri="{FF2B5EF4-FFF2-40B4-BE49-F238E27FC236}">
                <a16:creationId xmlns:a16="http://schemas.microsoft.com/office/drawing/2014/main" id="{8DA9032A-2916-4380-89AE-680ED82A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9122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Unique Membership ID   •   QR-verified Digital Card   •   Certificate Verification   •   Reference Number Verification   •   Secure Member Records</a:t>
            </a:r>
          </a:p>
        </p:txBody>
      </p:sp>
      <p:sp>
        <p:nvSpPr>
          <p:cNvPr id="17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60055FE9-FC80-451C-B36C-71631689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18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642B4C41-0A48-4D18-82D2-71CECE6E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19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0E6A83D8-CD40-4CF5-96D0-440CB85D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569258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414AAFD1-8497-4408-B508-632FCD69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80AD5D90-D31E-42F0-AFE7-B341E9A9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98654A-D7BF-495B-8FF2-2E16C8CA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AI turns member data into guidance and opportunity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410B1FB-B240-4CA9-8558-EE03366E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Two practical tools extend the value of every completed member profile.</a:t>
            </a:r>
          </a:p>
        </p:txBody>
      </p:sp>
      <p:sp>
        <p:nvSpPr>
          <p:cNvPr id="5" name="ai-left-panel">
            <a:extLst xmlns:a="http://schemas.openxmlformats.org/drawingml/2006/main">
              <a:ext uri="{FF2B5EF4-FFF2-40B4-BE49-F238E27FC236}">
                <a16:creationId xmlns:a16="http://schemas.microsoft.com/office/drawing/2014/main" id="{E01ADB5A-D8D6-4653-B33E-F6458ADF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1866900"/>
            <a:ext cx="6096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i-left-label">
            <a:extLst xmlns:a="http://schemas.openxmlformats.org/drawingml/2006/main">
              <a:ext uri="{FF2B5EF4-FFF2-40B4-BE49-F238E27FC236}">
                <a16:creationId xmlns:a16="http://schemas.microsoft.com/office/drawing/2014/main" id="{FD8DB2D4-4936-4BD1-BFA7-16C4B794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AI ASSISTANT</a:t>
            </a:r>
          </a:p>
        </p:txBody>
      </p:sp>
      <p:sp>
        <p:nvSpPr>
          <p:cNvPr id="7" name="ai-browser-shadow">
            <a:extLst xmlns:a="http://schemas.openxmlformats.org/drawingml/2006/main">
              <a:ext uri="{FF2B5EF4-FFF2-40B4-BE49-F238E27FC236}">
                <a16:creationId xmlns:a16="http://schemas.microsoft.com/office/drawing/2014/main" id="{25231684-7578-4A5D-B3D7-3ACD9340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552700"/>
            <a:ext cx="45339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000000">
              <a:alpha val="784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i-browser-frame">
            <a:extLst xmlns:a="http://schemas.openxmlformats.org/drawingml/2006/main">
              <a:ext uri="{FF2B5EF4-FFF2-40B4-BE49-F238E27FC236}">
                <a16:creationId xmlns:a16="http://schemas.microsoft.com/office/drawing/2014/main" id="{39039B8B-D3C2-4810-8524-C6116D91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457450"/>
            <a:ext cx="45339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9" name="ai-browser-chrome">
            <a:extLst xmlns:a="http://schemas.openxmlformats.org/drawingml/2006/main">
              <a:ext uri="{FF2B5EF4-FFF2-40B4-BE49-F238E27FC236}">
                <a16:creationId xmlns:a16="http://schemas.microsoft.com/office/drawing/2014/main" id="{02E40D69-9268-4A9B-B36A-919B09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457450"/>
            <a:ext cx="45339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i-browser-chrome-cover">
            <a:extLst xmlns:a="http://schemas.openxmlformats.org/drawingml/2006/main">
              <a:ext uri="{FF2B5EF4-FFF2-40B4-BE49-F238E27FC236}">
                <a16:creationId xmlns:a16="http://schemas.microsoft.com/office/drawing/2014/main" id="{F0CC70FB-9992-415F-9F80-850C5153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695575"/>
            <a:ext cx="45339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i-browser-dot-0">
            <a:extLst xmlns:a="http://schemas.openxmlformats.org/drawingml/2006/main">
              <a:ext uri="{FF2B5EF4-FFF2-40B4-BE49-F238E27FC236}">
                <a16:creationId xmlns:a16="http://schemas.microsoft.com/office/drawing/2014/main" id="{AE352C22-0622-4C76-AD0D-599E24CD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609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i-browser-dot-1">
            <a:extLst xmlns:a="http://schemas.openxmlformats.org/drawingml/2006/main">
              <a:ext uri="{FF2B5EF4-FFF2-40B4-BE49-F238E27FC236}">
                <a16:creationId xmlns:a16="http://schemas.microsoft.com/office/drawing/2014/main" id="{BBB91825-5B2A-4483-909C-7FD809EF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2609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0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i-browser-dot-2">
            <a:extLst xmlns:a="http://schemas.openxmlformats.org/drawingml/2006/main">
              <a:ext uri="{FF2B5EF4-FFF2-40B4-BE49-F238E27FC236}">
                <a16:creationId xmlns:a16="http://schemas.microsoft.com/office/drawing/2014/main" id="{763F0657-2FF0-4A26-B117-991FE5F9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609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0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i-browser-label">
            <a:extLst xmlns:a="http://schemas.openxmlformats.org/drawingml/2006/main">
              <a:ext uri="{FF2B5EF4-FFF2-40B4-BE49-F238E27FC236}">
                <a16:creationId xmlns:a16="http://schemas.microsoft.com/office/drawing/2014/main" id="{F1D02130-989E-4C9D-B57A-2F09EF04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33650"/>
            <a:ext cx="3638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SCREENSHOT PLACEHOLDER • AI ASSISTANT</a:t>
            </a:r>
          </a:p>
        </p:txBody>
      </p:sp>
      <p:sp>
        <p:nvSpPr>
          <p:cNvPr id="15" name="ai-avatar">
            <a:extLst xmlns:a="http://schemas.openxmlformats.org/drawingml/2006/main">
              <a:ext uri="{FF2B5EF4-FFF2-40B4-BE49-F238E27FC236}">
                <a16:creationId xmlns:a16="http://schemas.microsoft.com/office/drawing/2014/main" id="{92D37BAB-CB47-47F2-97C5-4C5C34A0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3105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402199ad942dc">
            <a:extLst>
              <a:ext uri="{96DAC541-7B7A-43D3-8B79-37D633B846F1}">
                <asvg:svgBlip xmlns:asvg="http://schemas.microsoft.com/office/drawing/2016/SVG/main" r:embed="R5091960ed2eb47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7750" y="32004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7" name="ai-bubble-1">
            <a:extLst xmlns:a="http://schemas.openxmlformats.org/drawingml/2006/main">
              <a:ext uri="{FF2B5EF4-FFF2-40B4-BE49-F238E27FC236}">
                <a16:creationId xmlns:a16="http://schemas.microsoft.com/office/drawing/2014/main" id="{B888B700-2C1C-4B72-8CFC-0463D2A6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3067050"/>
            <a:ext cx="3143250" cy="53340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i-bubble-1-text">
            <a:extLst xmlns:a="http://schemas.openxmlformats.org/drawingml/2006/main">
              <a:ext uri="{FF2B5EF4-FFF2-40B4-BE49-F238E27FC236}">
                <a16:creationId xmlns:a16="http://schemas.microsoft.com/office/drawing/2014/main" id="{F2C72F23-D107-4D81-833E-C39784CB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09925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4423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34423B"/>
                </a:solidFill>
                <a:latin typeface="Aptos"/>
                <a:ea typeface="Aptos"/>
                <a:cs typeface="Aptos"/>
              </a:rPr>
              <a:t>How can I help with your TNR membership?</a:t>
            </a:r>
          </a:p>
        </p:txBody>
      </p:sp>
      <p:sp>
        <p:nvSpPr>
          <p:cNvPr id="19" name="ai-bubble-2">
            <a:extLst xmlns:a="http://schemas.openxmlformats.org/drawingml/2006/main">
              <a:ext uri="{FF2B5EF4-FFF2-40B4-BE49-F238E27FC236}">
                <a16:creationId xmlns:a16="http://schemas.microsoft.com/office/drawing/2014/main" id="{1C1A5E10-4D2F-45F4-B242-C50A22CA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3800475"/>
            <a:ext cx="2381250" cy="4572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i-bubble-2-text">
            <a:extLst xmlns:a="http://schemas.openxmlformats.org/drawingml/2006/main">
              <a:ext uri="{FF2B5EF4-FFF2-40B4-BE49-F238E27FC236}">
                <a16:creationId xmlns:a16="http://schemas.microsoft.com/office/drawing/2014/main" id="{DE673089-8566-4A20-9A98-687004C3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243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Guide me to member services.</a:t>
            </a:r>
          </a:p>
        </p:txBody>
      </p:sp>
      <p:sp>
        <p:nvSpPr>
          <p:cNvPr id="21" name="ai-input">
            <a:extLst xmlns:a="http://schemas.openxmlformats.org/drawingml/2006/main">
              <a:ext uri="{FF2B5EF4-FFF2-40B4-BE49-F238E27FC236}">
                <a16:creationId xmlns:a16="http://schemas.microsoft.com/office/drawing/2014/main" id="{4BB63B72-C772-47C4-AB2E-AAFD0429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438650"/>
            <a:ext cx="3695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i-check-1-dot">
            <a:extLst xmlns:a="http://schemas.openxmlformats.org/drawingml/2006/main">
              <a:ext uri="{FF2B5EF4-FFF2-40B4-BE49-F238E27FC236}">
                <a16:creationId xmlns:a16="http://schemas.microsoft.com/office/drawing/2014/main" id="{9CCB5680-7432-48F4-B680-D71E5B01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181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b6bbde6c14d9a">
            <a:extLst>
              <a:ext uri="{96DAC541-7B7A-43D3-8B79-37D633B846F1}">
                <asvg:svgBlip xmlns:asvg="http://schemas.microsoft.com/office/drawing/2016/SVG/main" r:embed="R13393a06bbda4be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52578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24" name="ai-check-1-text">
            <a:extLst xmlns:a="http://schemas.openxmlformats.org/drawingml/2006/main">
              <a:ext uri="{FF2B5EF4-FFF2-40B4-BE49-F238E27FC236}">
                <a16:creationId xmlns:a16="http://schemas.microsoft.com/office/drawing/2014/main" id="{19A5DD30-548D-417B-85DB-F469C730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625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24/7 member guidance</a:t>
            </a:r>
          </a:p>
        </p:txBody>
      </p:sp>
      <p:sp>
        <p:nvSpPr>
          <p:cNvPr id="25" name="ai-check-2-dot">
            <a:extLst xmlns:a="http://schemas.openxmlformats.org/drawingml/2006/main">
              <a:ext uri="{FF2B5EF4-FFF2-40B4-BE49-F238E27FC236}">
                <a16:creationId xmlns:a16="http://schemas.microsoft.com/office/drawing/2014/main" id="{58E0A2FA-D74B-4571-8A28-6782E103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5181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c16515db24a7c">
            <a:extLst>
              <a:ext uri="{96DAC541-7B7A-43D3-8B79-37D633B846F1}">
                <asvg:svgBlip xmlns:asvg="http://schemas.microsoft.com/office/drawing/2016/SVG/main" r:embed="Rbeea4df78d6f43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14700" y="52578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27" name="ai-check-2-text">
            <a:extLst xmlns:a="http://schemas.openxmlformats.org/drawingml/2006/main">
              <a:ext uri="{FF2B5EF4-FFF2-40B4-BE49-F238E27FC236}">
                <a16:creationId xmlns:a16="http://schemas.microsoft.com/office/drawing/2014/main" id="{119E7EE1-6276-4BD9-824A-6DA58914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625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TNR-related information</a:t>
            </a:r>
          </a:p>
        </p:txBody>
      </p:sp>
      <p:sp>
        <p:nvSpPr>
          <p:cNvPr id="28" name="ai-check-3-dot">
            <a:extLst xmlns:a="http://schemas.openxmlformats.org/drawingml/2006/main">
              <a:ext uri="{FF2B5EF4-FFF2-40B4-BE49-F238E27FC236}">
                <a16:creationId xmlns:a16="http://schemas.microsoft.com/office/drawing/2014/main" id="{854B583B-E998-408F-8906-88E1B2FA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600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a5a6a923c43bf">
            <a:extLst>
              <a:ext uri="{96DAC541-7B7A-43D3-8B79-37D633B846F1}">
                <asvg:svgBlip xmlns:asvg="http://schemas.microsoft.com/office/drawing/2016/SVG/main" r:embed="Rd39cafd85fe041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56769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30" name="ai-check-3-text">
            <a:extLst xmlns:a="http://schemas.openxmlformats.org/drawingml/2006/main">
              <a:ext uri="{FF2B5EF4-FFF2-40B4-BE49-F238E27FC236}">
                <a16:creationId xmlns:a16="http://schemas.microsoft.com/office/drawing/2014/main" id="{F162C49E-5BFC-4840-B628-4F6C14BA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816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Smart assistance</a:t>
            </a:r>
          </a:p>
        </p:txBody>
      </p:sp>
      <p:sp>
        <p:nvSpPr>
          <p:cNvPr id="31" name="cv-right-label">
            <a:extLst xmlns:a="http://schemas.openxmlformats.org/drawingml/2006/main">
              <a:ext uri="{FF2B5EF4-FFF2-40B4-BE49-F238E27FC236}">
                <a16:creationId xmlns:a16="http://schemas.microsoft.com/office/drawing/2014/main" id="{8D2DD3D0-0815-417C-9F5F-25BACC74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76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CV BUILDER</a:t>
            </a:r>
          </a:p>
        </p:txBody>
      </p:sp>
      <p:sp>
        <p:nvSpPr>
          <p:cNvPr id="32" name="cv-browser-shadow">
            <a:extLst xmlns:a="http://schemas.openxmlformats.org/drawingml/2006/main">
              <a:ext uri="{FF2B5EF4-FFF2-40B4-BE49-F238E27FC236}">
                <a16:creationId xmlns:a16="http://schemas.microsoft.com/office/drawing/2014/main" id="{020D3BFB-F8DE-4A1A-B513-411E3D47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900" y="2552700"/>
            <a:ext cx="47625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000000">
              <a:alpha val="784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v-browser-frame">
            <a:extLst xmlns:a="http://schemas.openxmlformats.org/drawingml/2006/main">
              <a:ext uri="{FF2B5EF4-FFF2-40B4-BE49-F238E27FC236}">
                <a16:creationId xmlns:a16="http://schemas.microsoft.com/office/drawing/2014/main" id="{0F6E644A-1AB1-43C2-B80F-B2AE42FD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2457450"/>
            <a:ext cx="47625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34" name="cv-browser-chrome">
            <a:extLst xmlns:a="http://schemas.openxmlformats.org/drawingml/2006/main">
              <a:ext uri="{FF2B5EF4-FFF2-40B4-BE49-F238E27FC236}">
                <a16:creationId xmlns:a16="http://schemas.microsoft.com/office/drawing/2014/main" id="{0DAEE596-CD5F-4649-B96F-225F809E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2457450"/>
            <a:ext cx="47625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v-browser-chrome-cover">
            <a:extLst xmlns:a="http://schemas.openxmlformats.org/drawingml/2006/main">
              <a:ext uri="{FF2B5EF4-FFF2-40B4-BE49-F238E27FC236}">
                <a16:creationId xmlns:a16="http://schemas.microsoft.com/office/drawing/2014/main" id="{87F34FF8-A5A4-4B56-B2E1-233F2EAC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2695575"/>
            <a:ext cx="4762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v-browser-dot-0">
            <a:extLst xmlns:a="http://schemas.openxmlformats.org/drawingml/2006/main">
              <a:ext uri="{FF2B5EF4-FFF2-40B4-BE49-F238E27FC236}">
                <a16:creationId xmlns:a16="http://schemas.microsoft.com/office/drawing/2014/main" id="{4664E881-C07C-4A75-A192-6538BC55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2609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v-browser-dot-1">
            <a:extLst xmlns:a="http://schemas.openxmlformats.org/drawingml/2006/main">
              <a:ext uri="{FF2B5EF4-FFF2-40B4-BE49-F238E27FC236}">
                <a16:creationId xmlns:a16="http://schemas.microsoft.com/office/drawing/2014/main" id="{DE96450A-EAF0-4608-9947-634304C8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8025" y="2609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0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v-browser-dot-2">
            <a:extLst xmlns:a="http://schemas.openxmlformats.org/drawingml/2006/main">
              <a:ext uri="{FF2B5EF4-FFF2-40B4-BE49-F238E27FC236}">
                <a16:creationId xmlns:a16="http://schemas.microsoft.com/office/drawing/2014/main" id="{4B1A8409-4C00-477C-B18C-32184AFE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0900" y="2609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0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v-browser-label">
            <a:extLst xmlns:a="http://schemas.openxmlformats.org/drawingml/2006/main">
              <a:ext uri="{FF2B5EF4-FFF2-40B4-BE49-F238E27FC236}">
                <a16:creationId xmlns:a16="http://schemas.microsoft.com/office/drawing/2014/main" id="{A2B1A9E1-B32C-44C4-A630-D89386FB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336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SCREENSHOT PLACEHOLDER • CV BUILDER</a:t>
            </a:r>
          </a:p>
        </p:txBody>
      </p:sp>
      <p:sp>
        <p:nvSpPr>
          <p:cNvPr id="40" name="cv-page">
            <a:extLst xmlns:a="http://schemas.openxmlformats.org/drawingml/2006/main">
              <a:ext uri="{FF2B5EF4-FFF2-40B4-BE49-F238E27FC236}">
                <a16:creationId xmlns:a16="http://schemas.microsoft.com/office/drawing/2014/main" id="{89A75863-DED4-4A2A-95AB-7EB9BBD0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2952750"/>
            <a:ext cx="14478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cv-photo">
            <a:extLst xmlns:a="http://schemas.openxmlformats.org/drawingml/2006/main">
              <a:ext uri="{FF2B5EF4-FFF2-40B4-BE49-F238E27FC236}">
                <a16:creationId xmlns:a16="http://schemas.microsoft.com/office/drawing/2014/main" id="{3804F6EA-12FF-40D2-8EB2-8773C789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ec3d4445f45a4">
            <a:extLst>
              <a:ext uri="{96DAC541-7B7A-43D3-8B79-37D633B846F1}">
                <asvg:svgBlip xmlns:asvg="http://schemas.microsoft.com/office/drawing/2016/SVG/main" r:embed="R905638d9269e48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0" y="32194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43" name="cv-name-line">
            <a:extLst xmlns:a="http://schemas.openxmlformats.org/drawingml/2006/main">
              <a:ext uri="{FF2B5EF4-FFF2-40B4-BE49-F238E27FC236}">
                <a16:creationId xmlns:a16="http://schemas.microsoft.com/office/drawing/2014/main" id="{D5382818-60C2-4B38-887F-24714449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314325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v-sub-line">
            <a:extLst xmlns:a="http://schemas.openxmlformats.org/drawingml/2006/main">
              <a:ext uri="{FF2B5EF4-FFF2-40B4-BE49-F238E27FC236}">
                <a16:creationId xmlns:a16="http://schemas.microsoft.com/office/drawing/2014/main" id="{16BA5F91-2924-413A-BC5B-4C096BF6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3286125"/>
            <a:ext cx="409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6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v-line-0">
            <a:extLst xmlns:a="http://schemas.openxmlformats.org/drawingml/2006/main">
              <a:ext uri="{FF2B5EF4-FFF2-40B4-BE49-F238E27FC236}">
                <a16:creationId xmlns:a16="http://schemas.microsoft.com/office/drawing/2014/main" id="{B4BB0EB0-AB49-4044-85BD-70A5DC1A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6766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v-line-1">
            <a:extLst xmlns:a="http://schemas.openxmlformats.org/drawingml/2006/main">
              <a:ext uri="{FF2B5EF4-FFF2-40B4-BE49-F238E27FC236}">
                <a16:creationId xmlns:a16="http://schemas.microsoft.com/office/drawing/2014/main" id="{D506CDE4-84A0-4610-B9B5-DAE7B704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81952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v-line-2">
            <a:extLst xmlns:a="http://schemas.openxmlformats.org/drawingml/2006/main">
              <a:ext uri="{FF2B5EF4-FFF2-40B4-BE49-F238E27FC236}">
                <a16:creationId xmlns:a16="http://schemas.microsoft.com/office/drawing/2014/main" id="{B98753E6-0707-442B-B791-549146CA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96240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v-line-3">
            <a:extLst xmlns:a="http://schemas.openxmlformats.org/drawingml/2006/main">
              <a:ext uri="{FF2B5EF4-FFF2-40B4-BE49-F238E27FC236}">
                <a16:creationId xmlns:a16="http://schemas.microsoft.com/office/drawing/2014/main" id="{DA5C05FF-2E02-44D5-B90E-BBE10F4B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1052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cv-line-4">
            <a:extLst xmlns:a="http://schemas.openxmlformats.org/drawingml/2006/main">
              <a:ext uri="{FF2B5EF4-FFF2-40B4-BE49-F238E27FC236}">
                <a16:creationId xmlns:a16="http://schemas.microsoft.com/office/drawing/2014/main" id="{88457633-B42D-4210-8720-D18E9364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2481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v-arrow-copy">
            <a:extLst xmlns:a="http://schemas.openxmlformats.org/drawingml/2006/main">
              <a:ext uri="{FF2B5EF4-FFF2-40B4-BE49-F238E27FC236}">
                <a16:creationId xmlns:a16="http://schemas.microsoft.com/office/drawing/2014/main" id="{55B9752A-95D9-4750-BDD2-47648B93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432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MEMBER PROFILE</a:t>
            </a:r>
          </a:p>
        </p:txBody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f66e3caaa4438">
            <a:extLst>
              <a:ext uri="{96DAC541-7B7A-43D3-8B79-37D633B846F1}">
                <asvg:svgBlip xmlns:asvg="http://schemas.microsoft.com/office/drawing/2016/SVG/main" r:embed="R0557c73267914b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3476625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52" name="cv-output-copy">
            <a:extLst xmlns:a="http://schemas.openxmlformats.org/drawingml/2006/main">
              <a:ext uri="{FF2B5EF4-FFF2-40B4-BE49-F238E27FC236}">
                <a16:creationId xmlns:a16="http://schemas.microsoft.com/office/drawing/2014/main" id="{BDD7F67D-36B0-4CF2-801C-6A95A625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48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PROFESSIONAL CV</a:t>
            </a:r>
          </a:p>
        </p:txBody>
      </p:sp>
      <p:sp>
        <p:nvSpPr>
          <p:cNvPr id="53" name="cv-check-1-dot">
            <a:extLst xmlns:a="http://schemas.openxmlformats.org/drawingml/2006/main">
              <a:ext uri="{FF2B5EF4-FFF2-40B4-BE49-F238E27FC236}">
                <a16:creationId xmlns:a16="http://schemas.microsoft.com/office/drawing/2014/main" id="{3269D281-05F6-49A1-AA2A-BE926EF5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5181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38e2082dbc47f6">
            <a:extLst>
              <a:ext uri="{96DAC541-7B7A-43D3-8B79-37D633B846F1}">
                <asvg:svgBlip xmlns:asvg="http://schemas.microsoft.com/office/drawing/2016/SVG/main" r:embed="Reebbb1ee02324d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19900" y="52578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55" name="cv-check-1-text">
            <a:extLst xmlns:a="http://schemas.openxmlformats.org/drawingml/2006/main">
              <a:ext uri="{FF2B5EF4-FFF2-40B4-BE49-F238E27FC236}">
                <a16:creationId xmlns:a16="http://schemas.microsoft.com/office/drawing/2014/main" id="{1A6FDC0E-44A1-45AE-B8F0-65AE1810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62550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Automatic CV generation from member profile</a:t>
            </a:r>
          </a:p>
        </p:txBody>
      </p:sp>
      <p:sp>
        <p:nvSpPr>
          <p:cNvPr id="56" name="cv-check-2-dot">
            <a:extLst xmlns:a="http://schemas.openxmlformats.org/drawingml/2006/main">
              <a:ext uri="{FF2B5EF4-FFF2-40B4-BE49-F238E27FC236}">
                <a16:creationId xmlns:a16="http://schemas.microsoft.com/office/drawing/2014/main" id="{2D2EC7B4-E508-423A-8138-9B2D19E1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5600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f77245ea1468f">
            <a:extLst>
              <a:ext uri="{96DAC541-7B7A-43D3-8B79-37D633B846F1}">
                <asvg:svgBlip xmlns:asvg="http://schemas.microsoft.com/office/drawing/2016/SVG/main" r:embed="R3df683a99c2943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19900" y="56769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58" name="cv-check-2-text">
            <a:extLst xmlns:a="http://schemas.openxmlformats.org/drawingml/2006/main">
              <a:ext uri="{FF2B5EF4-FFF2-40B4-BE49-F238E27FC236}">
                <a16:creationId xmlns:a16="http://schemas.microsoft.com/office/drawing/2014/main" id="{C3D0ACE2-6787-453D-A824-211FAA37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81650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Downloadable professional CV</a:t>
            </a:r>
          </a:p>
        </p:txBody>
      </p:sp>
      <p:sp>
        <p:nvSpPr>
          <p:cNvPr id="59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EA3E58E7-50C9-4C10-B4EF-C594DFDB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60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1109DE6B-5B02-447F-9A6E-447DCB62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61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7066A800-49D2-456A-BD8A-B006D345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60151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3AA35822-65C7-47C1-9994-FE4D2793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871FA1C7-0E47-4467-B57D-30F03726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EE4B6F-53EE-4F1C-A735-467678C2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Secure participation strengthens governance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2BBE48F-0655-4101-B456-1D3BAE13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Verified voting and structured organizational workflows support transparent decisions.</a:t>
            </a:r>
          </a:p>
        </p:txBody>
      </p:sp>
      <p:sp>
        <p:nvSpPr>
          <p:cNvPr id="5" name="election-live-tag">
            <a:extLst xmlns:a="http://schemas.openxmlformats.org/drawingml/2006/main">
              <a:ext uri="{FF2B5EF4-FFF2-40B4-BE49-F238E27FC236}">
                <a16:creationId xmlns:a16="http://schemas.microsoft.com/office/drawing/2014/main" id="{7AFD3107-B553-42FA-B8C9-E10343AE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24025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LIVE PORTAL • EVOTEGB.COM</a:t>
            </a:r>
          </a:p>
        </p:txBody>
      </p:sp>
      <p:sp>
        <p:nvSpPr>
          <p:cNvPr id="6" name="election-divider-band">
            <a:extLst xmlns:a="http://schemas.openxmlformats.org/drawingml/2006/main">
              <a:ext uri="{FF2B5EF4-FFF2-40B4-BE49-F238E27FC236}">
                <a16:creationId xmlns:a16="http://schemas.microsoft.com/office/drawing/2014/main" id="{97929F9B-1C1C-4EB5-8A1C-E8AF626E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1924050"/>
            <a:ext cx="190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5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lection-left-header">
            <a:extLst xmlns:a="http://schemas.openxmlformats.org/drawingml/2006/main">
              <a:ext uri="{FF2B5EF4-FFF2-40B4-BE49-F238E27FC236}">
                <a16:creationId xmlns:a16="http://schemas.microsoft.com/office/drawing/2014/main" id="{BD9702F0-93C8-4FF0-A5D1-B838527E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SECURE ONLINE VOTING</a:t>
            </a:r>
          </a:p>
        </p:txBody>
      </p:sp>
      <p:sp>
        <p:nvSpPr>
          <p:cNvPr id="8" name="election-left-big">
            <a:extLst xmlns:a="http://schemas.openxmlformats.org/drawingml/2006/main">
              <a:ext uri="{FF2B5EF4-FFF2-40B4-BE49-F238E27FC236}">
                <a16:creationId xmlns:a16="http://schemas.microsoft.com/office/drawing/2014/main" id="{594920D6-2116-4F04-93BC-3AEA012D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MEMBER.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VERIFIED VOTE.</a:t>
            </a:r>
          </a:p>
        </p:txBody>
      </p:sp>
      <p:sp>
        <p:nvSpPr>
          <p:cNvPr id="9" name="election-process-proof">
            <a:extLst xmlns:a="http://schemas.openxmlformats.org/drawingml/2006/main">
              <a:ext uri="{FF2B5EF4-FFF2-40B4-BE49-F238E27FC236}">
                <a16:creationId xmlns:a16="http://schemas.microsoft.com/office/drawing/2014/main" id="{24CCB80E-61C2-4E68-9591-7B44EB45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EMAIL OTP  •  IDENTITY CHECK  •  BALLOT RECEIPT</a:t>
            </a:r>
          </a:p>
        </p:txBody>
      </p:sp>
      <p:sp>
        <p:nvSpPr>
          <p:cNvPr id="10" name="vote-item-0-disc">
            <a:extLst xmlns:a="http://schemas.openxmlformats.org/drawingml/2006/main">
              <a:ext uri="{FF2B5EF4-FFF2-40B4-BE49-F238E27FC236}">
                <a16:creationId xmlns:a16="http://schemas.microsoft.com/office/drawing/2014/main" id="{5BBDE45F-03AB-4D15-8EF1-E76C5ED0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714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d36c9e43f44b9">
            <a:extLst>
              <a:ext uri="{96DAC541-7B7A-43D3-8B79-37D633B846F1}">
                <asvg:svgBlip xmlns:asvg="http://schemas.microsoft.com/office/drawing/2016/SVG/main" r:embed="R87f8dc5e6d684af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9625" y="38385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2" name="vote-label-0">
            <a:extLst xmlns:a="http://schemas.openxmlformats.org/drawingml/2006/main">
              <a:ext uri="{FF2B5EF4-FFF2-40B4-BE49-F238E27FC236}">
                <a16:creationId xmlns:a16="http://schemas.microsoft.com/office/drawing/2014/main" id="{28F1BB30-359A-412B-BF6E-E0164007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0522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Secure Online Voting</a:t>
            </a:r>
          </a:p>
        </p:txBody>
      </p:sp>
      <p:sp>
        <p:nvSpPr>
          <p:cNvPr id="13" name="vote-item-1-disc">
            <a:extLst xmlns:a="http://schemas.openxmlformats.org/drawingml/2006/main">
              <a:ext uri="{FF2B5EF4-FFF2-40B4-BE49-F238E27FC236}">
                <a16:creationId xmlns:a16="http://schemas.microsoft.com/office/drawing/2014/main" id="{C32A19E9-BADB-4102-8111-803F2620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3714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cd7eb46054906">
            <a:extLst>
              <a:ext uri="{96DAC541-7B7A-43D3-8B79-37D633B846F1}">
                <asvg:svgBlip xmlns:asvg="http://schemas.microsoft.com/office/drawing/2016/SVG/main" r:embed="R282d0b660c2e43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86125" y="38385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5" name="vote-label-1">
            <a:extLst xmlns:a="http://schemas.openxmlformats.org/drawingml/2006/main">
              <a:ext uri="{FF2B5EF4-FFF2-40B4-BE49-F238E27FC236}">
                <a16:creationId xmlns:a16="http://schemas.microsoft.com/office/drawing/2014/main" id="{562743FF-3B9F-4EC3-BF93-616A7250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0522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OTP Verification</a:t>
            </a:r>
          </a:p>
        </p:txBody>
      </p:sp>
      <p:sp>
        <p:nvSpPr>
          <p:cNvPr id="16" name="vote-item-2-disc">
            <a:extLst xmlns:a="http://schemas.openxmlformats.org/drawingml/2006/main">
              <a:ext uri="{FF2B5EF4-FFF2-40B4-BE49-F238E27FC236}">
                <a16:creationId xmlns:a16="http://schemas.microsoft.com/office/drawing/2014/main" id="{34E23BD2-420E-4E51-9171-36517FC0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686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cd9fa5ac6486f">
            <a:extLst>
              <a:ext uri="{96DAC541-7B7A-43D3-8B79-37D633B846F1}">
                <asvg:svgBlip xmlns:asvg="http://schemas.microsoft.com/office/drawing/2016/SVG/main" r:embed="Rbef1f2c76fdf42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9625" y="48101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8" name="vote-label-2">
            <a:extLst xmlns:a="http://schemas.openxmlformats.org/drawingml/2006/main">
              <a:ext uri="{FF2B5EF4-FFF2-40B4-BE49-F238E27FC236}">
                <a16:creationId xmlns:a16="http://schemas.microsoft.com/office/drawing/2014/main" id="{D9E5E8E4-B577-426B-9ABB-68902376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7677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Duplicate Vote Prevention</a:t>
            </a:r>
          </a:p>
        </p:txBody>
      </p:sp>
      <p:sp>
        <p:nvSpPr>
          <p:cNvPr id="19" name="vote-item-3-disc">
            <a:extLst xmlns:a="http://schemas.openxmlformats.org/drawingml/2006/main">
              <a:ext uri="{FF2B5EF4-FFF2-40B4-BE49-F238E27FC236}">
                <a16:creationId xmlns:a16="http://schemas.microsoft.com/office/drawing/2014/main" id="{33D36554-A812-4D5D-9722-D76DD2A3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4686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6edc42b1a4b7f">
            <a:extLst>
              <a:ext uri="{96DAC541-7B7A-43D3-8B79-37D633B846F1}">
                <asvg:svgBlip xmlns:asvg="http://schemas.microsoft.com/office/drawing/2016/SVG/main" r:embed="R3479027cc24846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86125" y="48101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1" name="vote-label-3">
            <a:extLst xmlns:a="http://schemas.openxmlformats.org/drawingml/2006/main">
              <a:ext uri="{FF2B5EF4-FFF2-40B4-BE49-F238E27FC236}">
                <a16:creationId xmlns:a16="http://schemas.microsoft.com/office/drawing/2014/main" id="{503A754C-A80F-44D9-A59C-8D198D87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7677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Live Results</a:t>
            </a:r>
          </a:p>
        </p:txBody>
      </p:sp>
      <p:sp>
        <p:nvSpPr>
          <p:cNvPr id="22" name="org-right-header">
            <a:extLst xmlns:a="http://schemas.openxmlformats.org/drawingml/2006/main">
              <a:ext uri="{FF2B5EF4-FFF2-40B4-BE49-F238E27FC236}">
                <a16:creationId xmlns:a16="http://schemas.microsoft.com/office/drawing/2014/main" id="{5FEE1684-E898-4A4A-8B3A-89E88C40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ORGANIZATIONAL MANAGEMENT</a:t>
            </a:r>
          </a:p>
        </p:txBody>
      </p:sp>
      <p:sp>
        <p:nvSpPr>
          <p:cNvPr id="23" name="org-right-big">
            <a:extLst xmlns:a="http://schemas.openxmlformats.org/drawingml/2006/main">
              <a:ext uri="{FF2B5EF4-FFF2-40B4-BE49-F238E27FC236}">
                <a16:creationId xmlns:a16="http://schemas.microsoft.com/office/drawing/2014/main" id="{53B7E2A9-2C0C-4D5A-ABAA-E28F5D43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1460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Clear workflows.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Visible responsibility.</a:t>
            </a:r>
          </a:p>
        </p:txBody>
      </p:sp>
      <p:sp>
        <p:nvSpPr>
          <p:cNvPr id="24" name="org-item-0-disc">
            <a:extLst xmlns:a="http://schemas.openxmlformats.org/drawingml/2006/main">
              <a:ext uri="{FF2B5EF4-FFF2-40B4-BE49-F238E27FC236}">
                <a16:creationId xmlns:a16="http://schemas.microsoft.com/office/drawing/2014/main" id="{8022C100-141C-4A44-8D5A-D04EAB9E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3648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68c7c01bd4aa7">
            <a:extLst>
              <a:ext uri="{96DAC541-7B7A-43D3-8B79-37D633B846F1}">
                <asvg:svgBlip xmlns:asvg="http://schemas.microsoft.com/office/drawing/2016/SVG/main" r:embed="Rd4da5dd1e6594a7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86550" y="37623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6" name="org-label-0">
            <a:extLst xmlns:a="http://schemas.openxmlformats.org/drawingml/2006/main">
              <a:ext uri="{FF2B5EF4-FFF2-40B4-BE49-F238E27FC236}">
                <a16:creationId xmlns:a16="http://schemas.microsoft.com/office/drawing/2014/main" id="{6596E0A1-24C0-4B2B-9C7A-27530B56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3855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Application Review</a:t>
            </a:r>
          </a:p>
        </p:txBody>
      </p:sp>
      <p:sp>
        <p:nvSpPr>
          <p:cNvPr id="27" name="org-desc-0">
            <a:extLst xmlns:a="http://schemas.openxmlformats.org/drawingml/2006/main">
              <a:ext uri="{FF2B5EF4-FFF2-40B4-BE49-F238E27FC236}">
                <a16:creationId xmlns:a16="http://schemas.microsoft.com/office/drawing/2014/main" id="{36F28EDE-B764-4522-8460-E8D24022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433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Structured evaluation</a:t>
            </a:r>
          </a:p>
        </p:txBody>
      </p:sp>
      <p:sp>
        <p:nvSpPr>
          <p:cNvPr id="28" name="org-item-1-disc">
            <a:extLst xmlns:a="http://schemas.openxmlformats.org/drawingml/2006/main">
              <a:ext uri="{FF2B5EF4-FFF2-40B4-BE49-F238E27FC236}">
                <a16:creationId xmlns:a16="http://schemas.microsoft.com/office/drawing/2014/main" id="{2EC870F0-26E3-495C-B375-78ECF660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4352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260e9e90340b4">
            <a:extLst>
              <a:ext uri="{96DAC541-7B7A-43D3-8B79-37D633B846F1}">
                <asvg:svgBlip xmlns:asvg="http://schemas.microsoft.com/office/drawing/2016/SVG/main" r:embed="R201c596ae0274d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86550" y="44672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0" name="org-label-1">
            <a:extLst xmlns:a="http://schemas.openxmlformats.org/drawingml/2006/main">
              <a:ext uri="{FF2B5EF4-FFF2-40B4-BE49-F238E27FC236}">
                <a16:creationId xmlns:a16="http://schemas.microsoft.com/office/drawing/2014/main" id="{A69B98DA-FF66-46B6-BCF6-73C40DB5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4340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CEC Management</a:t>
            </a:r>
          </a:p>
        </p:txBody>
      </p:sp>
      <p:sp>
        <p:nvSpPr>
          <p:cNvPr id="31" name="org-desc-1">
            <a:extLst xmlns:a="http://schemas.openxmlformats.org/drawingml/2006/main">
              <a:ext uri="{FF2B5EF4-FFF2-40B4-BE49-F238E27FC236}">
                <a16:creationId xmlns:a16="http://schemas.microsoft.com/office/drawing/2014/main" id="{13B7FF2B-B190-414C-82FC-8EC266D7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482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Central executive coordination</a:t>
            </a:r>
          </a:p>
        </p:txBody>
      </p:sp>
      <p:sp>
        <p:nvSpPr>
          <p:cNvPr id="32" name="org-item-2-disc">
            <a:extLst xmlns:a="http://schemas.openxmlformats.org/drawingml/2006/main">
              <a:ext uri="{FF2B5EF4-FFF2-40B4-BE49-F238E27FC236}">
                <a16:creationId xmlns:a16="http://schemas.microsoft.com/office/drawing/2014/main" id="{51C37373-27F7-47FD-B27D-767B047F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5057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cfc2e3ce44aba">
            <a:extLst>
              <a:ext uri="{96DAC541-7B7A-43D3-8B79-37D633B846F1}">
                <asvg:svgBlip xmlns:asvg="http://schemas.microsoft.com/office/drawing/2016/SVG/main" r:embed="R303b7091b0cd48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86550" y="51720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4" name="org-label-2">
            <a:extLst xmlns:a="http://schemas.openxmlformats.org/drawingml/2006/main">
              <a:ext uri="{FF2B5EF4-FFF2-40B4-BE49-F238E27FC236}">
                <a16:creationId xmlns:a16="http://schemas.microsoft.com/office/drawing/2014/main" id="{82731492-BE6F-47B0-8C0F-2F1AEE63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4825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Advisory Council Management</a:t>
            </a:r>
          </a:p>
        </p:txBody>
      </p:sp>
      <p:sp>
        <p:nvSpPr>
          <p:cNvPr id="35" name="org-desc-2">
            <a:extLst xmlns:a="http://schemas.openxmlformats.org/drawingml/2006/main">
              <a:ext uri="{FF2B5EF4-FFF2-40B4-BE49-F238E27FC236}">
                <a16:creationId xmlns:a16="http://schemas.microsoft.com/office/drawing/2014/main" id="{394B95D0-F83C-481B-89DB-57C63077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3530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Connected oversight</a:t>
            </a:r>
          </a:p>
        </p:txBody>
      </p:sp>
      <p:sp>
        <p:nvSpPr>
          <p:cNvPr id="36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57CABD12-892C-4F89-A57A-F037821D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6552"/>
            </a:solidFill>
            <a:prstDash val="solid"/>
          </a:ln>
        </p:spPr>
      </p:sp>
      <p:sp>
        <p:nvSpPr>
          <p:cNvPr id="37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C8FD4DA2-AD40-43EF-B125-41510707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38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70B0551C-0584-47E2-97B3-9E10A10B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379841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94999BF0-7175-4196-9383-33F68DB7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671FA69E-3E4D-4FDD-8075-3ADC813B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F8C5D4-3529-4A46-92CF-A1180199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 value grows with every interaction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A3D9184-14AA-4C9F-A455-3895063D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Identity, services, communication and opportunity come together in one place.</a:t>
            </a:r>
          </a:p>
        </p:txBody>
      </p:sp>
      <p:sp>
        <p:nvSpPr>
          <p:cNvPr id="5" name="benefit-left-link-0">
            <a:extLst xmlns:a="http://schemas.openxmlformats.org/drawingml/2006/main">
              <a:ext uri="{FF2B5EF4-FFF2-40B4-BE49-F238E27FC236}">
                <a16:creationId xmlns:a16="http://schemas.microsoft.com/office/drawing/2014/main" id="{8108DDEF-6C49-4C58-9582-7384B0C6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251460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6" name="benefit-left-link-1">
            <a:extLst xmlns:a="http://schemas.openxmlformats.org/drawingml/2006/main">
              <a:ext uri="{FF2B5EF4-FFF2-40B4-BE49-F238E27FC236}">
                <a16:creationId xmlns:a16="http://schemas.microsoft.com/office/drawing/2014/main" id="{3AF1FA66-85C6-4A38-BEBC-D25ACB0E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34099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7" name="benefit-left-link-2">
            <a:extLst xmlns:a="http://schemas.openxmlformats.org/drawingml/2006/main">
              <a:ext uri="{FF2B5EF4-FFF2-40B4-BE49-F238E27FC236}">
                <a16:creationId xmlns:a16="http://schemas.microsoft.com/office/drawing/2014/main" id="{EB366741-78F8-4307-9D56-A1306551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430530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8" name="benefit-left-link-3">
            <a:extLst xmlns:a="http://schemas.openxmlformats.org/drawingml/2006/main">
              <a:ext uri="{FF2B5EF4-FFF2-40B4-BE49-F238E27FC236}">
                <a16:creationId xmlns:a16="http://schemas.microsoft.com/office/drawing/2014/main" id="{CCAF663B-D5B5-4933-A26D-9504DA49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52006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9" name="benefit-right-link-0">
            <a:extLst xmlns:a="http://schemas.openxmlformats.org/drawingml/2006/main">
              <a:ext uri="{FF2B5EF4-FFF2-40B4-BE49-F238E27FC236}">
                <a16:creationId xmlns:a16="http://schemas.microsoft.com/office/drawing/2014/main" id="{8F26E5B3-8391-4684-9B96-B5A72CF8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15200" y="25146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10" name="benefit-right-link-1">
            <a:extLst xmlns:a="http://schemas.openxmlformats.org/drawingml/2006/main">
              <a:ext uri="{FF2B5EF4-FFF2-40B4-BE49-F238E27FC236}">
                <a16:creationId xmlns:a16="http://schemas.microsoft.com/office/drawing/2014/main" id="{C4701610-F43B-44FB-A0B9-E000750E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15200" y="340995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11" name="benefit-right-link-2">
            <a:extLst xmlns:a="http://schemas.openxmlformats.org/drawingml/2006/main">
              <a:ext uri="{FF2B5EF4-FFF2-40B4-BE49-F238E27FC236}">
                <a16:creationId xmlns:a16="http://schemas.microsoft.com/office/drawing/2014/main" id="{65AF7ACF-0D98-4D25-BB92-6AB7AED4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15200" y="43053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12" name="benefit-right-link-3">
            <a:extLst xmlns:a="http://schemas.openxmlformats.org/drawingml/2006/main">
              <a:ext uri="{FF2B5EF4-FFF2-40B4-BE49-F238E27FC236}">
                <a16:creationId xmlns:a16="http://schemas.microsoft.com/office/drawing/2014/main" id="{453725D2-2E62-4498-A46C-9FB049CB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15200" y="520065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13" name="benefit-core-shadow">
            <a:extLst xmlns:a="http://schemas.openxmlformats.org/drawingml/2006/main">
              <a:ext uri="{FF2B5EF4-FFF2-40B4-BE49-F238E27FC236}">
                <a16:creationId xmlns:a16="http://schemas.microsoft.com/office/drawing/2014/main" id="{97645D6B-A393-4722-8CBB-CDEE3188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2533650"/>
            <a:ext cx="2705100" cy="2705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enefit-core">
            <a:extLst xmlns:a="http://schemas.openxmlformats.org/drawingml/2006/main">
              <a:ext uri="{FF2B5EF4-FFF2-40B4-BE49-F238E27FC236}">
                <a16:creationId xmlns:a16="http://schemas.microsoft.com/office/drawing/2014/main" id="{1B45FA2F-CBA7-4655-B139-B0FDCB7B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2400300"/>
            <a:ext cx="2705100" cy="2705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584f564414b96">
            <a:extLst>
              <a:ext uri="{96DAC541-7B7A-43D3-8B79-37D633B846F1}">
                <asvg:svgBlip xmlns:asvg="http://schemas.microsoft.com/office/drawing/2016/SVG/main" r:embed="R9ce06ad1632148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38800" y="289560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16" name="benefit-core-label">
            <a:extLst xmlns:a="http://schemas.openxmlformats.org/drawingml/2006/main">
              <a:ext uri="{FF2B5EF4-FFF2-40B4-BE49-F238E27FC236}">
                <a16:creationId xmlns:a16="http://schemas.microsoft.com/office/drawing/2014/main" id="{1055D7AF-786F-45EA-B8D5-6E5BE7BC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14750"/>
            <a:ext cx="1447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MEMBER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VALUE</a:t>
            </a:r>
          </a:p>
        </p:txBody>
      </p:sp>
      <p:sp>
        <p:nvSpPr>
          <p:cNvPr id="17" name="benefit-core-copy">
            <a:extLst xmlns:a="http://schemas.openxmlformats.org/drawingml/2006/main">
              <a:ext uri="{FF2B5EF4-FFF2-40B4-BE49-F238E27FC236}">
                <a16:creationId xmlns:a16="http://schemas.microsoft.com/office/drawing/2014/main" id="{99A652B4-FEB1-4699-8FA3-7528BCA5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529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BFD0C7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FD0C7"/>
                </a:solidFill>
                <a:latin typeface="Aptos"/>
                <a:ea typeface="Aptos"/>
                <a:cs typeface="Aptos"/>
              </a:rPr>
              <a:t>One connected experience</a:t>
            </a:r>
          </a:p>
        </p:txBody>
      </p:sp>
      <p:sp>
        <p:nvSpPr>
          <p:cNvPr id="18" name="benefit-left-box-0">
            <a:extLst xmlns:a="http://schemas.openxmlformats.org/drawingml/2006/main">
              <a:ext uri="{FF2B5EF4-FFF2-40B4-BE49-F238E27FC236}">
                <a16:creationId xmlns:a16="http://schemas.microsoft.com/office/drawing/2014/main" id="{B5C18C98-37EA-4BA8-96F0-0F4AEA4E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23837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096cde4d342bf">
            <a:extLst>
              <a:ext uri="{96DAC541-7B7A-43D3-8B79-37D633B846F1}">
                <asvg:svgBlip xmlns:asvg="http://schemas.microsoft.com/office/drawing/2016/SVG/main" r:embed="R58571345d817442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23812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0" name="benefit-left-label-0">
            <a:extLst xmlns:a="http://schemas.openxmlformats.org/drawingml/2006/main">
              <a:ext uri="{FF2B5EF4-FFF2-40B4-BE49-F238E27FC236}">
                <a16:creationId xmlns:a16="http://schemas.microsoft.com/office/drawing/2014/main" id="{8AFC0179-EBA5-4EEB-B677-0C304335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383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Digital Identity</a:t>
            </a:r>
          </a:p>
        </p:txBody>
      </p:sp>
      <p:sp>
        <p:nvSpPr>
          <p:cNvPr id="21" name="benefit-left-box-1">
            <a:extLst xmlns:a="http://schemas.openxmlformats.org/drawingml/2006/main">
              <a:ext uri="{FF2B5EF4-FFF2-40B4-BE49-F238E27FC236}">
                <a16:creationId xmlns:a16="http://schemas.microsoft.com/office/drawing/2014/main" id="{A9B0530F-BDF4-4294-8A14-8630AECE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13372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22c010aa8446d">
            <a:extLst>
              <a:ext uri="{96DAC541-7B7A-43D3-8B79-37D633B846F1}">
                <asvg:svgBlip xmlns:asvg="http://schemas.microsoft.com/office/drawing/2016/SVG/main" r:embed="R29c69e1e951241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3276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benefit-left-label-1">
            <a:extLst xmlns:a="http://schemas.openxmlformats.org/drawingml/2006/main">
              <a:ext uri="{FF2B5EF4-FFF2-40B4-BE49-F238E27FC236}">
                <a16:creationId xmlns:a16="http://schemas.microsoft.com/office/drawing/2014/main" id="{D872CB5F-9169-4C5B-8B8E-99A8B48B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3372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Verified Membership</a:t>
            </a:r>
          </a:p>
        </p:txBody>
      </p:sp>
      <p:sp>
        <p:nvSpPr>
          <p:cNvPr id="24" name="benefit-left-box-2">
            <a:extLst xmlns:a="http://schemas.openxmlformats.org/drawingml/2006/main">
              <a:ext uri="{FF2B5EF4-FFF2-40B4-BE49-F238E27FC236}">
                <a16:creationId xmlns:a16="http://schemas.microsoft.com/office/drawing/2014/main" id="{5AD6759C-6163-4F60-B335-BB398789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2907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5a42882934948">
            <a:extLst>
              <a:ext uri="{96DAC541-7B7A-43D3-8B79-37D633B846F1}">
                <asvg:svgBlip xmlns:asvg="http://schemas.microsoft.com/office/drawing/2016/SVG/main" r:embed="R8a4600ffeebc468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41719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6" name="benefit-left-label-2">
            <a:extLst xmlns:a="http://schemas.openxmlformats.org/drawingml/2006/main">
              <a:ext uri="{FF2B5EF4-FFF2-40B4-BE49-F238E27FC236}">
                <a16:creationId xmlns:a16="http://schemas.microsoft.com/office/drawing/2014/main" id="{B7F981D3-0B23-4C32-97AF-3232F9E5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290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Easy Access to Services</a:t>
            </a:r>
          </a:p>
        </p:txBody>
      </p:sp>
      <p:sp>
        <p:nvSpPr>
          <p:cNvPr id="27" name="benefit-left-box-3">
            <a:extLst xmlns:a="http://schemas.openxmlformats.org/drawingml/2006/main">
              <a:ext uri="{FF2B5EF4-FFF2-40B4-BE49-F238E27FC236}">
                <a16:creationId xmlns:a16="http://schemas.microsoft.com/office/drawing/2014/main" id="{3C7B5FB4-B48D-4130-9039-03061398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92442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881b3d07a4ea2">
            <a:extLst>
              <a:ext uri="{96DAC541-7B7A-43D3-8B79-37D633B846F1}">
                <asvg:svgBlip xmlns:asvg="http://schemas.microsoft.com/office/drawing/2016/SVG/main" r:embed="Rac43f32ccd4f41c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50673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9" name="benefit-left-label-3">
            <a:extLst xmlns:a="http://schemas.openxmlformats.org/drawingml/2006/main">
              <a:ext uri="{FF2B5EF4-FFF2-40B4-BE49-F238E27FC236}">
                <a16:creationId xmlns:a16="http://schemas.microsoft.com/office/drawing/2014/main" id="{EA38E786-6A79-475B-9AE5-1A807E67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442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Professional CV</a:t>
            </a:r>
          </a:p>
        </p:txBody>
      </p:sp>
      <p:sp>
        <p:nvSpPr>
          <p:cNvPr id="30" name="benefit-right-box-0">
            <a:extLst xmlns:a="http://schemas.openxmlformats.org/drawingml/2006/main">
              <a:ext uri="{FF2B5EF4-FFF2-40B4-BE49-F238E27FC236}">
                <a16:creationId xmlns:a16="http://schemas.microsoft.com/office/drawing/2014/main" id="{B939CB09-0722-4B35-860D-E972ABCB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223837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300ca1c6b4108">
            <a:extLst>
              <a:ext uri="{96DAC541-7B7A-43D3-8B79-37D633B846F1}">
                <asvg:svgBlip xmlns:asvg="http://schemas.microsoft.com/office/drawing/2016/SVG/main" r:embed="R9941eb71c38746b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39200" y="23812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2" name="benefit-right-label-0">
            <a:extLst xmlns:a="http://schemas.openxmlformats.org/drawingml/2006/main">
              <a:ext uri="{FF2B5EF4-FFF2-40B4-BE49-F238E27FC236}">
                <a16:creationId xmlns:a16="http://schemas.microsoft.com/office/drawing/2014/main" id="{E2C427F7-A34E-45AF-9EB7-2F2438AE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383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Better Communication</a:t>
            </a:r>
          </a:p>
        </p:txBody>
      </p:sp>
      <p:sp>
        <p:nvSpPr>
          <p:cNvPr id="33" name="benefit-right-box-1">
            <a:extLst xmlns:a="http://schemas.openxmlformats.org/drawingml/2006/main">
              <a:ext uri="{FF2B5EF4-FFF2-40B4-BE49-F238E27FC236}">
                <a16:creationId xmlns:a16="http://schemas.microsoft.com/office/drawing/2014/main" id="{302B6615-7AF1-4455-BC1C-C8ED8147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313372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78c70cc4e4f8e">
            <a:extLst>
              <a:ext uri="{96DAC541-7B7A-43D3-8B79-37D633B846F1}">
                <asvg:svgBlip xmlns:asvg="http://schemas.microsoft.com/office/drawing/2016/SVG/main" r:embed="R72683436bfc44b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39200" y="3276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5" name="benefit-right-label-1">
            <a:extLst xmlns:a="http://schemas.openxmlformats.org/drawingml/2006/main">
              <a:ext uri="{FF2B5EF4-FFF2-40B4-BE49-F238E27FC236}">
                <a16:creationId xmlns:a16="http://schemas.microsoft.com/office/drawing/2014/main" id="{6D26993C-26B0-48EC-B9E7-B00AF382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3372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Transparency</a:t>
            </a:r>
          </a:p>
        </p:txBody>
      </p:sp>
      <p:sp>
        <p:nvSpPr>
          <p:cNvPr id="36" name="benefit-right-box-2">
            <a:extLst xmlns:a="http://schemas.openxmlformats.org/drawingml/2006/main">
              <a:ext uri="{FF2B5EF4-FFF2-40B4-BE49-F238E27FC236}">
                <a16:creationId xmlns:a16="http://schemas.microsoft.com/office/drawing/2014/main" id="{18145D1F-2D0C-47D7-8C1B-8AE16EF0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402907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60a555a6e4fde">
            <a:extLst>
              <a:ext uri="{96DAC541-7B7A-43D3-8B79-37D633B846F1}">
                <asvg:svgBlip xmlns:asvg="http://schemas.microsoft.com/office/drawing/2016/SVG/main" r:embed="R15f9a81a119c423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39200" y="41719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8" name="benefit-right-label-2">
            <a:extLst xmlns:a="http://schemas.openxmlformats.org/drawingml/2006/main">
              <a:ext uri="{FF2B5EF4-FFF2-40B4-BE49-F238E27FC236}">
                <a16:creationId xmlns:a16="http://schemas.microsoft.com/office/drawing/2014/main" id="{401DEDAC-F771-4EBD-8DD4-8C46365F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290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Global Networking</a:t>
            </a:r>
          </a:p>
        </p:txBody>
      </p:sp>
      <p:sp>
        <p:nvSpPr>
          <p:cNvPr id="39" name="benefit-right-box-3">
            <a:extLst xmlns:a="http://schemas.openxmlformats.org/drawingml/2006/main">
              <a:ext uri="{FF2B5EF4-FFF2-40B4-BE49-F238E27FC236}">
                <a16:creationId xmlns:a16="http://schemas.microsoft.com/office/drawing/2014/main" id="{6BA22F50-CE81-4869-8EEB-F4BC974E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492442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475f779184f5f">
            <a:extLst>
              <a:ext uri="{96DAC541-7B7A-43D3-8B79-37D633B846F1}">
                <asvg:svgBlip xmlns:asvg="http://schemas.microsoft.com/office/drawing/2016/SVG/main" r:embed="R0c827211cacb48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39200" y="50673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1" name="benefit-right-label-3">
            <a:extLst xmlns:a="http://schemas.openxmlformats.org/drawingml/2006/main">
              <a:ext uri="{FF2B5EF4-FFF2-40B4-BE49-F238E27FC236}">
                <a16:creationId xmlns:a16="http://schemas.microsoft.com/office/drawing/2014/main" id="{6940C546-F20B-412A-83A5-583EFBDF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2442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Centralized Opportunities</a:t>
            </a:r>
          </a:p>
        </p:txBody>
      </p:sp>
      <p:sp>
        <p:nvSpPr>
          <p:cNvPr id="42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C729F9A5-71A9-4C4C-8450-0C7DD00E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43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4A1F6D45-EBA2-4FDA-A6C3-AF91E3A6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4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37ABEBFE-96F6-4F09-AD7F-742B9D12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445318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2B7C1C31-8B4D-4865-A68F-F77FBDF1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58E0A0AB-DA3C-4303-B1BD-70F20031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D16D2A-F910-4CCA-8A40-E246AB4E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Upcoming modules expand the platform’s reach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6FAA105-3E64-4DD7-96B1-BC8F3834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A proposed next-stage roadmap shaped by the live platform and emerging community needs.</a:t>
            </a:r>
          </a:p>
        </p:txBody>
      </p:sp>
      <p:sp>
        <p:nvSpPr>
          <p:cNvPr id="5" name="upcoming-left-band">
            <a:extLst xmlns:a="http://schemas.openxmlformats.org/drawingml/2006/main">
              <a:ext uri="{FF2B5EF4-FFF2-40B4-BE49-F238E27FC236}">
                <a16:creationId xmlns:a16="http://schemas.microsoft.com/office/drawing/2014/main" id="{9BEB303F-8F3B-4DFA-ADE3-8F0698C7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1914525"/>
            <a:ext cx="3143250" cy="410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upcoming-kicker">
            <a:extLst xmlns:a="http://schemas.openxmlformats.org/drawingml/2006/main">
              <a:ext uri="{FF2B5EF4-FFF2-40B4-BE49-F238E27FC236}">
                <a16:creationId xmlns:a16="http://schemas.microsoft.com/office/drawing/2014/main" id="{6CA3825E-5EB5-4BED-BA9A-4594AD11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PROPOSED ROADMAP</a:t>
            </a:r>
          </a:p>
        </p:txBody>
      </p:sp>
      <p:sp>
        <p:nvSpPr>
          <p:cNvPr id="7" name="upcoming-next">
            <a:extLst xmlns:a="http://schemas.openxmlformats.org/drawingml/2006/main">
              <a:ext uri="{FF2B5EF4-FFF2-40B4-BE49-F238E27FC236}">
                <a16:creationId xmlns:a16="http://schemas.microsoft.com/office/drawing/2014/main" id="{11CD5C80-BEB6-4F18-BE3D-829FFB8E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76525"/>
            <a:ext cx="2190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7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  <p:sp>
        <p:nvSpPr>
          <p:cNvPr id="8" name="upcoming-left-rule">
            <a:extLst xmlns:a="http://schemas.openxmlformats.org/drawingml/2006/main">
              <a:ext uri="{FF2B5EF4-FFF2-40B4-BE49-F238E27FC236}">
                <a16:creationId xmlns:a16="http://schemas.microsoft.com/office/drawing/2014/main" id="{95BB2D03-776F-4B00-89D2-57385F3C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7750" y="38290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sp>
        <p:nvSpPr>
          <p:cNvPr id="9" name="upcoming-left-copy">
            <a:extLst xmlns:a="http://schemas.openxmlformats.org/drawingml/2006/main">
              <a:ext uri="{FF2B5EF4-FFF2-40B4-BE49-F238E27FC236}">
                <a16:creationId xmlns:a16="http://schemas.microsoft.com/office/drawing/2014/main" id="{941FCDB1-9A9C-45A6-8F64-6934188C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Extend access.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Deepen participation.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Measure community impact.</a:t>
            </a:r>
          </a:p>
        </p:txBody>
      </p:sp>
      <p:sp>
        <p:nvSpPr>
          <p:cNvPr id="10" name="upcoming-left-note">
            <a:extLst xmlns:a="http://schemas.openxmlformats.org/drawingml/2006/main">
              <a:ext uri="{FF2B5EF4-FFF2-40B4-BE49-F238E27FC236}">
                <a16:creationId xmlns:a16="http://schemas.microsoft.com/office/drawing/2014/main" id="{AD574094-1AD7-4D11-A686-03BA2754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 i="0">
                <a:solidFill>
                  <a:srgbClr val="BFD0C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FD0C7"/>
                </a:solidFill>
                <a:latin typeface="Aptos"/>
                <a:ea typeface="Aptos"/>
                <a:cs typeface="Aptos"/>
              </a:rPr>
              <a:t>Priorities can be phased by community value and operational readiness.</a:t>
            </a:r>
          </a:p>
        </p:txBody>
      </p:sp>
      <p:sp>
        <p:nvSpPr>
          <p:cNvPr id="11" name="upcoming-item-0-disc">
            <a:extLst xmlns:a="http://schemas.openxmlformats.org/drawingml/2006/main">
              <a:ext uri="{FF2B5EF4-FFF2-40B4-BE49-F238E27FC236}">
                <a16:creationId xmlns:a16="http://schemas.microsoft.com/office/drawing/2014/main" id="{F5CE0B88-801D-4346-B903-C6448E58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2152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4986dba214d66">
            <a:extLst>
              <a:ext uri="{96DAC541-7B7A-43D3-8B79-37D633B846F1}">
                <asvg:svgBlip xmlns:asvg="http://schemas.microsoft.com/office/drawing/2016/SVG/main" r:embed="Rde45bb7fe75842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43338" y="2281238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13" name="upcoming-label-0">
            <a:extLst xmlns:a="http://schemas.openxmlformats.org/drawingml/2006/main">
              <a:ext uri="{FF2B5EF4-FFF2-40B4-BE49-F238E27FC236}">
                <a16:creationId xmlns:a16="http://schemas.microsoft.com/office/drawing/2014/main" id="{5C6A4535-755F-48CB-BEB5-2186EA9B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336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Mobile App</a:t>
            </a:r>
          </a:p>
        </p:txBody>
      </p:sp>
      <p:sp>
        <p:nvSpPr>
          <p:cNvPr id="14" name="upcoming-desc-0">
            <a:extLst xmlns:a="http://schemas.openxmlformats.org/drawingml/2006/main">
              <a:ext uri="{FF2B5EF4-FFF2-40B4-BE49-F238E27FC236}">
                <a16:creationId xmlns:a16="http://schemas.microsoft.com/office/drawing/2014/main" id="{EBCD1183-D73F-4403-9AEA-FEE1F3E7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146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Services and notifications anywhere</a:t>
            </a:r>
          </a:p>
        </p:txBody>
      </p:sp>
      <p:sp>
        <p:nvSpPr>
          <p:cNvPr id="15" name="upcoming-rule-0">
            <a:extLst xmlns:a="http://schemas.openxmlformats.org/drawingml/2006/main">
              <a:ext uri="{FF2B5EF4-FFF2-40B4-BE49-F238E27FC236}">
                <a16:creationId xmlns:a16="http://schemas.microsoft.com/office/drawing/2014/main" id="{C8257A83-005C-4157-9B7A-2DD1B8F4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00550" y="306705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6552"/>
            </a:solidFill>
            <a:prstDash val="solid"/>
          </a:ln>
        </p:spPr>
      </p:sp>
      <p:sp>
        <p:nvSpPr>
          <p:cNvPr id="16" name="upcoming-item-1-disc">
            <a:extLst xmlns:a="http://schemas.openxmlformats.org/drawingml/2006/main">
              <a:ext uri="{FF2B5EF4-FFF2-40B4-BE49-F238E27FC236}">
                <a16:creationId xmlns:a16="http://schemas.microsoft.com/office/drawing/2014/main" id="{2E55A14D-E8DD-48FC-BC1C-A2D8D3EB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9050" y="2152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fd3a810ec43b3">
            <a:extLst>
              <a:ext uri="{96DAC541-7B7A-43D3-8B79-37D633B846F1}">
                <asvg:svgBlip xmlns:asvg="http://schemas.microsoft.com/office/drawing/2016/SVG/main" r:embed="Rbc2a00d6c4e34d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67638" y="2281238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18" name="upcoming-label-1">
            <a:extLst xmlns:a="http://schemas.openxmlformats.org/drawingml/2006/main">
              <a:ext uri="{FF2B5EF4-FFF2-40B4-BE49-F238E27FC236}">
                <a16:creationId xmlns:a16="http://schemas.microsoft.com/office/drawing/2014/main" id="{090122CF-0BCD-48C1-B26D-9B123601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336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Mentorship Exchange</a:t>
            </a:r>
          </a:p>
        </p:txBody>
      </p:sp>
      <p:sp>
        <p:nvSpPr>
          <p:cNvPr id="19" name="upcoming-desc-1">
            <a:extLst xmlns:a="http://schemas.openxmlformats.org/drawingml/2006/main">
              <a:ext uri="{FF2B5EF4-FFF2-40B4-BE49-F238E27FC236}">
                <a16:creationId xmlns:a16="http://schemas.microsoft.com/office/drawing/2014/main" id="{FE6C2C1F-7388-4023-92A6-196DE04E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146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Students connected with professionals</a:t>
            </a:r>
          </a:p>
        </p:txBody>
      </p:sp>
      <p:sp>
        <p:nvSpPr>
          <p:cNvPr id="20" name="upcoming-rule-1">
            <a:extLst xmlns:a="http://schemas.openxmlformats.org/drawingml/2006/main">
              <a:ext uri="{FF2B5EF4-FFF2-40B4-BE49-F238E27FC236}">
                <a16:creationId xmlns:a16="http://schemas.microsoft.com/office/drawing/2014/main" id="{4AFC4FA0-8FFF-47B4-B2D0-21D05BD0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24850" y="306705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6552"/>
            </a:solidFill>
            <a:prstDash val="solid"/>
          </a:ln>
        </p:spPr>
      </p:sp>
      <p:sp>
        <p:nvSpPr>
          <p:cNvPr id="21" name="upcoming-item-2-disc">
            <a:extLst xmlns:a="http://schemas.openxmlformats.org/drawingml/2006/main">
              <a:ext uri="{FF2B5EF4-FFF2-40B4-BE49-F238E27FC236}">
                <a16:creationId xmlns:a16="http://schemas.microsoft.com/office/drawing/2014/main" id="{62EBE79F-7886-496D-A735-2523C5EA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333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1c204a94a45b9">
            <a:extLst>
              <a:ext uri="{96DAC541-7B7A-43D3-8B79-37D633B846F1}">
                <asvg:svgBlip xmlns:asvg="http://schemas.microsoft.com/office/drawing/2016/SVG/main" r:embed="R77ccbf0af6cf46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43338" y="3462338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23" name="upcoming-label-2">
            <a:extLst xmlns:a="http://schemas.openxmlformats.org/drawingml/2006/main">
              <a:ext uri="{FF2B5EF4-FFF2-40B4-BE49-F238E27FC236}">
                <a16:creationId xmlns:a16="http://schemas.microsoft.com/office/drawing/2014/main" id="{C8613597-ADE0-40B5-BB76-28AD85DB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147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Welfare Management</a:t>
            </a:r>
          </a:p>
        </p:txBody>
      </p:sp>
      <p:sp>
        <p:nvSpPr>
          <p:cNvPr id="24" name="upcoming-desc-2">
            <a:extLst xmlns:a="http://schemas.openxmlformats.org/drawingml/2006/main">
              <a:ext uri="{FF2B5EF4-FFF2-40B4-BE49-F238E27FC236}">
                <a16:creationId xmlns:a16="http://schemas.microsoft.com/office/drawing/2014/main" id="{B9137D84-EA66-4504-A863-54D0BC48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Transparent support and community giving</a:t>
            </a:r>
          </a:p>
        </p:txBody>
      </p:sp>
      <p:sp>
        <p:nvSpPr>
          <p:cNvPr id="25" name="upcoming-rule-2">
            <a:extLst xmlns:a="http://schemas.openxmlformats.org/drawingml/2006/main">
              <a:ext uri="{FF2B5EF4-FFF2-40B4-BE49-F238E27FC236}">
                <a16:creationId xmlns:a16="http://schemas.microsoft.com/office/drawing/2014/main" id="{1A4A35BE-E2F7-4468-A1C5-068F0813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00550" y="424815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6552"/>
            </a:solidFill>
            <a:prstDash val="solid"/>
          </a:ln>
        </p:spPr>
      </p:sp>
      <p:sp>
        <p:nvSpPr>
          <p:cNvPr id="26" name="upcoming-item-3-disc">
            <a:extLst xmlns:a="http://schemas.openxmlformats.org/drawingml/2006/main">
              <a:ext uri="{FF2B5EF4-FFF2-40B4-BE49-F238E27FC236}">
                <a16:creationId xmlns:a16="http://schemas.microsoft.com/office/drawing/2014/main" id="{FDDD99D5-5759-41AD-A520-7C573DE0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9050" y="3333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112af23b84b22">
            <a:extLst>
              <a:ext uri="{96DAC541-7B7A-43D3-8B79-37D633B846F1}">
                <asvg:svgBlip xmlns:asvg="http://schemas.microsoft.com/office/drawing/2016/SVG/main" r:embed="Rebb7666a00d948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67638" y="3462338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28" name="upcoming-label-3">
            <a:extLst xmlns:a="http://schemas.openxmlformats.org/drawingml/2006/main">
              <a:ext uri="{FF2B5EF4-FFF2-40B4-BE49-F238E27FC236}">
                <a16:creationId xmlns:a16="http://schemas.microsoft.com/office/drawing/2014/main" id="{705A9D0C-133D-4A07-9138-42693AB6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147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Scholarship Tracker</a:t>
            </a:r>
          </a:p>
        </p:txBody>
      </p:sp>
      <p:sp>
        <p:nvSpPr>
          <p:cNvPr id="29" name="upcoming-desc-3">
            <a:extLst xmlns:a="http://schemas.openxmlformats.org/drawingml/2006/main">
              <a:ext uri="{FF2B5EF4-FFF2-40B4-BE49-F238E27FC236}">
                <a16:creationId xmlns:a16="http://schemas.microsoft.com/office/drawing/2014/main" id="{9FBF8CA1-C87D-4021-B18F-DA357E41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957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Guidance and application progress</a:t>
            </a:r>
          </a:p>
        </p:txBody>
      </p:sp>
      <p:sp>
        <p:nvSpPr>
          <p:cNvPr id="30" name="upcoming-rule-3">
            <a:extLst xmlns:a="http://schemas.openxmlformats.org/drawingml/2006/main">
              <a:ext uri="{FF2B5EF4-FFF2-40B4-BE49-F238E27FC236}">
                <a16:creationId xmlns:a16="http://schemas.microsoft.com/office/drawing/2014/main" id="{92B12A94-0F77-43A3-AC3F-BD1B4D17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24850" y="424815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6552"/>
            </a:solidFill>
            <a:prstDash val="solid"/>
          </a:ln>
        </p:spPr>
      </p:sp>
      <p:sp>
        <p:nvSpPr>
          <p:cNvPr id="31" name="upcoming-item-4-disc">
            <a:extLst xmlns:a="http://schemas.openxmlformats.org/drawingml/2006/main">
              <a:ext uri="{FF2B5EF4-FFF2-40B4-BE49-F238E27FC236}">
                <a16:creationId xmlns:a16="http://schemas.microsoft.com/office/drawing/2014/main" id="{E78700BD-83D4-460D-B509-239B34A6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4514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81f86eef64669">
            <a:extLst>
              <a:ext uri="{96DAC541-7B7A-43D3-8B79-37D633B846F1}">
                <asvg:svgBlip xmlns:asvg="http://schemas.microsoft.com/office/drawing/2016/SVG/main" r:embed="R25d3bb1c23354c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43338" y="4643438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3" name="upcoming-label-4">
            <a:extLst xmlns:a="http://schemas.openxmlformats.org/drawingml/2006/main">
              <a:ext uri="{FF2B5EF4-FFF2-40B4-BE49-F238E27FC236}">
                <a16:creationId xmlns:a16="http://schemas.microsoft.com/office/drawing/2014/main" id="{FEEF7FE1-F25A-461A-BDB4-EA1BFEF5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958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Local Council Portals</a:t>
            </a:r>
          </a:p>
        </p:txBody>
      </p:sp>
      <p:sp>
        <p:nvSpPr>
          <p:cNvPr id="34" name="upcoming-desc-4">
            <a:extLst xmlns:a="http://schemas.openxmlformats.org/drawingml/2006/main">
              <a:ext uri="{FF2B5EF4-FFF2-40B4-BE49-F238E27FC236}">
                <a16:creationId xmlns:a16="http://schemas.microsoft.com/office/drawing/2014/main" id="{1589A8CD-CC8C-447B-90E1-469B6782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768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Village and union-council coordination</a:t>
            </a:r>
          </a:p>
        </p:txBody>
      </p:sp>
      <p:sp>
        <p:nvSpPr>
          <p:cNvPr id="35" name="upcoming-item-5-disc">
            <a:extLst xmlns:a="http://schemas.openxmlformats.org/drawingml/2006/main">
              <a:ext uri="{FF2B5EF4-FFF2-40B4-BE49-F238E27FC236}">
                <a16:creationId xmlns:a16="http://schemas.microsoft.com/office/drawing/2014/main" id="{C599C064-D037-4F46-A7EB-2CC3FB3C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9050" y="4514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b12bf0476433f">
            <a:extLst>
              <a:ext uri="{96DAC541-7B7A-43D3-8B79-37D633B846F1}">
                <asvg:svgBlip xmlns:asvg="http://schemas.microsoft.com/office/drawing/2016/SVG/main" r:embed="R7abd1b1687aa46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67638" y="4643438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7" name="upcoming-label-5">
            <a:extLst xmlns:a="http://schemas.openxmlformats.org/drawingml/2006/main">
              <a:ext uri="{FF2B5EF4-FFF2-40B4-BE49-F238E27FC236}">
                <a16:creationId xmlns:a16="http://schemas.microsoft.com/office/drawing/2014/main" id="{9FCAD1D5-5E38-4F78-97EE-E1FFE02D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Impact Analytics</a:t>
            </a:r>
          </a:p>
        </p:txBody>
      </p:sp>
      <p:sp>
        <p:nvSpPr>
          <p:cNvPr id="38" name="upcoming-desc-5">
            <a:extLst xmlns:a="http://schemas.openxmlformats.org/drawingml/2006/main">
              <a:ext uri="{FF2B5EF4-FFF2-40B4-BE49-F238E27FC236}">
                <a16:creationId xmlns:a16="http://schemas.microsoft.com/office/drawing/2014/main" id="{058A6D01-DA0D-428D-A6D9-0AD02904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768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Reach, outcomes and transparent reporting</a:t>
            </a:r>
          </a:p>
        </p:txBody>
      </p:sp>
      <p:sp>
        <p:nvSpPr>
          <p:cNvPr id="39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98D113AA-EB84-4E48-B2CA-1B9B827E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6552"/>
            </a:solidFill>
            <a:prstDash val="solid"/>
          </a:ln>
        </p:spPr>
      </p:sp>
      <p:sp>
        <p:nvSpPr>
          <p:cNvPr id="40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21811485-7032-45F1-8904-7FDBD733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1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B66B80FA-BBF4-4830-A282-6B137081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443023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losing-side-panel">
            <a:extLst xmlns:a="http://schemas.openxmlformats.org/drawingml/2006/main">
              <a:ext uri="{FF2B5EF4-FFF2-40B4-BE49-F238E27FC236}">
                <a16:creationId xmlns:a16="http://schemas.microsoft.com/office/drawing/2014/main" id="{083162A0-104A-4572-997B-86F7936D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350" y="0"/>
            <a:ext cx="3295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ing-logo-halo">
            <a:extLst xmlns:a="http://schemas.openxmlformats.org/drawingml/2006/main">
              <a:ext uri="{FF2B5EF4-FFF2-40B4-BE49-F238E27FC236}">
                <a16:creationId xmlns:a16="http://schemas.microsoft.com/office/drawing/2014/main" id="{E7152BE6-93ED-45BE-9611-2263E2A8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7325" y="914400"/>
            <a:ext cx="2933700" cy="2933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e1cf4200a445f"/>
          <a:stretch xmlns:a="http://schemas.openxmlformats.org/drawingml/2006/main"/>
        </p:blipFill>
        <p:spPr>
          <a:xfrm xmlns:a="http://schemas.openxmlformats.org/drawingml/2006/main">
            <a:off x="9144000" y="981075"/>
            <a:ext cx="2800350" cy="2800350"/>
          </a:xfrm>
          <a:prstGeom xmlns:a="http://schemas.openxmlformats.org/drawingml/2006/main" prst="rect">
            <a:avLst/>
          </a:prstGeom>
        </p:spPr>
      </p:pic>
      <p:sp>
        <p:nvSpPr>
          <p:cNvPr id="4" name="closing-rule-top">
            <a:extLst xmlns:a="http://schemas.openxmlformats.org/drawingml/2006/main">
              <a:ext uri="{FF2B5EF4-FFF2-40B4-BE49-F238E27FC236}">
                <a16:creationId xmlns:a16="http://schemas.microsoft.com/office/drawing/2014/main" id="{E8EF16C1-8708-4203-8570-D7E304FD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74295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25BEE517-B882-43E0-B23C-4D62337A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6" name="closing-main">
            <a:extLst xmlns:a="http://schemas.openxmlformats.org/drawingml/2006/main">
              <a:ext uri="{FF2B5EF4-FFF2-40B4-BE49-F238E27FC236}">
                <a16:creationId xmlns:a16="http://schemas.microsoft.com/office/drawing/2014/main" id="{80BBF0CA-BC7A-4D44-A331-2D497127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7810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Together, We Are Building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Digital Future of TNR.</a:t>
            </a:r>
          </a:p>
        </p:txBody>
      </p:sp>
      <p:sp>
        <p:nvSpPr>
          <p:cNvPr id="7" name="closing-rule-mid">
            <a:extLst xmlns:a="http://schemas.openxmlformats.org/drawingml/2006/main">
              <a:ext uri="{FF2B5EF4-FFF2-40B4-BE49-F238E27FC236}">
                <a16:creationId xmlns:a16="http://schemas.microsoft.com/office/drawing/2014/main" id="{ECC975B9-3AC5-485E-BD87-28225D6F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85762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sp>
        <p:nvSpPr>
          <p:cNvPr id="8" name="closing-quote">
            <a:extLst xmlns:a="http://schemas.openxmlformats.org/drawingml/2006/main">
              <a:ext uri="{FF2B5EF4-FFF2-40B4-BE49-F238E27FC236}">
                <a16:creationId xmlns:a16="http://schemas.microsoft.com/office/drawing/2014/main" id="{4B263FF0-88DB-4CB7-AC6A-6FF8A45B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0" i="1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2100" b="0" i="1">
                <a:solidFill>
                  <a:srgbClr val="E8D6AB"/>
                </a:solidFill>
                <a:latin typeface="Aptos"/>
                <a:ea typeface="Aptos"/>
                <a:cs typeface="Aptos"/>
              </a:rPr>
              <a:t>Technology becomes meaningful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100" b="0" i="1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2100" b="0" i="1">
                <a:solidFill>
                  <a:srgbClr val="E8D6AB"/>
                </a:solidFill>
                <a:latin typeface="Aptos"/>
                <a:ea typeface="Aptos"/>
                <a:cs typeface="Aptos"/>
              </a:rPr>
              <a:t>when it serves the community.</a:t>
            </a:r>
          </a:p>
        </p:txBody>
      </p:sp>
      <p:sp>
        <p:nvSpPr>
          <p:cNvPr id="9" name="closing-presenter">
            <a:extLst xmlns:a="http://schemas.openxmlformats.org/drawingml/2006/main">
              <a:ext uri="{FF2B5EF4-FFF2-40B4-BE49-F238E27FC236}">
                <a16:creationId xmlns:a16="http://schemas.microsoft.com/office/drawing/2014/main" id="{010581ED-E2A0-4B4D-A51A-B8918F67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FC4B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AFC4BA"/>
                </a:solidFill>
                <a:latin typeface="Aptos Display"/>
                <a:ea typeface="Aptos Display"/>
                <a:cs typeface="Aptos Display"/>
              </a:rPr>
              <a:t>SHABBIR HUSSAIN  •  TECHNICAL COORDINATOR – TNR</a:t>
            </a:r>
          </a:p>
        </p:txBody>
      </p:sp>
      <p:sp>
        <p:nvSpPr>
          <p:cNvPr id="10" name="closing-logo-rule">
            <a:extLst xmlns:a="http://schemas.openxmlformats.org/drawingml/2006/main">
              <a:ext uri="{FF2B5EF4-FFF2-40B4-BE49-F238E27FC236}">
                <a16:creationId xmlns:a16="http://schemas.microsoft.com/office/drawing/2014/main" id="{B3BB5531-C845-42E8-B17D-6D6B1CA1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53575" y="4248150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6A15B"/>
            </a:solidFill>
            <a:prstDash val="solid"/>
          </a:ln>
        </p:spPr>
      </p:sp>
      <p:sp>
        <p:nvSpPr>
          <p:cNvPr id="11" name="closing-platform">
            <a:extLst xmlns:a="http://schemas.openxmlformats.org/drawingml/2006/main">
              <a:ext uri="{FF2B5EF4-FFF2-40B4-BE49-F238E27FC236}">
                <a16:creationId xmlns:a16="http://schemas.microsoft.com/office/drawing/2014/main" id="{9B04E91B-7492-4921-BD6A-8D4A127D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76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12" name="closing-connected">
            <a:extLst xmlns:a="http://schemas.openxmlformats.org/drawingml/2006/main">
              <a:ext uri="{FF2B5EF4-FFF2-40B4-BE49-F238E27FC236}">
                <a16:creationId xmlns:a16="http://schemas.microsoft.com/office/drawing/2014/main" id="{B91BCE11-7DAC-44B4-B3A5-D836A315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29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ONE CONNECTED COMMUNITY</a:t>
            </a:r>
          </a:p>
        </p:txBody>
      </p:sp>
    </p:spTree>
    <p:extLst>
      <p:ext uri="{BB962C8B-B14F-4D97-AF65-F5344CB8AC3E}">
        <p14:creationId xmlns:p14="http://schemas.microsoft.com/office/powerpoint/2010/main" val="6377593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2026-08-04T11:33:54.4970000Z</dcterms:created>
  <dcterms:modified xsi:type="dcterms:W3CDTF">2026-08-04T11:33:54.4970000Z</dcterms:modified>
</coreProperties>
</file>